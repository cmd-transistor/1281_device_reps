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134806087" r:id="rId5"/>
    <p:sldId id="322" r:id="rId6"/>
    <p:sldId id="317" r:id="rId7"/>
    <p:sldId id="315" r:id="rId8"/>
    <p:sldId id="2134806091" r:id="rId9"/>
    <p:sldId id="2134806090" r:id="rId10"/>
    <p:sldId id="321" r:id="rId11"/>
    <p:sldId id="2134806092" r:id="rId12"/>
    <p:sldId id="2134806094" r:id="rId13"/>
    <p:sldId id="318" r:id="rId14"/>
    <p:sldId id="319" r:id="rId15"/>
    <p:sldId id="2134806093" r:id="rId16"/>
    <p:sldId id="2134806076" r:id="rId17"/>
    <p:sldId id="2134806080" r:id="rId18"/>
    <p:sldId id="2134806081" r:id="rId19"/>
    <p:sldId id="21348060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0B5D3D-C268-44AE-96B2-15EF76DBFFFD}">
          <p14:sldIdLst>
            <p14:sldId id="2134806087"/>
            <p14:sldId id="322"/>
            <p14:sldId id="317"/>
            <p14:sldId id="315"/>
            <p14:sldId id="2134806091"/>
            <p14:sldId id="2134806090"/>
            <p14:sldId id="321"/>
            <p14:sldId id="2134806092"/>
            <p14:sldId id="2134806094"/>
          </p14:sldIdLst>
        </p14:section>
        <p14:section name="Examples" id="{6DE303D3-28DA-44FC-AEED-6D392A2CF21C}">
          <p14:sldIdLst>
            <p14:sldId id="318"/>
            <p14:sldId id="319"/>
            <p14:sldId id="2134806093"/>
            <p14:sldId id="2134806076"/>
            <p14:sldId id="2134806080"/>
            <p14:sldId id="2134806081"/>
            <p14:sldId id="21348060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B9950-715A-C339-A398-151869EECBEF}" v="1" dt="2026-07-27T23:49:06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, Jaesung" userId="S::jaesung.jo@intel.com::25e7b4f4-9fc4-4465-af95-4a97cfa68413" providerId="AD" clId="Web-{F5A661CA-48D0-1124-8A3A-B530318B6A7F}"/>
    <pc:docChg chg="sldOrd">
      <pc:chgData name="Jo, Jaesung" userId="S::jaesung.jo@intel.com::25e7b4f4-9fc4-4465-af95-4a97cfa68413" providerId="AD" clId="Web-{F5A661CA-48D0-1124-8A3A-B530318B6A7F}" dt="2026-07-23T00:54:42.442" v="0"/>
      <pc:docMkLst>
        <pc:docMk/>
      </pc:docMkLst>
      <pc:sldChg chg="ord">
        <pc:chgData name="Jo, Jaesung" userId="S::jaesung.jo@intel.com::25e7b4f4-9fc4-4465-af95-4a97cfa68413" providerId="AD" clId="Web-{F5A661CA-48D0-1124-8A3A-B530318B6A7F}" dt="2026-07-23T00:54:42.442" v="0"/>
        <pc:sldMkLst>
          <pc:docMk/>
          <pc:sldMk cId="3491145879" sldId="2134806080"/>
        </pc:sldMkLst>
      </pc:sldChg>
    </pc:docChg>
  </pc:docChgLst>
  <pc:docChgLst>
    <pc:chgData name="Walke, Amey Mahadev" userId="S::amey.mahadev.walke@intel.com::f3761b3c-8654-4a17-a0cc-272a9b09d95d" providerId="AD" clId="Web-{529AD41F-0F30-CF96-26BE-1487D8E9E332}"/>
    <pc:docChg chg="addSld modSld modSection">
      <pc:chgData name="Walke, Amey Mahadev" userId="S::amey.mahadev.walke@intel.com::f3761b3c-8654-4a17-a0cc-272a9b09d95d" providerId="AD" clId="Web-{529AD41F-0F30-CF96-26BE-1487D8E9E332}" dt="2026-07-02T21:46:44.251" v="11"/>
      <pc:docMkLst>
        <pc:docMk/>
      </pc:docMkLst>
      <pc:sldChg chg="modSp">
        <pc:chgData name="Walke, Amey Mahadev" userId="S::amey.mahadev.walke@intel.com::f3761b3c-8654-4a17-a0cc-272a9b09d95d" providerId="AD" clId="Web-{529AD41F-0F30-CF96-26BE-1487D8E9E332}" dt="2026-07-02T20:06:29.486" v="10"/>
        <pc:sldMkLst>
          <pc:docMk/>
          <pc:sldMk cId="2093776916" sldId="2134806092"/>
        </pc:sldMkLst>
        <pc:spChg chg="mod">
          <ac:chgData name="Walke, Amey Mahadev" userId="S::amey.mahadev.walke@intel.com::f3761b3c-8654-4a17-a0cc-272a9b09d95d" providerId="AD" clId="Web-{529AD41F-0F30-CF96-26BE-1487D8E9E332}" dt="2026-07-02T20:05:49.923" v="2" actId="20577"/>
          <ac:spMkLst>
            <pc:docMk/>
            <pc:sldMk cId="2093776916" sldId="2134806092"/>
            <ac:spMk id="18" creationId="{46C4A7AC-FF46-2C96-E674-58E860355F32}"/>
          </ac:spMkLst>
        </pc:spChg>
        <pc:spChg chg="mod">
          <ac:chgData name="Walke, Amey Mahadev" userId="S::amey.mahadev.walke@intel.com::f3761b3c-8654-4a17-a0cc-272a9b09d95d" providerId="AD" clId="Web-{529AD41F-0F30-CF96-26BE-1487D8E9E332}" dt="2026-07-02T20:06:08.767" v="4" actId="20577"/>
          <ac:spMkLst>
            <pc:docMk/>
            <pc:sldMk cId="2093776916" sldId="2134806092"/>
            <ac:spMk id="20" creationId="{A8D8E372-06BF-A1ED-EADE-6F6F1A2BBB69}"/>
          </ac:spMkLst>
        </pc:spChg>
        <pc:graphicFrameChg chg="mod modGraphic">
          <ac:chgData name="Walke, Amey Mahadev" userId="S::amey.mahadev.walke@intel.com::f3761b3c-8654-4a17-a0cc-272a9b09d95d" providerId="AD" clId="Web-{529AD41F-0F30-CF96-26BE-1487D8E9E332}" dt="2026-07-02T20:06:29.486" v="10"/>
          <ac:graphicFrameMkLst>
            <pc:docMk/>
            <pc:sldMk cId="2093776916" sldId="2134806092"/>
            <ac:graphicFrameMk id="16" creationId="{2AD61CA7-881B-8092-3E5A-6AE60CEBD8DC}"/>
          </ac:graphicFrameMkLst>
        </pc:graphicFrameChg>
      </pc:sldChg>
      <pc:sldChg chg="new">
        <pc:chgData name="Walke, Amey Mahadev" userId="S::amey.mahadev.walke@intel.com::f3761b3c-8654-4a17-a0cc-272a9b09d95d" providerId="AD" clId="Web-{529AD41F-0F30-CF96-26BE-1487D8E9E332}" dt="2026-07-02T21:46:44.251" v="11"/>
        <pc:sldMkLst>
          <pc:docMk/>
          <pc:sldMk cId="846354909" sldId="2134806094"/>
        </pc:sldMkLst>
      </pc:sldChg>
    </pc:docChg>
  </pc:docChgLst>
  <pc:docChgLst>
    <pc:chgData name="Walke, Amey Mahadev" userId="f3761b3c-8654-4a17-a0cc-272a9b09d95d" providerId="ADAL" clId="{21D33730-2D71-4A1C-B988-869AE97D1AA7}"/>
    <pc:docChg chg="undo custSel addSld delSld modSld sldOrd addSection modSection">
      <pc:chgData name="Walke, Amey Mahadev" userId="f3761b3c-8654-4a17-a0cc-272a9b09d95d" providerId="ADAL" clId="{21D33730-2D71-4A1C-B988-869AE97D1AA7}" dt="2026-07-02T21:51:58.993" v="2932" actId="20577"/>
      <pc:docMkLst>
        <pc:docMk/>
      </pc:docMkLst>
      <pc:sldChg chg="addSp delSp modSp mod ord">
        <pc:chgData name="Walke, Amey Mahadev" userId="f3761b3c-8654-4a17-a0cc-272a9b09d95d" providerId="ADAL" clId="{21D33730-2D71-4A1C-B988-869AE97D1AA7}" dt="2026-06-30T18:13:28.014" v="1800" actId="20577"/>
        <pc:sldMkLst>
          <pc:docMk/>
          <pc:sldMk cId="2648565092" sldId="315"/>
        </pc:sldMkLst>
        <pc:spChg chg="mod">
          <ac:chgData name="Walke, Amey Mahadev" userId="f3761b3c-8654-4a17-a0cc-272a9b09d95d" providerId="ADAL" clId="{21D33730-2D71-4A1C-B988-869AE97D1AA7}" dt="2026-06-30T18:05:24.523" v="1698" actId="6549"/>
          <ac:spMkLst>
            <pc:docMk/>
            <pc:sldMk cId="2648565092" sldId="315"/>
            <ac:spMk id="3" creationId="{F766F27F-C970-B478-36EA-62CC1C3E267B}"/>
          </ac:spMkLst>
        </pc:spChg>
        <pc:spChg chg="del mod">
          <ac:chgData name="Walke, Amey Mahadev" userId="f3761b3c-8654-4a17-a0cc-272a9b09d95d" providerId="ADAL" clId="{21D33730-2D71-4A1C-B988-869AE97D1AA7}" dt="2026-06-30T17:59:56.591" v="1591" actId="478"/>
          <ac:spMkLst>
            <pc:docMk/>
            <pc:sldMk cId="2648565092" sldId="315"/>
            <ac:spMk id="4" creationId="{BBE25040-F7B8-8FF2-B12D-D8D679A3C47E}"/>
          </ac:spMkLst>
        </pc:spChg>
        <pc:spChg chg="mod">
          <ac:chgData name="Walke, Amey Mahadev" userId="f3761b3c-8654-4a17-a0cc-272a9b09d95d" providerId="ADAL" clId="{21D33730-2D71-4A1C-B988-869AE97D1AA7}" dt="2026-06-30T18:13:28.014" v="1800" actId="20577"/>
          <ac:spMkLst>
            <pc:docMk/>
            <pc:sldMk cId="2648565092" sldId="315"/>
            <ac:spMk id="7" creationId="{579B2DC5-9C9E-2B8E-88A2-6EF0F4539AB7}"/>
          </ac:spMkLst>
        </pc:spChg>
        <pc:spChg chg="mod">
          <ac:chgData name="Walke, Amey Mahadev" userId="f3761b3c-8654-4a17-a0cc-272a9b09d95d" providerId="ADAL" clId="{21D33730-2D71-4A1C-B988-869AE97D1AA7}" dt="2026-06-30T18:00:48.109" v="1599" actId="1076"/>
          <ac:spMkLst>
            <pc:docMk/>
            <pc:sldMk cId="2648565092" sldId="315"/>
            <ac:spMk id="8" creationId="{72699983-100D-94AF-EFCD-D2F03F6EEBDF}"/>
          </ac:spMkLst>
        </pc:spChg>
        <pc:spChg chg="del">
          <ac:chgData name="Walke, Amey Mahadev" userId="f3761b3c-8654-4a17-a0cc-272a9b09d95d" providerId="ADAL" clId="{21D33730-2D71-4A1C-B988-869AE97D1AA7}" dt="2026-06-30T17:57:00.192" v="1434" actId="478"/>
          <ac:spMkLst>
            <pc:docMk/>
            <pc:sldMk cId="2648565092" sldId="315"/>
            <ac:spMk id="16" creationId="{FBE2AB70-1421-84EE-A18E-04067840451E}"/>
          </ac:spMkLst>
        </pc:spChg>
        <pc:spChg chg="del">
          <ac:chgData name="Walke, Amey Mahadev" userId="f3761b3c-8654-4a17-a0cc-272a9b09d95d" providerId="ADAL" clId="{21D33730-2D71-4A1C-B988-869AE97D1AA7}" dt="2026-06-30T17:57:00.935" v="1435" actId="478"/>
          <ac:spMkLst>
            <pc:docMk/>
            <pc:sldMk cId="2648565092" sldId="315"/>
            <ac:spMk id="17" creationId="{CFD6926E-AB5A-17FC-1445-4E44663EF413}"/>
          </ac:spMkLst>
        </pc:spChg>
        <pc:spChg chg="del">
          <ac:chgData name="Walke, Amey Mahadev" userId="f3761b3c-8654-4a17-a0cc-272a9b09d95d" providerId="ADAL" clId="{21D33730-2D71-4A1C-B988-869AE97D1AA7}" dt="2026-06-30T17:56:49.392" v="1432" actId="478"/>
          <ac:spMkLst>
            <pc:docMk/>
            <pc:sldMk cId="2648565092" sldId="315"/>
            <ac:spMk id="18" creationId="{AE70FE2C-93E5-2F2E-0997-FF0CDD819D67}"/>
          </ac:spMkLst>
        </pc:spChg>
        <pc:spChg chg="del">
          <ac:chgData name="Walke, Amey Mahadev" userId="f3761b3c-8654-4a17-a0cc-272a9b09d95d" providerId="ADAL" clId="{21D33730-2D71-4A1C-B988-869AE97D1AA7}" dt="2026-06-30T17:56:50.968" v="1433" actId="478"/>
          <ac:spMkLst>
            <pc:docMk/>
            <pc:sldMk cId="2648565092" sldId="315"/>
            <ac:spMk id="19" creationId="{665840FA-009F-5BDB-D9F2-6D32756993D3}"/>
          </ac:spMkLst>
        </pc:spChg>
        <pc:spChg chg="del">
          <ac:chgData name="Walke, Amey Mahadev" userId="f3761b3c-8654-4a17-a0cc-272a9b09d95d" providerId="ADAL" clId="{21D33730-2D71-4A1C-B988-869AE97D1AA7}" dt="2026-06-30T17:56:47.499" v="1431" actId="478"/>
          <ac:spMkLst>
            <pc:docMk/>
            <pc:sldMk cId="2648565092" sldId="315"/>
            <ac:spMk id="24" creationId="{28F5A2B0-FCE9-D697-7210-8249C8046FE2}"/>
          </ac:spMkLst>
        </pc:spChg>
        <pc:spChg chg="del">
          <ac:chgData name="Walke, Amey Mahadev" userId="f3761b3c-8654-4a17-a0cc-272a9b09d95d" providerId="ADAL" clId="{21D33730-2D71-4A1C-B988-869AE97D1AA7}" dt="2026-06-30T17:57:01.629" v="1436" actId="478"/>
          <ac:spMkLst>
            <pc:docMk/>
            <pc:sldMk cId="2648565092" sldId="315"/>
            <ac:spMk id="25" creationId="{B4BDE512-A334-E933-7A58-0B3EEEE149A2}"/>
          </ac:spMkLst>
        </pc:spChg>
        <pc:spChg chg="mod">
          <ac:chgData name="Walke, Amey Mahadev" userId="f3761b3c-8654-4a17-a0cc-272a9b09d95d" providerId="ADAL" clId="{21D33730-2D71-4A1C-B988-869AE97D1AA7}" dt="2026-06-30T18:00:48.109" v="1599" actId="1076"/>
          <ac:spMkLst>
            <pc:docMk/>
            <pc:sldMk cId="2648565092" sldId="315"/>
            <ac:spMk id="26" creationId="{318E8F3D-DBBB-6118-282F-64336B9C6721}"/>
          </ac:spMkLst>
        </pc:spChg>
        <pc:spChg chg="del">
          <ac:chgData name="Walke, Amey Mahadev" userId="f3761b3c-8654-4a17-a0cc-272a9b09d95d" providerId="ADAL" clId="{21D33730-2D71-4A1C-B988-869AE97D1AA7}" dt="2026-06-30T17:56:38.792" v="1429" actId="478"/>
          <ac:spMkLst>
            <pc:docMk/>
            <pc:sldMk cId="2648565092" sldId="315"/>
            <ac:spMk id="27" creationId="{085746FB-55C7-8AAE-F25D-595D8030CECF}"/>
          </ac:spMkLst>
        </pc:spChg>
        <pc:spChg chg="del">
          <ac:chgData name="Walke, Amey Mahadev" userId="f3761b3c-8654-4a17-a0cc-272a9b09d95d" providerId="ADAL" clId="{21D33730-2D71-4A1C-B988-869AE97D1AA7}" dt="2026-06-30T17:59:59.139" v="1593" actId="478"/>
          <ac:spMkLst>
            <pc:docMk/>
            <pc:sldMk cId="2648565092" sldId="315"/>
            <ac:spMk id="28" creationId="{5EAA198C-062C-3EED-5E16-99071E54BC8A}"/>
          </ac:spMkLst>
        </pc:spChg>
        <pc:spChg chg="add mod">
          <ac:chgData name="Walke, Amey Mahadev" userId="f3761b3c-8654-4a17-a0cc-272a9b09d95d" providerId="ADAL" clId="{21D33730-2D71-4A1C-B988-869AE97D1AA7}" dt="2026-06-30T18:02:33.545" v="1616" actId="1076"/>
          <ac:spMkLst>
            <pc:docMk/>
            <pc:sldMk cId="2648565092" sldId="315"/>
            <ac:spMk id="29" creationId="{608E9513-7EF8-CFD0-BEEB-9DAD3EAD889A}"/>
          </ac:spMkLst>
        </pc:spChg>
        <pc:spChg chg="add mod">
          <ac:chgData name="Walke, Amey Mahadev" userId="f3761b3c-8654-4a17-a0cc-272a9b09d95d" providerId="ADAL" clId="{21D33730-2D71-4A1C-B988-869AE97D1AA7}" dt="2026-06-30T18:02:05.503" v="1612" actId="1076"/>
          <ac:spMkLst>
            <pc:docMk/>
            <pc:sldMk cId="2648565092" sldId="315"/>
            <ac:spMk id="31" creationId="{5AF3DF93-CB4A-7EEE-4B41-AE85EF11F907}"/>
          </ac:spMkLst>
        </pc:spChg>
        <pc:spChg chg="add del mod">
          <ac:chgData name="Walke, Amey Mahadev" userId="f3761b3c-8654-4a17-a0cc-272a9b09d95d" providerId="ADAL" clId="{21D33730-2D71-4A1C-B988-869AE97D1AA7}" dt="2026-06-30T17:59:58.097" v="1592" actId="478"/>
          <ac:spMkLst>
            <pc:docMk/>
            <pc:sldMk cId="2648565092" sldId="315"/>
            <ac:spMk id="33" creationId="{DA14D055-3803-518C-6C1D-42AE5600BCDD}"/>
          </ac:spMkLst>
        </pc:spChg>
        <pc:spChg chg="add del mod">
          <ac:chgData name="Walke, Amey Mahadev" userId="f3761b3c-8654-4a17-a0cc-272a9b09d95d" providerId="ADAL" clId="{21D33730-2D71-4A1C-B988-869AE97D1AA7}" dt="2026-06-30T18:02:12.494" v="1614" actId="478"/>
          <ac:spMkLst>
            <pc:docMk/>
            <pc:sldMk cId="2648565092" sldId="315"/>
            <ac:spMk id="34" creationId="{92E873F3-3E05-7A92-885A-BE4790044BBF}"/>
          </ac:spMkLst>
        </pc:spChg>
        <pc:spChg chg="add mod">
          <ac:chgData name="Walke, Amey Mahadev" userId="f3761b3c-8654-4a17-a0cc-272a9b09d95d" providerId="ADAL" clId="{21D33730-2D71-4A1C-B988-869AE97D1AA7}" dt="2026-06-30T18:02:00.478" v="1611" actId="1076"/>
          <ac:spMkLst>
            <pc:docMk/>
            <pc:sldMk cId="2648565092" sldId="315"/>
            <ac:spMk id="37" creationId="{F0DED405-21D4-51B2-FB34-6E9403EF62CC}"/>
          </ac:spMkLst>
        </pc:spChg>
        <pc:spChg chg="add mod">
          <ac:chgData name="Walke, Amey Mahadev" userId="f3761b3c-8654-4a17-a0cc-272a9b09d95d" providerId="ADAL" clId="{21D33730-2D71-4A1C-B988-869AE97D1AA7}" dt="2026-06-30T18:04:11.678" v="1683" actId="20577"/>
          <ac:spMkLst>
            <pc:docMk/>
            <pc:sldMk cId="2648565092" sldId="315"/>
            <ac:spMk id="38" creationId="{2BC24377-EB7F-B278-C0EB-F997FF7D217B}"/>
          </ac:spMkLst>
        </pc:spChg>
        <pc:spChg chg="add mod">
          <ac:chgData name="Walke, Amey Mahadev" userId="f3761b3c-8654-4a17-a0cc-272a9b09d95d" providerId="ADAL" clId="{21D33730-2D71-4A1C-B988-869AE97D1AA7}" dt="2026-06-30T18:03:44.983" v="1672" actId="1076"/>
          <ac:spMkLst>
            <pc:docMk/>
            <pc:sldMk cId="2648565092" sldId="315"/>
            <ac:spMk id="39" creationId="{F495897A-B827-E0B7-7F64-9D72AB1E9B3A}"/>
          </ac:spMkLst>
        </pc:spChg>
        <pc:spChg chg="add mod">
          <ac:chgData name="Walke, Amey Mahadev" userId="f3761b3c-8654-4a17-a0cc-272a9b09d95d" providerId="ADAL" clId="{21D33730-2D71-4A1C-B988-869AE97D1AA7}" dt="2026-06-30T18:03:50.481" v="1673"/>
          <ac:spMkLst>
            <pc:docMk/>
            <pc:sldMk cId="2648565092" sldId="315"/>
            <ac:spMk id="40" creationId="{B59BC392-FCBA-60E1-A7ED-7A5AB15C8649}"/>
          </ac:spMkLst>
        </pc:spChg>
        <pc:spChg chg="add mod">
          <ac:chgData name="Walke, Amey Mahadev" userId="f3761b3c-8654-4a17-a0cc-272a9b09d95d" providerId="ADAL" clId="{21D33730-2D71-4A1C-B988-869AE97D1AA7}" dt="2026-06-30T18:03:59.015" v="1680" actId="20577"/>
          <ac:spMkLst>
            <pc:docMk/>
            <pc:sldMk cId="2648565092" sldId="315"/>
            <ac:spMk id="41" creationId="{B3C06080-D4E6-0A3B-D86A-73D5CAAF52F7}"/>
          </ac:spMkLst>
        </pc:spChg>
        <pc:grpChg chg="mod">
          <ac:chgData name="Walke, Amey Mahadev" userId="f3761b3c-8654-4a17-a0cc-272a9b09d95d" providerId="ADAL" clId="{21D33730-2D71-4A1C-B988-869AE97D1AA7}" dt="2026-06-30T18:00:48.109" v="1599" actId="1076"/>
          <ac:grpSpMkLst>
            <pc:docMk/>
            <pc:sldMk cId="2648565092" sldId="315"/>
            <ac:grpSpMk id="15" creationId="{42AED82E-3A06-BABA-D1C0-7886B9993A6C}"/>
          </ac:grpSpMkLst>
        </pc:grpChg>
        <pc:picChg chg="del">
          <ac:chgData name="Walke, Amey Mahadev" userId="f3761b3c-8654-4a17-a0cc-272a9b09d95d" providerId="ADAL" clId="{21D33730-2D71-4A1C-B988-869AE97D1AA7}" dt="2026-06-30T17:56:37.182" v="1427" actId="478"/>
          <ac:picMkLst>
            <pc:docMk/>
            <pc:sldMk cId="2648565092" sldId="315"/>
            <ac:picMk id="21" creationId="{0A2E7F49-274F-4D96-A459-C548E14C24B0}"/>
          </ac:picMkLst>
        </pc:picChg>
        <pc:picChg chg="del">
          <ac:chgData name="Walke, Amey Mahadev" userId="f3761b3c-8654-4a17-a0cc-272a9b09d95d" providerId="ADAL" clId="{21D33730-2D71-4A1C-B988-869AE97D1AA7}" dt="2026-06-30T17:56:37.953" v="1428" actId="478"/>
          <ac:picMkLst>
            <pc:docMk/>
            <pc:sldMk cId="2648565092" sldId="315"/>
            <ac:picMk id="23" creationId="{4E06B7F0-F984-9ECD-D3E0-A9837E482D75}"/>
          </ac:picMkLst>
        </pc:picChg>
        <pc:picChg chg="add mod">
          <ac:chgData name="Walke, Amey Mahadev" userId="f3761b3c-8654-4a17-a0cc-272a9b09d95d" providerId="ADAL" clId="{21D33730-2D71-4A1C-B988-869AE97D1AA7}" dt="2026-06-30T18:02:00.478" v="1611" actId="1076"/>
          <ac:picMkLst>
            <pc:docMk/>
            <pc:sldMk cId="2648565092" sldId="315"/>
            <ac:picMk id="36" creationId="{14D95929-6468-AB1D-74FA-9CE5B7E98138}"/>
          </ac:picMkLst>
        </pc:picChg>
      </pc:sldChg>
      <pc:sldChg chg="addSp delSp modSp del mod">
        <pc:chgData name="Walke, Amey Mahadev" userId="f3761b3c-8654-4a17-a0cc-272a9b09d95d" providerId="ADAL" clId="{21D33730-2D71-4A1C-B988-869AE97D1AA7}" dt="2026-06-30T17:27:38.627" v="1013" actId="47"/>
        <pc:sldMkLst>
          <pc:docMk/>
          <pc:sldMk cId="1210112250" sldId="316"/>
        </pc:sldMkLst>
        <pc:spChg chg="del mod">
          <ac:chgData name="Walke, Amey Mahadev" userId="f3761b3c-8654-4a17-a0cc-272a9b09d95d" providerId="ADAL" clId="{21D33730-2D71-4A1C-B988-869AE97D1AA7}" dt="2026-06-30T17:02:21.756" v="606" actId="478"/>
          <ac:spMkLst>
            <pc:docMk/>
            <pc:sldMk cId="1210112250" sldId="316"/>
            <ac:spMk id="4" creationId="{C75DFA3F-42F0-233E-B4AE-EBBCCCD1D312}"/>
          </ac:spMkLst>
        </pc:spChg>
        <pc:spChg chg="del">
          <ac:chgData name="Walke, Amey Mahadev" userId="f3761b3c-8654-4a17-a0cc-272a9b09d95d" providerId="ADAL" clId="{21D33730-2D71-4A1C-B988-869AE97D1AA7}" dt="2026-06-30T17:02:29.208" v="609" actId="21"/>
          <ac:spMkLst>
            <pc:docMk/>
            <pc:sldMk cId="1210112250" sldId="316"/>
            <ac:spMk id="5" creationId="{19315A96-1D19-3C48-4331-C3077F038305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30" creationId="{422E5F09-CBD8-7686-1FB4-5669D8A8F20B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51" creationId="{452BD87E-34E9-1A59-504B-5189BF05A9FA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52" creationId="{F01AFA5E-0617-BA8A-DE81-C290097BE2A6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88" creationId="{4401D721-520A-E8C6-B9F1-7C6EB5784AAD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89" creationId="{C5FCC621-578C-4C3B-ED5C-FAB1BAF1F82E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98" creationId="{1EA1DFA8-3D55-93CD-01ED-AD1C9323D3D4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99" creationId="{FD036190-7196-B103-ECFB-6280C342DD6F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109" creationId="{56C02E9F-DDBE-A8D3-1441-56EEFCB40DD9}"/>
          </ac:spMkLst>
        </pc:spChg>
        <pc:spChg chg="mod">
          <ac:chgData name="Walke, Amey Mahadev" userId="f3761b3c-8654-4a17-a0cc-272a9b09d95d" providerId="ADAL" clId="{21D33730-2D71-4A1C-B988-869AE97D1AA7}" dt="2026-06-30T17:02:23.325" v="607"/>
          <ac:spMkLst>
            <pc:docMk/>
            <pc:sldMk cId="1210112250" sldId="316"/>
            <ac:spMk id="110" creationId="{9026DB30-C5AE-E734-CDB4-4A9025E433DB}"/>
          </ac:spMkLst>
        </pc:spChg>
        <pc:spChg chg="mod">
          <ac:chgData name="Walke, Amey Mahadev" userId="f3761b3c-8654-4a17-a0cc-272a9b09d95d" providerId="ADAL" clId="{21D33730-2D71-4A1C-B988-869AE97D1AA7}" dt="2026-06-30T17:02:26.586" v="608" actId="1076"/>
          <ac:spMkLst>
            <pc:docMk/>
            <pc:sldMk cId="1210112250" sldId="316"/>
            <ac:spMk id="111" creationId="{80850AE0-F0FD-A820-C9F4-CFCEBD148F1B}"/>
          </ac:spMkLst>
        </pc:spChg>
        <pc:spChg chg="mod">
          <ac:chgData name="Walke, Amey Mahadev" userId="f3761b3c-8654-4a17-a0cc-272a9b09d95d" providerId="ADAL" clId="{21D33730-2D71-4A1C-B988-869AE97D1AA7}" dt="2026-06-30T17:02:26.586" v="608" actId="1076"/>
          <ac:spMkLst>
            <pc:docMk/>
            <pc:sldMk cId="1210112250" sldId="316"/>
            <ac:spMk id="112" creationId="{862567F8-380A-CF61-DE62-02B1250628F6}"/>
          </ac:spMkLst>
        </pc:spChg>
        <pc:spChg chg="add mod">
          <ac:chgData name="Walke, Amey Mahadev" userId="f3761b3c-8654-4a17-a0cc-272a9b09d95d" providerId="ADAL" clId="{21D33730-2D71-4A1C-B988-869AE97D1AA7}" dt="2026-06-30T17:02:26.586" v="608" actId="1076"/>
          <ac:spMkLst>
            <pc:docMk/>
            <pc:sldMk cId="1210112250" sldId="316"/>
            <ac:spMk id="113" creationId="{851C83E2-D32E-943F-43B4-A7EFB6DB1A49}"/>
          </ac:spMkLst>
        </pc:spChg>
        <pc:spChg chg="mod">
          <ac:chgData name="Walke, Amey Mahadev" userId="f3761b3c-8654-4a17-a0cc-272a9b09d95d" providerId="ADAL" clId="{21D33730-2D71-4A1C-B988-869AE97D1AA7}" dt="2026-06-30T17:02:26.586" v="608" actId="1076"/>
          <ac:spMkLst>
            <pc:docMk/>
            <pc:sldMk cId="1210112250" sldId="316"/>
            <ac:spMk id="114" creationId="{909BFEEA-3BEA-7BE1-AAE0-F7CE789560F0}"/>
          </ac:spMkLst>
        </pc:spChg>
        <pc:grpChg chg="mod">
          <ac:chgData name="Walke, Amey Mahadev" userId="f3761b3c-8654-4a17-a0cc-272a9b09d95d" providerId="ADAL" clId="{21D33730-2D71-4A1C-B988-869AE97D1AA7}" dt="2026-06-30T17:02:26.586" v="608" actId="1076"/>
          <ac:grpSpMkLst>
            <pc:docMk/>
            <pc:sldMk cId="1210112250" sldId="316"/>
            <ac:grpSpMk id="12" creationId="{AD32F073-12E2-5312-45E7-2F675D8E0337}"/>
          </ac:grpSpMkLst>
        </pc:grpChg>
        <pc:grpChg chg="mod">
          <ac:chgData name="Walke, Amey Mahadev" userId="f3761b3c-8654-4a17-a0cc-272a9b09d95d" providerId="ADAL" clId="{21D33730-2D71-4A1C-B988-869AE97D1AA7}" dt="2026-06-30T17:02:26.586" v="608" actId="1076"/>
          <ac:grpSpMkLst>
            <pc:docMk/>
            <pc:sldMk cId="1210112250" sldId="316"/>
            <ac:grpSpMk id="31" creationId="{2A71D869-80E9-14F4-476F-82D715AB3047}"/>
          </ac:grpSpMkLst>
        </pc:grpChg>
        <pc:grpChg chg="mod">
          <ac:chgData name="Walke, Amey Mahadev" userId="f3761b3c-8654-4a17-a0cc-272a9b09d95d" providerId="ADAL" clId="{21D33730-2D71-4A1C-B988-869AE97D1AA7}" dt="2026-06-30T17:02:26.586" v="608" actId="1076"/>
          <ac:grpSpMkLst>
            <pc:docMk/>
            <pc:sldMk cId="1210112250" sldId="316"/>
            <ac:grpSpMk id="56" creationId="{89DBB9C3-9C57-5DDF-2258-844325B24B56}"/>
          </ac:grpSpMkLst>
        </pc:grpChg>
        <pc:grpChg chg="mod">
          <ac:chgData name="Walke, Amey Mahadev" userId="f3761b3c-8654-4a17-a0cc-272a9b09d95d" providerId="ADAL" clId="{21D33730-2D71-4A1C-B988-869AE97D1AA7}" dt="2026-06-30T17:02:26.586" v="608" actId="1076"/>
          <ac:grpSpMkLst>
            <pc:docMk/>
            <pc:sldMk cId="1210112250" sldId="316"/>
            <ac:grpSpMk id="77" creationId="{EA9D9867-C408-22EE-6C04-7332938D4800}"/>
          </ac:grpSpMkLst>
        </pc:grpChg>
      </pc:sldChg>
      <pc:sldChg chg="addSp delSp modSp mod ord">
        <pc:chgData name="Walke, Amey Mahadev" userId="f3761b3c-8654-4a17-a0cc-272a9b09d95d" providerId="ADAL" clId="{21D33730-2D71-4A1C-B988-869AE97D1AA7}" dt="2026-06-30T22:42:50.355" v="2573" actId="20577"/>
        <pc:sldMkLst>
          <pc:docMk/>
          <pc:sldMk cId="2056762930" sldId="317"/>
        </pc:sldMkLst>
        <pc:spChg chg="del mod">
          <ac:chgData name="Walke, Amey Mahadev" userId="f3761b3c-8654-4a17-a0cc-272a9b09d95d" providerId="ADAL" clId="{21D33730-2D71-4A1C-B988-869AE97D1AA7}" dt="2026-06-30T18:26:23.198" v="1996"/>
          <ac:spMkLst>
            <pc:docMk/>
            <pc:sldMk cId="2056762930" sldId="317"/>
            <ac:spMk id="9" creationId="{B772A0A2-6494-665E-3E7E-2651CE2C0310}"/>
          </ac:spMkLst>
        </pc:spChg>
        <pc:spChg chg="mod">
          <ac:chgData name="Walke, Amey Mahadev" userId="f3761b3c-8654-4a17-a0cc-272a9b09d95d" providerId="ADAL" clId="{21D33730-2D71-4A1C-B988-869AE97D1AA7}" dt="2026-06-30T18:27:02.897" v="2008" actId="1076"/>
          <ac:spMkLst>
            <pc:docMk/>
            <pc:sldMk cId="2056762930" sldId="317"/>
            <ac:spMk id="11" creationId="{DA208B23-ED34-64F8-5432-6DBE7080B4C3}"/>
          </ac:spMkLst>
        </pc:spChg>
        <pc:spChg chg="del">
          <ac:chgData name="Walke, Amey Mahadev" userId="f3761b3c-8654-4a17-a0cc-272a9b09d95d" providerId="ADAL" clId="{21D33730-2D71-4A1C-B988-869AE97D1AA7}" dt="2026-06-30T17:31:40.172" v="1059" actId="478"/>
          <ac:spMkLst>
            <pc:docMk/>
            <pc:sldMk cId="2056762930" sldId="317"/>
            <ac:spMk id="17" creationId="{3C92FE85-5857-22BD-F300-47BCBB560147}"/>
          </ac:spMkLst>
        </pc:spChg>
        <pc:spChg chg="del">
          <ac:chgData name="Walke, Amey Mahadev" userId="f3761b3c-8654-4a17-a0cc-272a9b09d95d" providerId="ADAL" clId="{21D33730-2D71-4A1C-B988-869AE97D1AA7}" dt="2026-06-30T17:31:40.172" v="1059" actId="478"/>
          <ac:spMkLst>
            <pc:docMk/>
            <pc:sldMk cId="2056762930" sldId="317"/>
            <ac:spMk id="19" creationId="{90A3ACCB-3460-0D4C-9D4D-F9C72737D8BA}"/>
          </ac:spMkLst>
        </pc:spChg>
        <pc:spChg chg="del">
          <ac:chgData name="Walke, Amey Mahadev" userId="f3761b3c-8654-4a17-a0cc-272a9b09d95d" providerId="ADAL" clId="{21D33730-2D71-4A1C-B988-869AE97D1AA7}" dt="2026-06-30T17:31:40.172" v="1059" actId="478"/>
          <ac:spMkLst>
            <pc:docMk/>
            <pc:sldMk cId="2056762930" sldId="317"/>
            <ac:spMk id="20" creationId="{DE67E0AF-C62D-6115-5069-D9F55BBD673D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22" creationId="{16FD7BB3-DCB6-3A6C-479C-956BE93C16F9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23" creationId="{F4AF43FE-0310-B1C5-DFA7-9BBF93D3D612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25" creationId="{0EB998B7-5DE1-B315-A045-ECD3EC60AFD4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26" creationId="{CA032511-B01F-BE4B-B752-6775762ED13B}"/>
          </ac:spMkLst>
        </pc:spChg>
        <pc:spChg chg="add mod">
          <ac:chgData name="Walke, Amey Mahadev" userId="f3761b3c-8654-4a17-a0cc-272a9b09d95d" providerId="ADAL" clId="{21D33730-2D71-4A1C-B988-869AE97D1AA7}" dt="2026-06-30T18:26:43.300" v="2001" actId="13926"/>
          <ac:spMkLst>
            <pc:docMk/>
            <pc:sldMk cId="2056762930" sldId="317"/>
            <ac:spMk id="27" creationId="{C3DDF34A-2DE6-EA80-CD1C-22ED6CF8BB7C}"/>
          </ac:spMkLst>
        </pc:spChg>
        <pc:spChg chg="add mod">
          <ac:chgData name="Walke, Amey Mahadev" userId="f3761b3c-8654-4a17-a0cc-272a9b09d95d" providerId="ADAL" clId="{21D33730-2D71-4A1C-B988-869AE97D1AA7}" dt="2026-06-30T18:26:43.300" v="2001" actId="13926"/>
          <ac:spMkLst>
            <pc:docMk/>
            <pc:sldMk cId="2056762930" sldId="317"/>
            <ac:spMk id="28" creationId="{FE47D307-8AA7-6513-1984-CC57CDD9FCFF}"/>
          </ac:spMkLst>
        </pc:spChg>
        <pc:spChg chg="add mod or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30" creationId="{A275CC99-60C3-5C2D-3D31-7226E5B266E7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31" creationId="{2BC0DB41-89E6-9437-DB86-CA0913874398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32" creationId="{EF85810E-A0B6-4EA2-37D9-F08BCA6A21EC}"/>
          </ac:spMkLst>
        </pc:spChg>
        <pc:spChg chg="add mod">
          <ac:chgData name="Walke, Amey Mahadev" userId="f3761b3c-8654-4a17-a0cc-272a9b09d95d" providerId="ADAL" clId="{21D33730-2D71-4A1C-B988-869AE97D1AA7}" dt="2026-06-30T18:25:35.885" v="1968" actId="1076"/>
          <ac:spMkLst>
            <pc:docMk/>
            <pc:sldMk cId="2056762930" sldId="317"/>
            <ac:spMk id="33" creationId="{D05CBDFC-6546-ED54-D74A-AFFCE60BF161}"/>
          </ac:spMkLst>
        </pc:spChg>
        <pc:spChg chg="add mod">
          <ac:chgData name="Walke, Amey Mahadev" userId="f3761b3c-8654-4a17-a0cc-272a9b09d95d" providerId="ADAL" clId="{21D33730-2D71-4A1C-B988-869AE97D1AA7}" dt="2026-06-30T18:27:12.621" v="2010" actId="1076"/>
          <ac:spMkLst>
            <pc:docMk/>
            <pc:sldMk cId="2056762930" sldId="317"/>
            <ac:spMk id="34" creationId="{D34DB1C3-63AF-DC4B-BACC-90D357F2B273}"/>
          </ac:spMkLst>
        </pc:spChg>
        <pc:spChg chg="add mod">
          <ac:chgData name="Walke, Amey Mahadev" userId="f3761b3c-8654-4a17-a0cc-272a9b09d95d" providerId="ADAL" clId="{21D33730-2D71-4A1C-B988-869AE97D1AA7}" dt="2026-06-30T18:27:12.621" v="2010" actId="1076"/>
          <ac:spMkLst>
            <pc:docMk/>
            <pc:sldMk cId="2056762930" sldId="317"/>
            <ac:spMk id="35" creationId="{80D1B294-3F01-9075-0621-9E3EC7554CED}"/>
          </ac:spMkLst>
        </pc:spChg>
        <pc:spChg chg="add mod">
          <ac:chgData name="Walke, Amey Mahadev" userId="f3761b3c-8654-4a17-a0cc-272a9b09d95d" providerId="ADAL" clId="{21D33730-2D71-4A1C-B988-869AE97D1AA7}" dt="2026-06-30T18:27:12.621" v="2010" actId="1076"/>
          <ac:spMkLst>
            <pc:docMk/>
            <pc:sldMk cId="2056762930" sldId="317"/>
            <ac:spMk id="36" creationId="{E1FD858F-2E45-8689-BF2F-A383858AF61C}"/>
          </ac:spMkLst>
        </pc:spChg>
        <pc:spChg chg="add del mod">
          <ac:chgData name="Walke, Amey Mahadev" userId="f3761b3c-8654-4a17-a0cc-272a9b09d95d" providerId="ADAL" clId="{21D33730-2D71-4A1C-B988-869AE97D1AA7}" dt="2026-06-30T18:26:50.329" v="2004" actId="478"/>
          <ac:spMkLst>
            <pc:docMk/>
            <pc:sldMk cId="2056762930" sldId="317"/>
            <ac:spMk id="37" creationId="{2EF61F1C-2D9F-F1D5-2AAE-B6211B389E03}"/>
          </ac:spMkLst>
        </pc:spChg>
        <pc:spChg chg="add mod">
          <ac:chgData name="Walke, Amey Mahadev" userId="f3761b3c-8654-4a17-a0cc-272a9b09d95d" providerId="ADAL" clId="{21D33730-2D71-4A1C-B988-869AE97D1AA7}" dt="2026-06-30T22:42:50.355" v="2573" actId="20577"/>
          <ac:spMkLst>
            <pc:docMk/>
            <pc:sldMk cId="2056762930" sldId="317"/>
            <ac:spMk id="38" creationId="{CE603EA3-1B62-8C7D-5F91-6B20763000C8}"/>
          </ac:spMkLst>
        </pc:spChg>
        <pc:grpChg chg="mod">
          <ac:chgData name="Walke, Amey Mahadev" userId="f3761b3c-8654-4a17-a0cc-272a9b09d95d" providerId="ADAL" clId="{21D33730-2D71-4A1C-B988-869AE97D1AA7}" dt="2026-06-30T18:27:12.621" v="2010" actId="1076"/>
          <ac:grpSpMkLst>
            <pc:docMk/>
            <pc:sldMk cId="2056762930" sldId="317"/>
            <ac:grpSpMk id="10" creationId="{83C21167-AC0E-BF69-9247-D08B80F08A9B}"/>
          </ac:grpSpMkLst>
        </pc:grpChg>
        <pc:picChg chg="del">
          <ac:chgData name="Walke, Amey Mahadev" userId="f3761b3c-8654-4a17-a0cc-272a9b09d95d" providerId="ADAL" clId="{21D33730-2D71-4A1C-B988-869AE97D1AA7}" dt="2026-06-30T17:31:40.172" v="1059" actId="478"/>
          <ac:picMkLst>
            <pc:docMk/>
            <pc:sldMk cId="2056762930" sldId="317"/>
            <ac:picMk id="16" creationId="{EE7C3294-FB87-4C4A-3F07-8392DDA3D6EA}"/>
          </ac:picMkLst>
        </pc:picChg>
        <pc:picChg chg="del">
          <ac:chgData name="Walke, Amey Mahadev" userId="f3761b3c-8654-4a17-a0cc-272a9b09d95d" providerId="ADAL" clId="{21D33730-2D71-4A1C-B988-869AE97D1AA7}" dt="2026-06-30T17:31:40.172" v="1059" actId="478"/>
          <ac:picMkLst>
            <pc:docMk/>
            <pc:sldMk cId="2056762930" sldId="317"/>
            <ac:picMk id="18" creationId="{F8022CF6-BF66-A1C1-B50F-B35E3692F7C0}"/>
          </ac:picMkLst>
        </pc:picChg>
        <pc:picChg chg="add mod">
          <ac:chgData name="Walke, Amey Mahadev" userId="f3761b3c-8654-4a17-a0cc-272a9b09d95d" providerId="ADAL" clId="{21D33730-2D71-4A1C-B988-869AE97D1AA7}" dt="2026-06-30T18:25:35.885" v="1968" actId="1076"/>
          <ac:picMkLst>
            <pc:docMk/>
            <pc:sldMk cId="2056762930" sldId="317"/>
            <ac:picMk id="21" creationId="{FB1DF362-0901-E25C-227A-DD554CEA7CCA}"/>
          </ac:picMkLst>
        </pc:picChg>
        <pc:picChg chg="add mod">
          <ac:chgData name="Walke, Amey Mahadev" userId="f3761b3c-8654-4a17-a0cc-272a9b09d95d" providerId="ADAL" clId="{21D33730-2D71-4A1C-B988-869AE97D1AA7}" dt="2026-06-30T18:25:35.885" v="1968" actId="1076"/>
          <ac:picMkLst>
            <pc:docMk/>
            <pc:sldMk cId="2056762930" sldId="317"/>
            <ac:picMk id="24" creationId="{F7D867D5-CDAF-0727-8A06-2361333E04CF}"/>
          </ac:picMkLst>
        </pc:picChg>
        <pc:cxnChg chg="del mod">
          <ac:chgData name="Walke, Amey Mahadev" userId="f3761b3c-8654-4a17-a0cc-272a9b09d95d" providerId="ADAL" clId="{21D33730-2D71-4A1C-B988-869AE97D1AA7}" dt="2026-06-30T18:26:31.854" v="1998" actId="478"/>
          <ac:cxnSpMkLst>
            <pc:docMk/>
            <pc:sldMk cId="2056762930" sldId="317"/>
            <ac:cxnSpMk id="13" creationId="{F345619D-55B9-3811-94BB-CA810A95AA5C}"/>
          </ac:cxnSpMkLst>
        </pc:cxnChg>
        <pc:cxnChg chg="del">
          <ac:chgData name="Walke, Amey Mahadev" userId="f3761b3c-8654-4a17-a0cc-272a9b09d95d" providerId="ADAL" clId="{21D33730-2D71-4A1C-B988-869AE97D1AA7}" dt="2026-06-30T18:26:32.968" v="1999" actId="478"/>
          <ac:cxnSpMkLst>
            <pc:docMk/>
            <pc:sldMk cId="2056762930" sldId="317"/>
            <ac:cxnSpMk id="14" creationId="{BCF266B9-98FD-DD58-80E9-44F7B777A75C}"/>
          </ac:cxnSpMkLst>
        </pc:cxnChg>
      </pc:sldChg>
      <pc:sldChg chg="addSp delSp modSp mod">
        <pc:chgData name="Walke, Amey Mahadev" userId="f3761b3c-8654-4a17-a0cc-272a9b09d95d" providerId="ADAL" clId="{21D33730-2D71-4A1C-B988-869AE97D1AA7}" dt="2026-06-30T17:55:35.663" v="1395" actId="1076"/>
        <pc:sldMkLst>
          <pc:docMk/>
          <pc:sldMk cId="382646473" sldId="318"/>
        </pc:sldMkLst>
        <pc:spChg chg="del">
          <ac:chgData name="Walke, Amey Mahadev" userId="f3761b3c-8654-4a17-a0cc-272a9b09d95d" providerId="ADAL" clId="{21D33730-2D71-4A1C-B988-869AE97D1AA7}" dt="2026-06-30T17:55:08.558" v="1377" actId="478"/>
          <ac:spMkLst>
            <pc:docMk/>
            <pc:sldMk cId="382646473" sldId="318"/>
            <ac:spMk id="25" creationId="{5B0D18D7-1D2A-B011-EA84-8C770B035174}"/>
          </ac:spMkLst>
        </pc:spChg>
        <pc:spChg chg="mod">
          <ac:chgData name="Walke, Amey Mahadev" userId="f3761b3c-8654-4a17-a0cc-272a9b09d95d" providerId="ADAL" clId="{21D33730-2D71-4A1C-B988-869AE97D1AA7}" dt="2026-06-30T17:48:56.272" v="1366" actId="1076"/>
          <ac:spMkLst>
            <pc:docMk/>
            <pc:sldMk cId="382646473" sldId="318"/>
            <ac:spMk id="31" creationId="{53E3786F-3488-B594-18DB-AC66C848C073}"/>
          </ac:spMkLst>
        </pc:spChg>
        <pc:spChg chg="mod">
          <ac:chgData name="Walke, Amey Mahadev" userId="f3761b3c-8654-4a17-a0cc-272a9b09d95d" providerId="ADAL" clId="{21D33730-2D71-4A1C-B988-869AE97D1AA7}" dt="2026-06-30T17:48:59.319" v="1367" actId="1076"/>
          <ac:spMkLst>
            <pc:docMk/>
            <pc:sldMk cId="382646473" sldId="318"/>
            <ac:spMk id="33" creationId="{75A3DE58-EA4D-711B-FE47-2061CF455E95}"/>
          </ac:spMkLst>
        </pc:spChg>
        <pc:spChg chg="add mod">
          <ac:chgData name="Walke, Amey Mahadev" userId="f3761b3c-8654-4a17-a0cc-272a9b09d95d" providerId="ADAL" clId="{21D33730-2D71-4A1C-B988-869AE97D1AA7}" dt="2026-06-30T17:49:38.201" v="1370" actId="13926"/>
          <ac:spMkLst>
            <pc:docMk/>
            <pc:sldMk cId="382646473" sldId="318"/>
            <ac:spMk id="36" creationId="{AF2301EA-8148-8BA4-6DAB-D52465CD34BC}"/>
          </ac:spMkLst>
        </pc:spChg>
        <pc:spChg chg="add mod">
          <ac:chgData name="Walke, Amey Mahadev" userId="f3761b3c-8654-4a17-a0cc-272a9b09d95d" providerId="ADAL" clId="{21D33730-2D71-4A1C-B988-869AE97D1AA7}" dt="2026-06-30T17:48:56.272" v="1366" actId="1076"/>
          <ac:spMkLst>
            <pc:docMk/>
            <pc:sldMk cId="382646473" sldId="318"/>
            <ac:spMk id="37" creationId="{0A0FFAE9-F48C-AC3A-23B8-FDB6DED48D2F}"/>
          </ac:spMkLst>
        </pc:spChg>
        <pc:spChg chg="add">
          <ac:chgData name="Walke, Amey Mahadev" userId="f3761b3c-8654-4a17-a0cc-272a9b09d95d" providerId="ADAL" clId="{21D33730-2D71-4A1C-B988-869AE97D1AA7}" dt="2026-06-30T17:49:23.108" v="1369" actId="11529"/>
          <ac:spMkLst>
            <pc:docMk/>
            <pc:sldMk cId="382646473" sldId="318"/>
            <ac:spMk id="39" creationId="{3D90BDBC-82CA-A36C-F4E1-35441F952728}"/>
          </ac:spMkLst>
        </pc:spChg>
        <pc:spChg chg="add mod">
          <ac:chgData name="Walke, Amey Mahadev" userId="f3761b3c-8654-4a17-a0cc-272a9b09d95d" providerId="ADAL" clId="{21D33730-2D71-4A1C-B988-869AE97D1AA7}" dt="2026-06-30T17:55:35.663" v="1395" actId="1076"/>
          <ac:spMkLst>
            <pc:docMk/>
            <pc:sldMk cId="382646473" sldId="318"/>
            <ac:spMk id="40" creationId="{9A50130B-5353-CEEB-98AE-9D73BCDD4A6C}"/>
          </ac:spMkLst>
        </pc:spChg>
        <pc:cxnChg chg="mod">
          <ac:chgData name="Walke, Amey Mahadev" userId="f3761b3c-8654-4a17-a0cc-272a9b09d95d" providerId="ADAL" clId="{21D33730-2D71-4A1C-B988-869AE97D1AA7}" dt="2026-06-30T17:49:01.688" v="1368" actId="14100"/>
          <ac:cxnSpMkLst>
            <pc:docMk/>
            <pc:sldMk cId="382646473" sldId="318"/>
            <ac:cxnSpMk id="28" creationId="{270B3314-9C86-8205-8312-5B137EC89C22}"/>
          </ac:cxnSpMkLst>
        </pc:cxnChg>
      </pc:sldChg>
      <pc:sldChg chg="addSp modSp mod">
        <pc:chgData name="Walke, Amey Mahadev" userId="f3761b3c-8654-4a17-a0cc-272a9b09d95d" providerId="ADAL" clId="{21D33730-2D71-4A1C-B988-869AE97D1AA7}" dt="2026-06-30T22:43:13.489" v="2586" actId="6549"/>
        <pc:sldMkLst>
          <pc:docMk/>
          <pc:sldMk cId="1986533556" sldId="319"/>
        </pc:sldMkLst>
        <pc:spChg chg="mod">
          <ac:chgData name="Walke, Amey Mahadev" userId="f3761b3c-8654-4a17-a0cc-272a9b09d95d" providerId="ADAL" clId="{21D33730-2D71-4A1C-B988-869AE97D1AA7}" dt="2026-06-30T22:43:13.489" v="2586" actId="6549"/>
          <ac:spMkLst>
            <pc:docMk/>
            <pc:sldMk cId="1986533556" sldId="319"/>
            <ac:spMk id="32" creationId="{77A85587-0401-4FB4-8209-DE518DCB9539}"/>
          </ac:spMkLst>
        </pc:spChg>
        <pc:spChg chg="mod">
          <ac:chgData name="Walke, Amey Mahadev" userId="f3761b3c-8654-4a17-a0cc-272a9b09d95d" providerId="ADAL" clId="{21D33730-2D71-4A1C-B988-869AE97D1AA7}" dt="2026-06-30T17:53:25.296" v="1376" actId="20577"/>
          <ac:spMkLst>
            <pc:docMk/>
            <pc:sldMk cId="1986533556" sldId="319"/>
            <ac:spMk id="36" creationId="{8DF7DBF7-F41C-FB36-6761-1D49E1181A5E}"/>
          </ac:spMkLst>
        </pc:spChg>
        <pc:spChg chg="mod">
          <ac:chgData name="Walke, Amey Mahadev" userId="f3761b3c-8654-4a17-a0cc-272a9b09d95d" providerId="ADAL" clId="{21D33730-2D71-4A1C-B988-869AE97D1AA7}" dt="2026-06-30T22:43:04.157" v="2576" actId="20577"/>
          <ac:spMkLst>
            <pc:docMk/>
            <pc:sldMk cId="1986533556" sldId="319"/>
            <ac:spMk id="37" creationId="{C135BA0F-5804-5AB0-75E5-7081F6033026}"/>
          </ac:spMkLst>
        </pc:spChg>
        <pc:spChg chg="mod">
          <ac:chgData name="Walke, Amey Mahadev" userId="f3761b3c-8654-4a17-a0cc-272a9b09d95d" providerId="ADAL" clId="{21D33730-2D71-4A1C-B988-869AE97D1AA7}" dt="2026-06-30T22:43:08.415" v="2580" actId="20577"/>
          <ac:spMkLst>
            <pc:docMk/>
            <pc:sldMk cId="1986533556" sldId="319"/>
            <ac:spMk id="38" creationId="{4BA442CA-4B4C-C18D-EA07-41CACCC7226B}"/>
          </ac:spMkLst>
        </pc:spChg>
        <pc:spChg chg="add mod">
          <ac:chgData name="Walke, Amey Mahadev" userId="f3761b3c-8654-4a17-a0cc-272a9b09d95d" providerId="ADAL" clId="{21D33730-2D71-4A1C-B988-869AE97D1AA7}" dt="2026-06-30T17:55:41.323" v="1398" actId="20577"/>
          <ac:spMkLst>
            <pc:docMk/>
            <pc:sldMk cId="1986533556" sldId="319"/>
            <ac:spMk id="39" creationId="{0FE70DFE-BEBC-012F-3A98-37524F4863AA}"/>
          </ac:spMkLst>
        </pc:spChg>
      </pc:sldChg>
      <pc:sldChg chg="addSp delSp modSp new del mod">
        <pc:chgData name="Walke, Amey Mahadev" userId="f3761b3c-8654-4a17-a0cc-272a9b09d95d" providerId="ADAL" clId="{21D33730-2D71-4A1C-B988-869AE97D1AA7}" dt="2026-06-30T18:18:58.317" v="1951" actId="47"/>
        <pc:sldMkLst>
          <pc:docMk/>
          <pc:sldMk cId="1026191965" sldId="320"/>
        </pc:sldMkLst>
        <pc:spChg chg="del">
          <ac:chgData name="Walke, Amey Mahadev" userId="f3761b3c-8654-4a17-a0cc-272a9b09d95d" providerId="ADAL" clId="{21D33730-2D71-4A1C-B988-869AE97D1AA7}" dt="2026-06-30T16:23:55.615" v="5" actId="478"/>
          <ac:spMkLst>
            <pc:docMk/>
            <pc:sldMk cId="1026191965" sldId="320"/>
            <ac:spMk id="3" creationId="{491F6A45-889A-1C85-4E7F-88BCF5976064}"/>
          </ac:spMkLst>
        </pc:spChg>
        <pc:spChg chg="del">
          <ac:chgData name="Walke, Amey Mahadev" userId="f3761b3c-8654-4a17-a0cc-272a9b09d95d" providerId="ADAL" clId="{21D33730-2D71-4A1C-B988-869AE97D1AA7}" dt="2026-06-30T16:23:54.639" v="4" actId="478"/>
          <ac:spMkLst>
            <pc:docMk/>
            <pc:sldMk cId="1026191965" sldId="320"/>
            <ac:spMk id="4" creationId="{52EABC4C-4CB2-4739-2AB2-BC1AFFD0FD11}"/>
          </ac:spMkLst>
        </pc:spChg>
        <pc:spChg chg="add mod">
          <ac:chgData name="Walke, Amey Mahadev" userId="f3761b3c-8654-4a17-a0cc-272a9b09d95d" providerId="ADAL" clId="{21D33730-2D71-4A1C-B988-869AE97D1AA7}" dt="2026-06-30T16:23:44.751" v="1"/>
          <ac:spMkLst>
            <pc:docMk/>
            <pc:sldMk cId="1026191965" sldId="320"/>
            <ac:spMk id="6" creationId="{87205A71-2AE5-2EB2-6917-A0BB906FCA3E}"/>
          </ac:spMkLst>
        </pc:spChg>
        <pc:spChg chg="add mod">
          <ac:chgData name="Walke, Amey Mahadev" userId="f3761b3c-8654-4a17-a0cc-272a9b09d95d" providerId="ADAL" clId="{21D33730-2D71-4A1C-B988-869AE97D1AA7}" dt="2026-06-30T16:23:44.751" v="1"/>
          <ac:spMkLst>
            <pc:docMk/>
            <pc:sldMk cId="1026191965" sldId="320"/>
            <ac:spMk id="7" creationId="{8EEB3EDC-9A39-0E66-1FAE-3E1D6D77288A}"/>
          </ac:spMkLst>
        </pc:spChg>
        <pc:spChg chg="add mod">
          <ac:chgData name="Walke, Amey Mahadev" userId="f3761b3c-8654-4a17-a0cc-272a9b09d95d" providerId="ADAL" clId="{21D33730-2D71-4A1C-B988-869AE97D1AA7}" dt="2026-06-30T16:23:53.189" v="3" actId="1076"/>
          <ac:spMkLst>
            <pc:docMk/>
            <pc:sldMk cId="1026191965" sldId="320"/>
            <ac:spMk id="9" creationId="{00B54838-C65A-2AE3-2FB7-1791CD1EB31F}"/>
          </ac:spMkLst>
        </pc:spChg>
        <pc:spChg chg="add mod">
          <ac:chgData name="Walke, Amey Mahadev" userId="f3761b3c-8654-4a17-a0cc-272a9b09d95d" providerId="ADAL" clId="{21D33730-2D71-4A1C-B988-869AE97D1AA7}" dt="2026-06-30T16:23:53.189" v="3" actId="1076"/>
          <ac:spMkLst>
            <pc:docMk/>
            <pc:sldMk cId="1026191965" sldId="320"/>
            <ac:spMk id="10" creationId="{116670E8-DE62-CDE4-CAD7-796E1B48CDD4}"/>
          </ac:spMkLst>
        </pc:spChg>
        <pc:spChg chg="add del">
          <ac:chgData name="Walke, Amey Mahadev" userId="f3761b3c-8654-4a17-a0cc-272a9b09d95d" providerId="ADAL" clId="{21D33730-2D71-4A1C-B988-869AE97D1AA7}" dt="2026-06-30T16:24:05.648" v="7" actId="478"/>
          <ac:spMkLst>
            <pc:docMk/>
            <pc:sldMk cId="1026191965" sldId="320"/>
            <ac:spMk id="11" creationId="{F2ED8637-C575-2AEF-F5C3-1057649F80F4}"/>
          </ac:spMkLst>
        </pc:spChg>
        <pc:spChg chg="add mod">
          <ac:chgData name="Walke, Amey Mahadev" userId="f3761b3c-8654-4a17-a0cc-272a9b09d95d" providerId="ADAL" clId="{21D33730-2D71-4A1C-B988-869AE97D1AA7}" dt="2026-06-30T16:24:13.875" v="18" actId="20577"/>
          <ac:spMkLst>
            <pc:docMk/>
            <pc:sldMk cId="1026191965" sldId="320"/>
            <ac:spMk id="12" creationId="{E7F45FBE-A689-A01C-EFF8-2773C7531DCF}"/>
          </ac:spMkLst>
        </pc:spChg>
        <pc:spChg chg="add mod">
          <ac:chgData name="Walke, Amey Mahadev" userId="f3761b3c-8654-4a17-a0cc-272a9b09d95d" providerId="ADAL" clId="{21D33730-2D71-4A1C-B988-869AE97D1AA7}" dt="2026-06-30T16:24:21.035" v="22" actId="20577"/>
          <ac:spMkLst>
            <pc:docMk/>
            <pc:sldMk cId="1026191965" sldId="320"/>
            <ac:spMk id="13" creationId="{AFA450F4-06F8-AD12-5D7D-625D99D3DF06}"/>
          </ac:spMkLst>
        </pc:spChg>
        <pc:picChg chg="add mod">
          <ac:chgData name="Walke, Amey Mahadev" userId="f3761b3c-8654-4a17-a0cc-272a9b09d95d" providerId="ADAL" clId="{21D33730-2D71-4A1C-B988-869AE97D1AA7}" dt="2026-06-30T16:23:44.751" v="1"/>
          <ac:picMkLst>
            <pc:docMk/>
            <pc:sldMk cId="1026191965" sldId="320"/>
            <ac:picMk id="5" creationId="{1111DB30-CBCD-871A-43B5-53DE27343A4F}"/>
          </ac:picMkLst>
        </pc:picChg>
        <pc:picChg chg="add mod">
          <ac:chgData name="Walke, Amey Mahadev" userId="f3761b3c-8654-4a17-a0cc-272a9b09d95d" providerId="ADAL" clId="{21D33730-2D71-4A1C-B988-869AE97D1AA7}" dt="2026-06-30T16:23:53.189" v="3" actId="1076"/>
          <ac:picMkLst>
            <pc:docMk/>
            <pc:sldMk cId="1026191965" sldId="320"/>
            <ac:picMk id="8" creationId="{530D5DD5-1347-5AB9-C2C1-095697DCCCFC}"/>
          </ac:picMkLst>
        </pc:picChg>
      </pc:sldChg>
      <pc:sldChg chg="addSp delSp modSp new mod ord">
        <pc:chgData name="Walke, Amey Mahadev" userId="f3761b3c-8654-4a17-a0cc-272a9b09d95d" providerId="ADAL" clId="{21D33730-2D71-4A1C-B988-869AE97D1AA7}" dt="2026-06-30T19:50:58.840" v="2296" actId="20577"/>
        <pc:sldMkLst>
          <pc:docMk/>
          <pc:sldMk cId="2717905951" sldId="321"/>
        </pc:sldMkLst>
        <pc:spChg chg="del">
          <ac:chgData name="Walke, Amey Mahadev" userId="f3761b3c-8654-4a17-a0cc-272a9b09d95d" providerId="ADAL" clId="{21D33730-2D71-4A1C-B988-869AE97D1AA7}" dt="2026-06-30T16:55:38.910" v="264" actId="478"/>
          <ac:spMkLst>
            <pc:docMk/>
            <pc:sldMk cId="2717905951" sldId="321"/>
            <ac:spMk id="3" creationId="{76F2AE0F-B063-9749-A42C-0445859C41FC}"/>
          </ac:spMkLst>
        </pc:spChg>
        <pc:spChg chg="del mod">
          <ac:chgData name="Walke, Amey Mahadev" userId="f3761b3c-8654-4a17-a0cc-272a9b09d95d" providerId="ADAL" clId="{21D33730-2D71-4A1C-B988-869AE97D1AA7}" dt="2026-06-30T17:01:17.539" v="597" actId="478"/>
          <ac:spMkLst>
            <pc:docMk/>
            <pc:sldMk cId="2717905951" sldId="321"/>
            <ac:spMk id="4" creationId="{22F79FAF-EFF2-B668-8DAF-E5E5C1040D95}"/>
          </ac:spMkLst>
        </pc:spChg>
        <pc:spChg chg="add mod">
          <ac:chgData name="Walke, Amey Mahadev" userId="f3761b3c-8654-4a17-a0cc-272a9b09d95d" providerId="ADAL" clId="{21D33730-2D71-4A1C-B988-869AE97D1AA7}" dt="2026-06-30T16:52:27.983" v="224" actId="164"/>
          <ac:spMkLst>
            <pc:docMk/>
            <pc:sldMk cId="2717905951" sldId="321"/>
            <ac:spMk id="70" creationId="{9E808C7C-ECE8-938B-18F6-1B116ADD28D0}"/>
          </ac:spMkLst>
        </pc:spChg>
        <pc:spChg chg="add mod">
          <ac:chgData name="Walke, Amey Mahadev" userId="f3761b3c-8654-4a17-a0cc-272a9b09d95d" providerId="ADAL" clId="{21D33730-2D71-4A1C-B988-869AE97D1AA7}" dt="2026-06-30T16:52:27.983" v="224" actId="164"/>
          <ac:spMkLst>
            <pc:docMk/>
            <pc:sldMk cId="2717905951" sldId="321"/>
            <ac:spMk id="71" creationId="{02DD81BD-C64E-6C87-2815-90093ACCE0D7}"/>
          </ac:spMkLst>
        </pc:spChg>
        <pc:spChg chg="add mod">
          <ac:chgData name="Walke, Amey Mahadev" userId="f3761b3c-8654-4a17-a0cc-272a9b09d95d" providerId="ADAL" clId="{21D33730-2D71-4A1C-B988-869AE97D1AA7}" dt="2026-06-30T16:52:27.983" v="224" actId="164"/>
          <ac:spMkLst>
            <pc:docMk/>
            <pc:sldMk cId="2717905951" sldId="321"/>
            <ac:spMk id="72" creationId="{5EDFCC58-DFCD-4DA8-6B03-D306B00FEAA4}"/>
          </ac:spMkLst>
        </pc:spChg>
        <pc:spChg chg="add mod">
          <ac:chgData name="Walke, Amey Mahadev" userId="f3761b3c-8654-4a17-a0cc-272a9b09d95d" providerId="ADAL" clId="{21D33730-2D71-4A1C-B988-869AE97D1AA7}" dt="2026-06-30T16:55:47.628" v="265" actId="164"/>
          <ac:spMkLst>
            <pc:docMk/>
            <pc:sldMk cId="2717905951" sldId="321"/>
            <ac:spMk id="73" creationId="{3BB70D0F-5CE1-CEF4-617B-84571EEAA93D}"/>
          </ac:spMkLst>
        </pc:spChg>
        <pc:spChg chg="add mod">
          <ac:chgData name="Walke, Amey Mahadev" userId="f3761b3c-8654-4a17-a0cc-272a9b09d95d" providerId="ADAL" clId="{21D33730-2D71-4A1C-B988-869AE97D1AA7}" dt="2026-06-30T16:55:47.628" v="265" actId="164"/>
          <ac:spMkLst>
            <pc:docMk/>
            <pc:sldMk cId="2717905951" sldId="321"/>
            <ac:spMk id="74" creationId="{87DA9303-3C6C-028D-883F-56E3235A9A16}"/>
          </ac:spMkLst>
        </pc:spChg>
        <pc:spChg chg="add mod">
          <ac:chgData name="Walke, Amey Mahadev" userId="f3761b3c-8654-4a17-a0cc-272a9b09d95d" providerId="ADAL" clId="{21D33730-2D71-4A1C-B988-869AE97D1AA7}" dt="2026-06-30T16:55:47.628" v="265" actId="164"/>
          <ac:spMkLst>
            <pc:docMk/>
            <pc:sldMk cId="2717905951" sldId="321"/>
            <ac:spMk id="75" creationId="{BA880191-27E0-0CEC-A7BC-3E4E856411B4}"/>
          </ac:spMkLst>
        </pc:spChg>
        <pc:spChg chg="add mod">
          <ac:chgData name="Walke, Amey Mahadev" userId="f3761b3c-8654-4a17-a0cc-272a9b09d95d" providerId="ADAL" clId="{21D33730-2D71-4A1C-B988-869AE97D1AA7}" dt="2026-06-30T16:55:20.052" v="261" actId="164"/>
          <ac:spMkLst>
            <pc:docMk/>
            <pc:sldMk cId="2717905951" sldId="321"/>
            <ac:spMk id="84" creationId="{8F6910D6-4D30-5553-AAF7-05CE66D641F8}"/>
          </ac:spMkLst>
        </pc:spChg>
        <pc:spChg chg="add mod">
          <ac:chgData name="Walke, Amey Mahadev" userId="f3761b3c-8654-4a17-a0cc-272a9b09d95d" providerId="ADAL" clId="{21D33730-2D71-4A1C-B988-869AE97D1AA7}" dt="2026-06-30T16:55:20.052" v="261" actId="164"/>
          <ac:spMkLst>
            <pc:docMk/>
            <pc:sldMk cId="2717905951" sldId="321"/>
            <ac:spMk id="85" creationId="{D822FC4E-83F7-20ED-C93F-6C38AD283500}"/>
          </ac:spMkLst>
        </pc:spChg>
        <pc:spChg chg="add mod">
          <ac:chgData name="Walke, Amey Mahadev" userId="f3761b3c-8654-4a17-a0cc-272a9b09d95d" providerId="ADAL" clId="{21D33730-2D71-4A1C-B988-869AE97D1AA7}" dt="2026-06-30T16:55:20.052" v="261" actId="164"/>
          <ac:spMkLst>
            <pc:docMk/>
            <pc:sldMk cId="2717905951" sldId="321"/>
            <ac:spMk id="86" creationId="{7E151EEE-C8F4-2C36-0AA5-059DBB62A7A8}"/>
          </ac:spMkLst>
        </pc:spChg>
        <pc:spChg chg="add mod">
          <ac:chgData name="Walke, Amey Mahadev" userId="f3761b3c-8654-4a17-a0cc-272a9b09d95d" providerId="ADAL" clId="{21D33730-2D71-4A1C-B988-869AE97D1AA7}" dt="2026-06-30T16:54:40.877" v="252" actId="164"/>
          <ac:spMkLst>
            <pc:docMk/>
            <pc:sldMk cId="2717905951" sldId="321"/>
            <ac:spMk id="105" creationId="{53E2492B-6D87-CC72-BBC9-9A0B0B2B81DC}"/>
          </ac:spMkLst>
        </pc:spChg>
        <pc:spChg chg="add mod">
          <ac:chgData name="Walke, Amey Mahadev" userId="f3761b3c-8654-4a17-a0cc-272a9b09d95d" providerId="ADAL" clId="{21D33730-2D71-4A1C-B988-869AE97D1AA7}" dt="2026-06-30T16:54:40.877" v="252" actId="164"/>
          <ac:spMkLst>
            <pc:docMk/>
            <pc:sldMk cId="2717905951" sldId="321"/>
            <ac:spMk id="106" creationId="{B38DDFD3-BACB-EE6C-2A87-3EBDA9067D6C}"/>
          </ac:spMkLst>
        </pc:spChg>
        <pc:spChg chg="add mod">
          <ac:chgData name="Walke, Amey Mahadev" userId="f3761b3c-8654-4a17-a0cc-272a9b09d95d" providerId="ADAL" clId="{21D33730-2D71-4A1C-B988-869AE97D1AA7}" dt="2026-06-30T16:54:40.877" v="252" actId="164"/>
          <ac:spMkLst>
            <pc:docMk/>
            <pc:sldMk cId="2717905951" sldId="321"/>
            <ac:spMk id="107" creationId="{BD665DAE-2402-0D7C-97A8-10B7C8028D60}"/>
          </ac:spMkLst>
        </pc:spChg>
        <pc:spChg chg="add del mod">
          <ac:chgData name="Walke, Amey Mahadev" userId="f3761b3c-8654-4a17-a0cc-272a9b09d95d" providerId="ADAL" clId="{21D33730-2D71-4A1C-B988-869AE97D1AA7}" dt="2026-06-30T16:54:31.932" v="250" actId="478"/>
          <ac:spMkLst>
            <pc:docMk/>
            <pc:sldMk cId="2717905951" sldId="321"/>
            <ac:spMk id="111" creationId="{DDB5BEC4-CD26-7C7A-1E87-A7D1CA5ECC08}"/>
          </ac:spMkLst>
        </pc:spChg>
        <pc:spChg chg="mod">
          <ac:chgData name="Walke, Amey Mahadev" userId="f3761b3c-8654-4a17-a0cc-272a9b09d95d" providerId="ADAL" clId="{21D33730-2D71-4A1C-B988-869AE97D1AA7}" dt="2026-06-30T16:54:44.668" v="253"/>
          <ac:spMkLst>
            <pc:docMk/>
            <pc:sldMk cId="2717905951" sldId="321"/>
            <ac:spMk id="123" creationId="{285684A6-E224-D1C9-AD64-A3A79813E9E6}"/>
          </ac:spMkLst>
        </pc:spChg>
        <pc:spChg chg="mod">
          <ac:chgData name="Walke, Amey Mahadev" userId="f3761b3c-8654-4a17-a0cc-272a9b09d95d" providerId="ADAL" clId="{21D33730-2D71-4A1C-B988-869AE97D1AA7}" dt="2026-06-30T16:54:44.668" v="253"/>
          <ac:spMkLst>
            <pc:docMk/>
            <pc:sldMk cId="2717905951" sldId="321"/>
            <ac:spMk id="124" creationId="{DE82B01F-135A-C11F-EA36-5A89E5E41C2F}"/>
          </ac:spMkLst>
        </pc:spChg>
        <pc:spChg chg="mod">
          <ac:chgData name="Walke, Amey Mahadev" userId="f3761b3c-8654-4a17-a0cc-272a9b09d95d" providerId="ADAL" clId="{21D33730-2D71-4A1C-B988-869AE97D1AA7}" dt="2026-06-30T16:54:44.668" v="253"/>
          <ac:spMkLst>
            <pc:docMk/>
            <pc:sldMk cId="2717905951" sldId="321"/>
            <ac:spMk id="125" creationId="{FF9FD9B1-AB68-2C99-9DB7-E25274B26164}"/>
          </ac:spMkLst>
        </pc:spChg>
        <pc:spChg chg="mod">
          <ac:chgData name="Walke, Amey Mahadev" userId="f3761b3c-8654-4a17-a0cc-272a9b09d95d" providerId="ADAL" clId="{21D33730-2D71-4A1C-B988-869AE97D1AA7}" dt="2026-06-30T16:54:51.615" v="255"/>
          <ac:spMkLst>
            <pc:docMk/>
            <pc:sldMk cId="2717905951" sldId="321"/>
            <ac:spMk id="134" creationId="{B26576E2-82A8-2B23-01DB-E3E8F789433E}"/>
          </ac:spMkLst>
        </pc:spChg>
        <pc:spChg chg="mod">
          <ac:chgData name="Walke, Amey Mahadev" userId="f3761b3c-8654-4a17-a0cc-272a9b09d95d" providerId="ADAL" clId="{21D33730-2D71-4A1C-B988-869AE97D1AA7}" dt="2026-06-30T16:54:51.615" v="255"/>
          <ac:spMkLst>
            <pc:docMk/>
            <pc:sldMk cId="2717905951" sldId="321"/>
            <ac:spMk id="135" creationId="{6C3313A5-F189-D2C7-3539-2A94136A94F1}"/>
          </ac:spMkLst>
        </pc:spChg>
        <pc:spChg chg="mod">
          <ac:chgData name="Walke, Amey Mahadev" userId="f3761b3c-8654-4a17-a0cc-272a9b09d95d" providerId="ADAL" clId="{21D33730-2D71-4A1C-B988-869AE97D1AA7}" dt="2026-06-30T16:54:51.615" v="255"/>
          <ac:spMkLst>
            <pc:docMk/>
            <pc:sldMk cId="2717905951" sldId="321"/>
            <ac:spMk id="136" creationId="{CD2CBBE8-09B1-80A7-841D-37A5B62B8C5C}"/>
          </ac:spMkLst>
        </pc:spChg>
        <pc:spChg chg="add del mod">
          <ac:chgData name="Walke, Amey Mahadev" userId="f3761b3c-8654-4a17-a0cc-272a9b09d95d" providerId="ADAL" clId="{21D33730-2D71-4A1C-B988-869AE97D1AA7}" dt="2026-06-30T17:01:13.185" v="596" actId="478"/>
          <ac:spMkLst>
            <pc:docMk/>
            <pc:sldMk cId="2717905951" sldId="321"/>
            <ac:spMk id="139" creationId="{413300F0-2526-CAEA-69EE-6E05F7FE42FB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41" creationId="{F83FF216-F318-3F92-1C33-7CEA38E1A4F4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42" creationId="{C25F0454-3C83-4029-E7CB-08F4E6C731E4}"/>
          </ac:spMkLst>
        </pc:spChg>
        <pc:spChg chg="add mod">
          <ac:chgData name="Walke, Amey Mahadev" userId="f3761b3c-8654-4a17-a0cc-272a9b09d95d" providerId="ADAL" clId="{21D33730-2D71-4A1C-B988-869AE97D1AA7}" dt="2026-06-30T19:50:58.840" v="2296" actId="20577"/>
          <ac:spMkLst>
            <pc:docMk/>
            <pc:sldMk cId="2717905951" sldId="321"/>
            <ac:spMk id="143" creationId="{F0AC0C8E-F466-47E8-AD7E-E94CA325EDDD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44" creationId="{32E13BB0-081F-B2A2-8F79-22E1B768F9E5}"/>
          </ac:spMkLst>
        </pc:spChg>
        <pc:spChg chg="add del mod">
          <ac:chgData name="Walke, Amey Mahadev" userId="f3761b3c-8654-4a17-a0cc-272a9b09d95d" providerId="ADAL" clId="{21D33730-2D71-4A1C-B988-869AE97D1AA7}" dt="2026-06-30T17:01:20.989" v="598" actId="478"/>
          <ac:spMkLst>
            <pc:docMk/>
            <pc:sldMk cId="2717905951" sldId="321"/>
            <ac:spMk id="146" creationId="{F0AC3D44-4435-25B6-CEB0-546651D8592F}"/>
          </ac:spMkLst>
        </pc:spChg>
        <pc:spChg chg="add mod">
          <ac:chgData name="Walke, Amey Mahadev" userId="f3761b3c-8654-4a17-a0cc-272a9b09d95d" providerId="ADAL" clId="{21D33730-2D71-4A1C-B988-869AE97D1AA7}" dt="2026-06-30T18:16:53.401" v="1924" actId="20577"/>
          <ac:spMkLst>
            <pc:docMk/>
            <pc:sldMk cId="2717905951" sldId="321"/>
            <ac:spMk id="147" creationId="{5DDEFDAF-226D-F2EB-6C38-1DBD568544FC}"/>
          </ac:spMkLst>
        </pc:spChg>
        <pc:spChg chg="add del mod">
          <ac:chgData name="Walke, Amey Mahadev" userId="f3761b3c-8654-4a17-a0cc-272a9b09d95d" providerId="ADAL" clId="{21D33730-2D71-4A1C-B988-869AE97D1AA7}" dt="2026-06-30T17:26:01.724" v="992" actId="478"/>
          <ac:spMkLst>
            <pc:docMk/>
            <pc:sldMk cId="2717905951" sldId="321"/>
            <ac:spMk id="148" creationId="{81F60555-EF14-74EF-2681-0EF23C54CFC8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49" creationId="{00D5D9B1-1475-7140-DC9A-5F26DA7B00EC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50" creationId="{A9808A1B-5EE6-91A6-23EB-960B15605900}"/>
          </ac:spMkLst>
        </pc:spChg>
        <pc:spChg chg="add mod">
          <ac:chgData name="Walke, Amey Mahadev" userId="f3761b3c-8654-4a17-a0cc-272a9b09d95d" providerId="ADAL" clId="{21D33730-2D71-4A1C-B988-869AE97D1AA7}" dt="2026-06-30T17:25:40.439" v="987" actId="13926"/>
          <ac:spMkLst>
            <pc:docMk/>
            <pc:sldMk cId="2717905951" sldId="321"/>
            <ac:spMk id="152" creationId="{B0767E9C-F227-EB88-0E84-77DC76166172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53" creationId="{9D968E98-67FA-6A1F-F4E2-10CF3468320E}"/>
          </ac:spMkLst>
        </pc:spChg>
        <pc:spChg chg="add mod">
          <ac:chgData name="Walke, Amey Mahadev" userId="f3761b3c-8654-4a17-a0cc-272a9b09d95d" providerId="ADAL" clId="{21D33730-2D71-4A1C-B988-869AE97D1AA7}" dt="2026-06-30T19:04:52.396" v="2265" actId="1076"/>
          <ac:spMkLst>
            <pc:docMk/>
            <pc:sldMk cId="2717905951" sldId="321"/>
            <ac:spMk id="154" creationId="{02319F69-D43A-E339-4172-3A05F8EC4BB1}"/>
          </ac:spMkLst>
        </pc:spChg>
        <pc:spChg chg="add mod">
          <ac:chgData name="Walke, Amey Mahadev" userId="f3761b3c-8654-4a17-a0cc-272a9b09d95d" providerId="ADAL" clId="{21D33730-2D71-4A1C-B988-869AE97D1AA7}" dt="2026-06-30T18:16:34.961" v="1914" actId="27636"/>
          <ac:spMkLst>
            <pc:docMk/>
            <pc:sldMk cId="2717905951" sldId="321"/>
            <ac:spMk id="155" creationId="{1341C9CF-433A-7DC5-41A7-8AC9367E2438}"/>
          </ac:spMkLst>
        </pc:spChg>
        <pc:spChg chg="add mod">
          <ac:chgData name="Walke, Amey Mahadev" userId="f3761b3c-8654-4a17-a0cc-272a9b09d95d" providerId="ADAL" clId="{21D33730-2D71-4A1C-B988-869AE97D1AA7}" dt="2026-06-30T19:07:03.303" v="2292" actId="20577"/>
          <ac:spMkLst>
            <pc:docMk/>
            <pc:sldMk cId="2717905951" sldId="321"/>
            <ac:spMk id="156" creationId="{D2A8B321-05EF-6C1D-4D53-335F33771EE4}"/>
          </ac:spMkLst>
        </pc:spChg>
        <pc:spChg chg="add del mod">
          <ac:chgData name="Walke, Amey Mahadev" userId="f3761b3c-8654-4a17-a0cc-272a9b09d95d" providerId="ADAL" clId="{21D33730-2D71-4A1C-B988-869AE97D1AA7}" dt="2026-06-30T19:07:04.479" v="2294"/>
          <ac:spMkLst>
            <pc:docMk/>
            <pc:sldMk cId="2717905951" sldId="321"/>
            <ac:spMk id="157" creationId="{9870546B-A1D1-F630-DCE6-F4EFC7E07E3E}"/>
          </ac:spMkLst>
        </pc:spChg>
        <pc:grpChg chg="add mod">
          <ac:chgData name="Walke, Amey Mahadev" userId="f3761b3c-8654-4a17-a0cc-272a9b09d95d" providerId="ADAL" clId="{21D33730-2D71-4A1C-B988-869AE97D1AA7}" dt="2026-06-30T16:46:22.854" v="147" actId="164"/>
          <ac:grpSpMkLst>
            <pc:docMk/>
            <pc:sldMk cId="2717905951" sldId="321"/>
            <ac:grpSpMk id="31" creationId="{EB531E21-448A-8D63-01BB-63F5395E465D}"/>
          </ac:grpSpMkLst>
        </pc:grpChg>
        <pc:grpChg chg="add del mod">
          <ac:chgData name="Walke, Amey Mahadev" userId="f3761b3c-8654-4a17-a0cc-272a9b09d95d" providerId="ADAL" clId="{21D33730-2D71-4A1C-B988-869AE97D1AA7}" dt="2026-06-30T16:47:24.469" v="158" actId="165"/>
          <ac:grpSpMkLst>
            <pc:docMk/>
            <pc:sldMk cId="2717905951" sldId="321"/>
            <ac:grpSpMk id="46" creationId="{8BCFB898-DDEA-5231-E30C-F0255524EFE6}"/>
          </ac:grpSpMkLst>
        </pc:grpChg>
        <pc:grpChg chg="add mod">
          <ac:chgData name="Walke, Amey Mahadev" userId="f3761b3c-8654-4a17-a0cc-272a9b09d95d" providerId="ADAL" clId="{21D33730-2D71-4A1C-B988-869AE97D1AA7}" dt="2026-06-30T17:25:22.094" v="984" actId="1076"/>
          <ac:grpSpMkLst>
            <pc:docMk/>
            <pc:sldMk cId="2717905951" sldId="321"/>
            <ac:grpSpMk id="87" creationId="{43E363DD-9708-844D-D43D-C296EF2084E0}"/>
          </ac:grpSpMkLst>
        </pc:grpChg>
        <pc:grpChg chg="add mod">
          <ac:chgData name="Walke, Amey Mahadev" userId="f3761b3c-8654-4a17-a0cc-272a9b09d95d" providerId="ADAL" clId="{21D33730-2D71-4A1C-B988-869AE97D1AA7}" dt="2026-06-30T16:56:29.424" v="268" actId="164"/>
          <ac:grpSpMkLst>
            <pc:docMk/>
            <pc:sldMk cId="2717905951" sldId="321"/>
            <ac:grpSpMk id="114" creationId="{8F47EFC7-BF6A-02B9-6115-8DBFE02CA6E5}"/>
          </ac:grpSpMkLst>
        </pc:grpChg>
        <pc:grpChg chg="add mod">
          <ac:chgData name="Walke, Amey Mahadev" userId="f3761b3c-8654-4a17-a0cc-272a9b09d95d" providerId="ADAL" clId="{21D33730-2D71-4A1C-B988-869AE97D1AA7}" dt="2026-06-30T16:56:29.424" v="268" actId="164"/>
          <ac:grpSpMkLst>
            <pc:docMk/>
            <pc:sldMk cId="2717905951" sldId="321"/>
            <ac:grpSpMk id="115" creationId="{1DA129A0-DAA7-14B9-67B5-3D2DC34FDED3}"/>
          </ac:grpSpMkLst>
        </pc:grpChg>
        <pc:grpChg chg="add mod">
          <ac:chgData name="Walke, Amey Mahadev" userId="f3761b3c-8654-4a17-a0cc-272a9b09d95d" providerId="ADAL" clId="{21D33730-2D71-4A1C-B988-869AE97D1AA7}" dt="2026-06-30T16:56:29.424" v="268" actId="164"/>
          <ac:grpSpMkLst>
            <pc:docMk/>
            <pc:sldMk cId="2717905951" sldId="321"/>
            <ac:grpSpMk id="126" creationId="{8B9EF3A2-C802-8E27-8D73-8D0E65579087}"/>
          </ac:grpSpMkLst>
        </pc:grpChg>
        <pc:grpChg chg="add mod">
          <ac:chgData name="Walke, Amey Mahadev" userId="f3761b3c-8654-4a17-a0cc-272a9b09d95d" providerId="ADAL" clId="{21D33730-2D71-4A1C-B988-869AE97D1AA7}" dt="2026-06-30T17:25:22.094" v="984" actId="1076"/>
          <ac:grpSpMkLst>
            <pc:docMk/>
            <pc:sldMk cId="2717905951" sldId="321"/>
            <ac:grpSpMk id="137" creationId="{55B9C2D4-2805-2772-807E-7C19A9F0B7E4}"/>
          </ac:grpSpMkLst>
        </pc:grpChg>
        <pc:grpChg chg="add mod">
          <ac:chgData name="Walke, Amey Mahadev" userId="f3761b3c-8654-4a17-a0cc-272a9b09d95d" providerId="ADAL" clId="{21D33730-2D71-4A1C-B988-869AE97D1AA7}" dt="2026-06-30T19:04:52.396" v="2265" actId="1076"/>
          <ac:grpSpMkLst>
            <pc:docMk/>
            <pc:sldMk cId="2717905951" sldId="321"/>
            <ac:grpSpMk id="138" creationId="{BEA188DF-F7D9-D11D-AD2D-B406AD2D0B52}"/>
          </ac:grpSpMkLst>
        </pc:grpChg>
        <pc:grpChg chg="add mod">
          <ac:chgData name="Walke, Amey Mahadev" userId="f3761b3c-8654-4a17-a0cc-272a9b09d95d" providerId="ADAL" clId="{21D33730-2D71-4A1C-B988-869AE97D1AA7}" dt="2026-06-30T19:04:52.396" v="2265" actId="1076"/>
          <ac:grpSpMkLst>
            <pc:docMk/>
            <pc:sldMk cId="2717905951" sldId="321"/>
            <ac:grpSpMk id="140" creationId="{D5E5FC05-9C9B-91B7-F921-EF4C39D2438C}"/>
          </ac:grpSpMkLst>
        </pc:grpChg>
        <pc:picChg chg="add del mod">
          <ac:chgData name="Walke, Amey Mahadev" userId="f3761b3c-8654-4a17-a0cc-272a9b09d95d" providerId="ADAL" clId="{21D33730-2D71-4A1C-B988-869AE97D1AA7}" dt="2026-06-30T16:52:08.194" v="221" actId="478"/>
          <ac:picMkLst>
            <pc:docMk/>
            <pc:sldMk cId="2717905951" sldId="321"/>
            <ac:picMk id="5" creationId="{D4D7CA61-B946-6A5F-06A0-5107A8E2D712}"/>
          </ac:picMkLst>
        </pc:picChg>
        <pc:cxnChg chg="add mod">
          <ac:chgData name="Walke, Amey Mahadev" userId="f3761b3c-8654-4a17-a0cc-272a9b09d95d" providerId="ADAL" clId="{21D33730-2D71-4A1C-B988-869AE97D1AA7}" dt="2026-06-30T16:43:43.954" v="103" actId="1035"/>
          <ac:cxnSpMkLst>
            <pc:docMk/>
            <pc:sldMk cId="2717905951" sldId="321"/>
            <ac:cxnSpMk id="7" creationId="{41914B8E-39FA-6DDE-F162-3656CB176EE9}"/>
          </ac:cxnSpMkLst>
        </pc:cxnChg>
        <pc:cxnChg chg="add mod">
          <ac:chgData name="Walke, Amey Mahadev" userId="f3761b3c-8654-4a17-a0cc-272a9b09d95d" providerId="ADAL" clId="{21D33730-2D71-4A1C-B988-869AE97D1AA7}" dt="2026-06-30T16:43:25.616" v="94" actId="208"/>
          <ac:cxnSpMkLst>
            <pc:docMk/>
            <pc:sldMk cId="2717905951" sldId="321"/>
            <ac:cxnSpMk id="9" creationId="{E27AE25D-A9DF-036E-9D8F-5E391B5CE61C}"/>
          </ac:cxnSpMkLst>
        </pc:cxnChg>
        <pc:cxnChg chg="add mod">
          <ac:chgData name="Walke, Amey Mahadev" userId="f3761b3c-8654-4a17-a0cc-272a9b09d95d" providerId="ADAL" clId="{21D33730-2D71-4A1C-B988-869AE97D1AA7}" dt="2026-06-30T16:45:24.567" v="129" actId="14100"/>
          <ac:cxnSpMkLst>
            <pc:docMk/>
            <pc:sldMk cId="2717905951" sldId="321"/>
            <ac:cxnSpMk id="10" creationId="{5618EF9A-60ED-00B0-D59A-338E984C0C89}"/>
          </ac:cxnSpMkLst>
        </pc:cxnChg>
        <pc:cxnChg chg="add mod">
          <ac:chgData name="Walke, Amey Mahadev" userId="f3761b3c-8654-4a17-a0cc-272a9b09d95d" providerId="ADAL" clId="{21D33730-2D71-4A1C-B988-869AE97D1AA7}" dt="2026-06-30T16:52:27.983" v="224" actId="164"/>
          <ac:cxnSpMkLst>
            <pc:docMk/>
            <pc:sldMk cId="2717905951" sldId="321"/>
            <ac:cxnSpMk id="13" creationId="{97C24518-8428-A9DB-B581-D7DF78B91505}"/>
          </ac:cxnSpMkLst>
        </pc:cxnChg>
        <pc:cxnChg chg="add mod">
          <ac:chgData name="Walke, Amey Mahadev" userId="f3761b3c-8654-4a17-a0cc-272a9b09d95d" providerId="ADAL" clId="{21D33730-2D71-4A1C-B988-869AE97D1AA7}" dt="2026-06-30T16:47:13.132" v="156" actId="1076"/>
          <ac:cxnSpMkLst>
            <pc:docMk/>
            <pc:sldMk cId="2717905951" sldId="321"/>
            <ac:cxnSpMk id="15" creationId="{B6F23150-F882-2999-E049-044E220778DB}"/>
          </ac:cxnSpMkLst>
        </pc:cxnChg>
        <pc:cxnChg chg="add mod">
          <ac:chgData name="Walke, Amey Mahadev" userId="f3761b3c-8654-4a17-a0cc-272a9b09d95d" providerId="ADAL" clId="{21D33730-2D71-4A1C-B988-869AE97D1AA7}" dt="2026-06-30T16:52:27.983" v="224" actId="164"/>
          <ac:cxnSpMkLst>
            <pc:docMk/>
            <pc:sldMk cId="2717905951" sldId="321"/>
            <ac:cxnSpMk id="16" creationId="{C0EEA985-4C96-905B-9A70-EBEBE6B7F62E}"/>
          </ac:cxnSpMkLst>
        </pc:cxnChg>
        <pc:cxnChg chg="add mod">
          <ac:chgData name="Walke, Amey Mahadev" userId="f3761b3c-8654-4a17-a0cc-272a9b09d95d" providerId="ADAL" clId="{21D33730-2D71-4A1C-B988-869AE97D1AA7}" dt="2026-06-30T16:52:27.983" v="224" actId="164"/>
          <ac:cxnSpMkLst>
            <pc:docMk/>
            <pc:sldMk cId="2717905951" sldId="321"/>
            <ac:cxnSpMk id="17" creationId="{B1827C6F-4955-D454-8DA0-9240988E7DA1}"/>
          </ac:cxnSpMkLst>
        </pc:cxnChg>
        <pc:cxnChg chg="add mod">
          <ac:chgData name="Walke, Amey Mahadev" userId="f3761b3c-8654-4a17-a0cc-272a9b09d95d" providerId="ADAL" clId="{21D33730-2D71-4A1C-B988-869AE97D1AA7}" dt="2026-06-30T16:52:22.725" v="223" actId="1076"/>
          <ac:cxnSpMkLst>
            <pc:docMk/>
            <pc:sldMk cId="2717905951" sldId="321"/>
            <ac:cxnSpMk id="18" creationId="{839D5581-8258-56E4-9E21-E435763D7D8F}"/>
          </ac:cxnSpMkLst>
        </pc:cxnChg>
        <pc:cxnChg chg="add mod">
          <ac:chgData name="Walke, Amey Mahadev" userId="f3761b3c-8654-4a17-a0cc-272a9b09d95d" providerId="ADAL" clId="{21D33730-2D71-4A1C-B988-869AE97D1AA7}" dt="2026-06-30T16:52:27.983" v="224" actId="164"/>
          <ac:cxnSpMkLst>
            <pc:docMk/>
            <pc:sldMk cId="2717905951" sldId="321"/>
            <ac:cxnSpMk id="19" creationId="{2F31FAB2-CEB1-FC36-9CE7-5B58BC76704F}"/>
          </ac:cxnSpMkLst>
        </pc:cxnChg>
        <pc:cxnChg chg="add mod">
          <ac:chgData name="Walke, Amey Mahadev" userId="f3761b3c-8654-4a17-a0cc-272a9b09d95d" providerId="ADAL" clId="{21D33730-2D71-4A1C-B988-869AE97D1AA7}" dt="2026-06-30T16:52:27.983" v="224" actId="164"/>
          <ac:cxnSpMkLst>
            <pc:docMk/>
            <pc:sldMk cId="2717905951" sldId="321"/>
            <ac:cxnSpMk id="20" creationId="{11D29C3F-1A84-86D3-50BE-5D1E3CBC8A72}"/>
          </ac:cxnSpMkLst>
        </pc:cxnChg>
        <pc:cxnChg chg="add mod">
          <ac:chgData name="Walke, Amey Mahadev" userId="f3761b3c-8654-4a17-a0cc-272a9b09d95d" providerId="ADAL" clId="{21D33730-2D71-4A1C-B988-869AE97D1AA7}" dt="2026-06-30T16:44:52.502" v="121" actId="1076"/>
          <ac:cxnSpMkLst>
            <pc:docMk/>
            <pc:sldMk cId="2717905951" sldId="321"/>
            <ac:cxnSpMk id="21" creationId="{95EA8765-E49F-C2E4-4EF7-0CA15CE20135}"/>
          </ac:cxnSpMkLst>
        </pc:cxnChg>
        <pc:cxnChg chg="add mod">
          <ac:chgData name="Walke, Amey Mahadev" userId="f3761b3c-8654-4a17-a0cc-272a9b09d95d" providerId="ADAL" clId="{21D33730-2D71-4A1C-B988-869AE97D1AA7}" dt="2026-06-30T16:45:41.664" v="134" actId="1036"/>
          <ac:cxnSpMkLst>
            <pc:docMk/>
            <pc:sldMk cId="2717905951" sldId="321"/>
            <ac:cxnSpMk id="26" creationId="{743F3F91-C2B6-5D0B-2C09-AB32322B2523}"/>
          </ac:cxnSpMkLst>
        </pc:cxnChg>
        <pc:cxnChg chg="add mod">
          <ac:chgData name="Walke, Amey Mahadev" userId="f3761b3c-8654-4a17-a0cc-272a9b09d95d" providerId="ADAL" clId="{21D33730-2D71-4A1C-B988-869AE97D1AA7}" dt="2026-06-30T16:52:27.983" v="224" actId="164"/>
          <ac:cxnSpMkLst>
            <pc:docMk/>
            <pc:sldMk cId="2717905951" sldId="321"/>
            <ac:cxnSpMk id="27" creationId="{D960F157-418A-E6A1-B2DA-30261DD445E7}"/>
          </ac:cxnSpMkLst>
        </pc:cxnChg>
        <pc:cxnChg chg="add mod">
          <ac:chgData name="Walke, Amey Mahadev" userId="f3761b3c-8654-4a17-a0cc-272a9b09d95d" providerId="ADAL" clId="{21D33730-2D71-4A1C-B988-869AE97D1AA7}" dt="2026-06-30T16:47:13.132" v="156" actId="1076"/>
          <ac:cxnSpMkLst>
            <pc:docMk/>
            <pc:sldMk cId="2717905951" sldId="321"/>
            <ac:cxnSpMk id="28" creationId="{6160F25B-1D4A-2A71-EB70-C1C04A59DD7C}"/>
          </ac:cxnSpMkLst>
        </pc:cxnChg>
        <pc:cxnChg chg="add mod">
          <ac:chgData name="Walke, Amey Mahadev" userId="f3761b3c-8654-4a17-a0cc-272a9b09d95d" providerId="ADAL" clId="{21D33730-2D71-4A1C-B988-869AE97D1AA7}" dt="2026-06-30T16:47:13.132" v="156" actId="1076"/>
          <ac:cxnSpMkLst>
            <pc:docMk/>
            <pc:sldMk cId="2717905951" sldId="321"/>
            <ac:cxnSpMk id="30" creationId="{46FD605A-1DFB-0896-7F13-46B49302BD35}"/>
          </ac:cxnSpMkLst>
        </pc:cxnChg>
        <pc:cxnChg chg="add mod">
          <ac:chgData name="Walke, Amey Mahadev" userId="f3761b3c-8654-4a17-a0cc-272a9b09d95d" providerId="ADAL" clId="{21D33730-2D71-4A1C-B988-869AE97D1AA7}" dt="2026-06-30T16:46:36.048" v="149" actId="1076"/>
          <ac:cxnSpMkLst>
            <pc:docMk/>
            <pc:sldMk cId="2717905951" sldId="321"/>
            <ac:cxnSpMk id="32" creationId="{C6E07607-FDFE-C225-C0A6-D8E216AE2F37}"/>
          </ac:cxnSpMkLst>
        </pc:cxnChg>
        <pc:cxnChg chg="add mod">
          <ac:chgData name="Walke, Amey Mahadev" userId="f3761b3c-8654-4a17-a0cc-272a9b09d95d" providerId="ADAL" clId="{21D33730-2D71-4A1C-B988-869AE97D1AA7}" dt="2026-06-30T16:55:20.052" v="261" actId="164"/>
          <ac:cxnSpMkLst>
            <pc:docMk/>
            <pc:sldMk cId="2717905951" sldId="321"/>
            <ac:cxnSpMk id="33" creationId="{EED12AE3-9953-324E-CFD9-CDB2C1B58170}"/>
          </ac:cxnSpMkLst>
        </pc:cxnChg>
        <pc:cxnChg chg="add mod topLvl">
          <ac:chgData name="Walke, Amey Mahadev" userId="f3761b3c-8654-4a17-a0cc-272a9b09d95d" providerId="ADAL" clId="{21D33730-2D71-4A1C-B988-869AE97D1AA7}" dt="2026-06-30T16:47:24.469" v="158" actId="165"/>
          <ac:cxnSpMkLst>
            <pc:docMk/>
            <pc:sldMk cId="2717905951" sldId="321"/>
            <ac:cxnSpMk id="34" creationId="{C5661709-EFBE-A0E6-1C03-4ACCB216F943}"/>
          </ac:cxnSpMkLst>
        </pc:cxnChg>
        <pc:cxnChg chg="add mod">
          <ac:chgData name="Walke, Amey Mahadev" userId="f3761b3c-8654-4a17-a0cc-272a9b09d95d" providerId="ADAL" clId="{21D33730-2D71-4A1C-B988-869AE97D1AA7}" dt="2026-06-30T16:55:20.052" v="261" actId="164"/>
          <ac:cxnSpMkLst>
            <pc:docMk/>
            <pc:sldMk cId="2717905951" sldId="321"/>
            <ac:cxnSpMk id="35" creationId="{6A84594C-8841-D62E-B882-1F9F1DFA4B1D}"/>
          </ac:cxnSpMkLst>
        </pc:cxnChg>
        <pc:cxnChg chg="add mod">
          <ac:chgData name="Walke, Amey Mahadev" userId="f3761b3c-8654-4a17-a0cc-272a9b09d95d" providerId="ADAL" clId="{21D33730-2D71-4A1C-B988-869AE97D1AA7}" dt="2026-06-30T16:46:36.048" v="149" actId="1076"/>
          <ac:cxnSpMkLst>
            <pc:docMk/>
            <pc:sldMk cId="2717905951" sldId="321"/>
            <ac:cxnSpMk id="36" creationId="{9B5E1034-0414-99F9-F2E8-A12FE9AB639C}"/>
          </ac:cxnSpMkLst>
        </pc:cxnChg>
        <pc:cxnChg chg="add mod topLvl">
          <ac:chgData name="Walke, Amey Mahadev" userId="f3761b3c-8654-4a17-a0cc-272a9b09d95d" providerId="ADAL" clId="{21D33730-2D71-4A1C-B988-869AE97D1AA7}" dt="2026-06-30T16:55:20.052" v="261" actId="164"/>
          <ac:cxnSpMkLst>
            <pc:docMk/>
            <pc:sldMk cId="2717905951" sldId="321"/>
            <ac:cxnSpMk id="37" creationId="{77EAEB92-9332-903D-8A17-F4AEA90CA98D}"/>
          </ac:cxnSpMkLst>
        </pc:cxnChg>
        <pc:cxnChg chg="add mod topLvl">
          <ac:chgData name="Walke, Amey Mahadev" userId="f3761b3c-8654-4a17-a0cc-272a9b09d95d" providerId="ADAL" clId="{21D33730-2D71-4A1C-B988-869AE97D1AA7}" dt="2026-06-30T16:47:24.469" v="158" actId="165"/>
          <ac:cxnSpMkLst>
            <pc:docMk/>
            <pc:sldMk cId="2717905951" sldId="321"/>
            <ac:cxnSpMk id="38" creationId="{FD7E692B-461F-7952-080E-3F74C01D0652}"/>
          </ac:cxnSpMkLst>
        </pc:cxnChg>
        <pc:cxnChg chg="add mod topLvl">
          <ac:chgData name="Walke, Amey Mahadev" userId="f3761b3c-8654-4a17-a0cc-272a9b09d95d" providerId="ADAL" clId="{21D33730-2D71-4A1C-B988-869AE97D1AA7}" dt="2026-06-30T16:47:24.469" v="158" actId="165"/>
          <ac:cxnSpMkLst>
            <pc:docMk/>
            <pc:sldMk cId="2717905951" sldId="321"/>
            <ac:cxnSpMk id="39" creationId="{3A3D3876-48A2-F577-C9F6-0E2658BDE33E}"/>
          </ac:cxnSpMkLst>
        </pc:cxnChg>
        <pc:cxnChg chg="add mod topLvl">
          <ac:chgData name="Walke, Amey Mahadev" userId="f3761b3c-8654-4a17-a0cc-272a9b09d95d" providerId="ADAL" clId="{21D33730-2D71-4A1C-B988-869AE97D1AA7}" dt="2026-06-30T16:47:24.469" v="158" actId="165"/>
          <ac:cxnSpMkLst>
            <pc:docMk/>
            <pc:sldMk cId="2717905951" sldId="321"/>
            <ac:cxnSpMk id="40" creationId="{233F2856-0357-69D2-1C4E-710B7FD36D16}"/>
          </ac:cxnSpMkLst>
        </pc:cxnChg>
        <pc:cxnChg chg="add mod topLvl">
          <ac:chgData name="Walke, Amey Mahadev" userId="f3761b3c-8654-4a17-a0cc-272a9b09d95d" providerId="ADAL" clId="{21D33730-2D71-4A1C-B988-869AE97D1AA7}" dt="2026-06-30T16:47:24.469" v="158" actId="165"/>
          <ac:cxnSpMkLst>
            <pc:docMk/>
            <pc:sldMk cId="2717905951" sldId="321"/>
            <ac:cxnSpMk id="41" creationId="{B3276489-E966-F504-EA0B-2DF16E8767B0}"/>
          </ac:cxnSpMkLst>
        </pc:cxnChg>
        <pc:cxnChg chg="add mod topLvl">
          <ac:chgData name="Walke, Amey Mahadev" userId="f3761b3c-8654-4a17-a0cc-272a9b09d95d" providerId="ADAL" clId="{21D33730-2D71-4A1C-B988-869AE97D1AA7}" dt="2026-06-30T16:52:17.031" v="222" actId="1076"/>
          <ac:cxnSpMkLst>
            <pc:docMk/>
            <pc:sldMk cId="2717905951" sldId="321"/>
            <ac:cxnSpMk id="42" creationId="{31BE832F-1764-586C-CE09-54CB1571A55D}"/>
          </ac:cxnSpMkLst>
        </pc:cxnChg>
        <pc:cxnChg chg="add mod topLvl">
          <ac:chgData name="Walke, Amey Mahadev" userId="f3761b3c-8654-4a17-a0cc-272a9b09d95d" providerId="ADAL" clId="{21D33730-2D71-4A1C-B988-869AE97D1AA7}" dt="2026-06-30T16:47:24.469" v="158" actId="165"/>
          <ac:cxnSpMkLst>
            <pc:docMk/>
            <pc:sldMk cId="2717905951" sldId="321"/>
            <ac:cxnSpMk id="43" creationId="{858BA29F-6A08-600E-A935-04554C725064}"/>
          </ac:cxnSpMkLst>
        </pc:cxnChg>
        <pc:cxnChg chg="add mod topLvl">
          <ac:chgData name="Walke, Amey Mahadev" userId="f3761b3c-8654-4a17-a0cc-272a9b09d95d" providerId="ADAL" clId="{21D33730-2D71-4A1C-B988-869AE97D1AA7}" dt="2026-06-30T16:55:17.762" v="260" actId="1076"/>
          <ac:cxnSpMkLst>
            <pc:docMk/>
            <pc:sldMk cId="2717905951" sldId="321"/>
            <ac:cxnSpMk id="44" creationId="{43D60E39-F974-CD0F-6940-62022532452E}"/>
          </ac:cxnSpMkLst>
        </pc:cxnChg>
        <pc:cxnChg chg="add mod">
          <ac:chgData name="Walke, Amey Mahadev" userId="f3761b3c-8654-4a17-a0cc-272a9b09d95d" providerId="ADAL" clId="{21D33730-2D71-4A1C-B988-869AE97D1AA7}" dt="2026-06-30T16:47:17.185" v="157"/>
          <ac:cxnSpMkLst>
            <pc:docMk/>
            <pc:sldMk cId="2717905951" sldId="321"/>
            <ac:cxnSpMk id="47" creationId="{62CA8023-8FFD-748B-1C10-B1F30A99A221}"/>
          </ac:cxnSpMkLst>
        </pc:cxnChg>
        <pc:cxnChg chg="add mod">
          <ac:chgData name="Walke, Amey Mahadev" userId="f3761b3c-8654-4a17-a0cc-272a9b09d95d" providerId="ADAL" clId="{21D33730-2D71-4A1C-B988-869AE97D1AA7}" dt="2026-06-30T16:55:47.628" v="265" actId="164"/>
          <ac:cxnSpMkLst>
            <pc:docMk/>
            <pc:sldMk cId="2717905951" sldId="321"/>
            <ac:cxnSpMk id="48" creationId="{562BF97E-27D5-983D-36D6-AFAC7D0575FE}"/>
          </ac:cxnSpMkLst>
        </pc:cxnChg>
        <pc:cxnChg chg="add mod">
          <ac:chgData name="Walke, Amey Mahadev" userId="f3761b3c-8654-4a17-a0cc-272a9b09d95d" providerId="ADAL" clId="{21D33730-2D71-4A1C-B988-869AE97D1AA7}" dt="2026-06-30T16:47:31.062" v="160" actId="1076"/>
          <ac:cxnSpMkLst>
            <pc:docMk/>
            <pc:sldMk cId="2717905951" sldId="321"/>
            <ac:cxnSpMk id="49" creationId="{4C478676-7044-A7E2-BC60-1836CDD9B164}"/>
          </ac:cxnSpMkLst>
        </pc:cxnChg>
        <pc:cxnChg chg="add mod">
          <ac:chgData name="Walke, Amey Mahadev" userId="f3761b3c-8654-4a17-a0cc-272a9b09d95d" providerId="ADAL" clId="{21D33730-2D71-4A1C-B988-869AE97D1AA7}" dt="2026-06-30T16:51:50.363" v="219" actId="1076"/>
          <ac:cxnSpMkLst>
            <pc:docMk/>
            <pc:sldMk cId="2717905951" sldId="321"/>
            <ac:cxnSpMk id="50" creationId="{0E75EEED-1962-D56F-84FE-5F29530CF991}"/>
          </ac:cxnSpMkLst>
        </pc:cxnChg>
        <pc:cxnChg chg="add mod">
          <ac:chgData name="Walke, Amey Mahadev" userId="f3761b3c-8654-4a17-a0cc-272a9b09d95d" providerId="ADAL" clId="{21D33730-2D71-4A1C-B988-869AE97D1AA7}" dt="2026-06-30T16:47:31.062" v="160" actId="1076"/>
          <ac:cxnSpMkLst>
            <pc:docMk/>
            <pc:sldMk cId="2717905951" sldId="321"/>
            <ac:cxnSpMk id="51" creationId="{3BDB5DD0-76F1-0813-7804-2C91426961CA}"/>
          </ac:cxnSpMkLst>
        </pc:cxnChg>
        <pc:cxnChg chg="add mod">
          <ac:chgData name="Walke, Amey Mahadev" userId="f3761b3c-8654-4a17-a0cc-272a9b09d95d" providerId="ADAL" clId="{21D33730-2D71-4A1C-B988-869AE97D1AA7}" dt="2026-06-30T16:47:31.062" v="160" actId="1076"/>
          <ac:cxnSpMkLst>
            <pc:docMk/>
            <pc:sldMk cId="2717905951" sldId="321"/>
            <ac:cxnSpMk id="52" creationId="{32805E0D-722F-F7CD-3778-B89CEFE47FB9}"/>
          </ac:cxnSpMkLst>
        </pc:cxnChg>
        <pc:cxnChg chg="add mod">
          <ac:chgData name="Walke, Amey Mahadev" userId="f3761b3c-8654-4a17-a0cc-272a9b09d95d" providerId="ADAL" clId="{21D33730-2D71-4A1C-B988-869AE97D1AA7}" dt="2026-06-30T16:47:31.062" v="160" actId="1076"/>
          <ac:cxnSpMkLst>
            <pc:docMk/>
            <pc:sldMk cId="2717905951" sldId="321"/>
            <ac:cxnSpMk id="53" creationId="{135458AE-511B-25DB-F137-BDBB61BA48E3}"/>
          </ac:cxnSpMkLst>
        </pc:cxnChg>
        <pc:cxnChg chg="add mod">
          <ac:chgData name="Walke, Amey Mahadev" userId="f3761b3c-8654-4a17-a0cc-272a9b09d95d" providerId="ADAL" clId="{21D33730-2D71-4A1C-B988-869AE97D1AA7}" dt="2026-06-30T16:48:05.558" v="169" actId="1036"/>
          <ac:cxnSpMkLst>
            <pc:docMk/>
            <pc:sldMk cId="2717905951" sldId="321"/>
            <ac:cxnSpMk id="54" creationId="{33C90BE5-0C65-70B9-94B2-5819F61CEFB4}"/>
          </ac:cxnSpMkLst>
        </pc:cxnChg>
        <pc:cxnChg chg="add mod">
          <ac:chgData name="Walke, Amey Mahadev" userId="f3761b3c-8654-4a17-a0cc-272a9b09d95d" providerId="ADAL" clId="{21D33730-2D71-4A1C-B988-869AE97D1AA7}" dt="2026-06-30T16:48:05.558" v="169" actId="1036"/>
          <ac:cxnSpMkLst>
            <pc:docMk/>
            <pc:sldMk cId="2717905951" sldId="321"/>
            <ac:cxnSpMk id="55" creationId="{102945EB-6F65-B76A-201A-82BE79975099}"/>
          </ac:cxnSpMkLst>
        </pc:cxnChg>
        <pc:cxnChg chg="add mod">
          <ac:chgData name="Walke, Amey Mahadev" userId="f3761b3c-8654-4a17-a0cc-272a9b09d95d" providerId="ADAL" clId="{21D33730-2D71-4A1C-B988-869AE97D1AA7}" dt="2026-06-30T16:55:47.628" v="265" actId="164"/>
          <ac:cxnSpMkLst>
            <pc:docMk/>
            <pc:sldMk cId="2717905951" sldId="321"/>
            <ac:cxnSpMk id="56" creationId="{678D258F-53AC-2556-93B7-9DACE22A3D78}"/>
          </ac:cxnSpMkLst>
        </pc:cxnChg>
        <pc:cxnChg chg="add mod">
          <ac:chgData name="Walke, Amey Mahadev" userId="f3761b3c-8654-4a17-a0cc-272a9b09d95d" providerId="ADAL" clId="{21D33730-2D71-4A1C-B988-869AE97D1AA7}" dt="2026-06-30T16:48:05.558" v="169" actId="1036"/>
          <ac:cxnSpMkLst>
            <pc:docMk/>
            <pc:sldMk cId="2717905951" sldId="321"/>
            <ac:cxnSpMk id="57" creationId="{65E7AAB9-FAD3-38DD-F412-975BC4BB4841}"/>
          </ac:cxnSpMkLst>
        </pc:cxnChg>
        <pc:cxnChg chg="add mod">
          <ac:chgData name="Walke, Amey Mahadev" userId="f3761b3c-8654-4a17-a0cc-272a9b09d95d" providerId="ADAL" clId="{21D33730-2D71-4A1C-B988-869AE97D1AA7}" dt="2026-06-30T16:55:47.628" v="265" actId="164"/>
          <ac:cxnSpMkLst>
            <pc:docMk/>
            <pc:sldMk cId="2717905951" sldId="321"/>
            <ac:cxnSpMk id="58" creationId="{9F2B9B41-3B82-B224-ADFE-1CB5CA735F76}"/>
          </ac:cxnSpMkLst>
        </pc:cxnChg>
        <pc:cxnChg chg="add mod">
          <ac:chgData name="Walke, Amey Mahadev" userId="f3761b3c-8654-4a17-a0cc-272a9b09d95d" providerId="ADAL" clId="{21D33730-2D71-4A1C-B988-869AE97D1AA7}" dt="2026-06-30T16:55:47.628" v="265" actId="164"/>
          <ac:cxnSpMkLst>
            <pc:docMk/>
            <pc:sldMk cId="2717905951" sldId="321"/>
            <ac:cxnSpMk id="59" creationId="{EEAE379C-1BB3-FD66-FA4A-67927BBA9333}"/>
          </ac:cxnSpMkLst>
        </pc:cxnChg>
        <pc:cxnChg chg="add mod">
          <ac:chgData name="Walke, Amey Mahadev" userId="f3761b3c-8654-4a17-a0cc-272a9b09d95d" providerId="ADAL" clId="{21D33730-2D71-4A1C-B988-869AE97D1AA7}" dt="2026-06-30T16:48:00.043" v="164" actId="1076"/>
          <ac:cxnSpMkLst>
            <pc:docMk/>
            <pc:sldMk cId="2717905951" sldId="321"/>
            <ac:cxnSpMk id="60" creationId="{FBA124A7-EA8E-883F-9BF6-D931B48C2A5F}"/>
          </ac:cxnSpMkLst>
        </pc:cxnChg>
        <pc:cxnChg chg="add mod">
          <ac:chgData name="Walke, Amey Mahadev" userId="f3761b3c-8654-4a17-a0cc-272a9b09d95d" providerId="ADAL" clId="{21D33730-2D71-4A1C-B988-869AE97D1AA7}" dt="2026-06-30T16:55:47.628" v="265" actId="164"/>
          <ac:cxnSpMkLst>
            <pc:docMk/>
            <pc:sldMk cId="2717905951" sldId="321"/>
            <ac:cxnSpMk id="61" creationId="{D50F35E8-FEF8-0904-D826-05D1B1BCA2D6}"/>
          </ac:cxnSpMkLst>
        </pc:cxnChg>
        <pc:cxnChg chg="add mod">
          <ac:chgData name="Walke, Amey Mahadev" userId="f3761b3c-8654-4a17-a0cc-272a9b09d95d" providerId="ADAL" clId="{21D33730-2D71-4A1C-B988-869AE97D1AA7}" dt="2026-06-30T16:48:00.043" v="164" actId="1076"/>
          <ac:cxnSpMkLst>
            <pc:docMk/>
            <pc:sldMk cId="2717905951" sldId="321"/>
            <ac:cxnSpMk id="62" creationId="{44338C1B-F26F-297D-1246-CF04170505F7}"/>
          </ac:cxnSpMkLst>
        </pc:cxnChg>
        <pc:cxnChg chg="add mod">
          <ac:chgData name="Walke, Amey Mahadev" userId="f3761b3c-8654-4a17-a0cc-272a9b09d95d" providerId="ADAL" clId="{21D33730-2D71-4A1C-B988-869AE97D1AA7}" dt="2026-06-30T16:48:00.043" v="164" actId="1076"/>
          <ac:cxnSpMkLst>
            <pc:docMk/>
            <pc:sldMk cId="2717905951" sldId="321"/>
            <ac:cxnSpMk id="63" creationId="{CAE299C9-1E5F-3341-FD68-48929223E5E3}"/>
          </ac:cxnSpMkLst>
        </pc:cxnChg>
        <pc:cxnChg chg="add mod">
          <ac:chgData name="Walke, Amey Mahadev" userId="f3761b3c-8654-4a17-a0cc-272a9b09d95d" providerId="ADAL" clId="{21D33730-2D71-4A1C-B988-869AE97D1AA7}" dt="2026-06-30T16:48:41.528" v="176" actId="14100"/>
          <ac:cxnSpMkLst>
            <pc:docMk/>
            <pc:sldMk cId="2717905951" sldId="321"/>
            <ac:cxnSpMk id="65" creationId="{ED7840E5-9878-0D57-6019-162A9588C6BD}"/>
          </ac:cxnSpMkLst>
        </pc:cxnChg>
        <pc:cxnChg chg="add mod">
          <ac:chgData name="Walke, Amey Mahadev" userId="f3761b3c-8654-4a17-a0cc-272a9b09d95d" providerId="ADAL" clId="{21D33730-2D71-4A1C-B988-869AE97D1AA7}" dt="2026-06-30T16:48:35.430" v="174" actId="1076"/>
          <ac:cxnSpMkLst>
            <pc:docMk/>
            <pc:sldMk cId="2717905951" sldId="321"/>
            <ac:cxnSpMk id="66" creationId="{F4659B7D-8F2A-0835-0E79-570636DC0F24}"/>
          </ac:cxnSpMkLst>
        </pc:cxnChg>
        <pc:cxnChg chg="add mod">
          <ac:chgData name="Walke, Amey Mahadev" userId="f3761b3c-8654-4a17-a0cc-272a9b09d95d" providerId="ADAL" clId="{21D33730-2D71-4A1C-B988-869AE97D1AA7}" dt="2026-06-30T16:48:53.136" v="179" actId="14100"/>
          <ac:cxnSpMkLst>
            <pc:docMk/>
            <pc:sldMk cId="2717905951" sldId="321"/>
            <ac:cxnSpMk id="68" creationId="{57947305-8BD9-3582-9FAB-4466A873BA49}"/>
          </ac:cxnSpMkLst>
        </pc:cxnChg>
        <pc:cxnChg chg="add mod">
          <ac:chgData name="Walke, Amey Mahadev" userId="f3761b3c-8654-4a17-a0cc-272a9b09d95d" providerId="ADAL" clId="{21D33730-2D71-4A1C-B988-869AE97D1AA7}" dt="2026-06-30T16:55:47.628" v="265" actId="164"/>
          <ac:cxnSpMkLst>
            <pc:docMk/>
            <pc:sldMk cId="2717905951" sldId="321"/>
            <ac:cxnSpMk id="76" creationId="{3FDF694F-5857-7075-094D-5ED74212AB3E}"/>
          </ac:cxnSpMkLst>
        </pc:cxnChg>
        <pc:cxnChg chg="add mod">
          <ac:chgData name="Walke, Amey Mahadev" userId="f3761b3c-8654-4a17-a0cc-272a9b09d95d" providerId="ADAL" clId="{21D33730-2D71-4A1C-B988-869AE97D1AA7}" dt="2026-06-30T16:50:45.038" v="204" actId="1076"/>
          <ac:cxnSpMkLst>
            <pc:docMk/>
            <pc:sldMk cId="2717905951" sldId="321"/>
            <ac:cxnSpMk id="78" creationId="{429F1B0D-3A77-5971-534B-ECA5A1E158BA}"/>
          </ac:cxnSpMkLst>
        </pc:cxnChg>
        <pc:cxnChg chg="add mod">
          <ac:chgData name="Walke, Amey Mahadev" userId="f3761b3c-8654-4a17-a0cc-272a9b09d95d" providerId="ADAL" clId="{21D33730-2D71-4A1C-B988-869AE97D1AA7}" dt="2026-06-30T16:51:06.775" v="208" actId="14100"/>
          <ac:cxnSpMkLst>
            <pc:docMk/>
            <pc:sldMk cId="2717905951" sldId="321"/>
            <ac:cxnSpMk id="79" creationId="{98B77CD5-1532-E0A1-CA64-5186BA2E53E2}"/>
          </ac:cxnSpMkLst>
        </pc:cxnChg>
        <pc:cxnChg chg="add mod">
          <ac:chgData name="Walke, Amey Mahadev" userId="f3761b3c-8654-4a17-a0cc-272a9b09d95d" providerId="ADAL" clId="{21D33730-2D71-4A1C-B988-869AE97D1AA7}" dt="2026-06-30T16:55:20.052" v="261" actId="164"/>
          <ac:cxnSpMkLst>
            <pc:docMk/>
            <pc:sldMk cId="2717905951" sldId="321"/>
            <ac:cxnSpMk id="81" creationId="{378C614E-7427-2338-D4E8-89945C888A4B}"/>
          </ac:cxnSpMkLst>
        </pc:cxnChg>
        <pc:cxnChg chg="add mod">
          <ac:chgData name="Walke, Amey Mahadev" userId="f3761b3c-8654-4a17-a0cc-272a9b09d95d" providerId="ADAL" clId="{21D33730-2D71-4A1C-B988-869AE97D1AA7}" dt="2026-06-30T16:55:20.052" v="261" actId="164"/>
          <ac:cxnSpMkLst>
            <pc:docMk/>
            <pc:sldMk cId="2717905951" sldId="321"/>
            <ac:cxnSpMk id="82" creationId="{E6E1DA30-6302-759C-C209-91423B482DB4}"/>
          </ac:cxnSpMkLst>
        </pc:cxnChg>
        <pc:cxnChg chg="add mod">
          <ac:chgData name="Walke, Amey Mahadev" userId="f3761b3c-8654-4a17-a0cc-272a9b09d95d" providerId="ADAL" clId="{21D33730-2D71-4A1C-B988-869AE97D1AA7}" dt="2026-06-30T16:55:20.052" v="261" actId="164"/>
          <ac:cxnSpMkLst>
            <pc:docMk/>
            <pc:sldMk cId="2717905951" sldId="321"/>
            <ac:cxnSpMk id="83" creationId="{386EFBE7-7C65-9C2F-D525-CE5E53ABFB0E}"/>
          </ac:cxnSpMkLst>
        </pc:cxnChg>
        <pc:cxnChg chg="add mod">
          <ac:chgData name="Walke, Amey Mahadev" userId="f3761b3c-8654-4a17-a0cc-272a9b09d95d" providerId="ADAL" clId="{21D33730-2D71-4A1C-B988-869AE97D1AA7}" dt="2026-06-30T16:54:40.877" v="252" actId="164"/>
          <ac:cxnSpMkLst>
            <pc:docMk/>
            <pc:sldMk cId="2717905951" sldId="321"/>
            <ac:cxnSpMk id="88" creationId="{278D128B-D4BF-1194-3FE2-C0906C5A49F5}"/>
          </ac:cxnSpMkLst>
        </pc:cxnChg>
        <pc:cxnChg chg="mod">
          <ac:chgData name="Walke, Amey Mahadev" userId="f3761b3c-8654-4a17-a0cc-272a9b09d95d" providerId="ADAL" clId="{21D33730-2D71-4A1C-B988-869AE97D1AA7}" dt="2026-06-30T16:54:40.877" v="252" actId="164"/>
          <ac:cxnSpMkLst>
            <pc:docMk/>
            <pc:sldMk cId="2717905951" sldId="321"/>
            <ac:cxnSpMk id="89" creationId="{D7533CBD-6C72-8FCF-8A22-9583F163DCBF}"/>
          </ac:cxnSpMkLst>
        </pc:cxnChg>
        <pc:cxnChg chg="mod">
          <ac:chgData name="Walke, Amey Mahadev" userId="f3761b3c-8654-4a17-a0cc-272a9b09d95d" providerId="ADAL" clId="{21D33730-2D71-4A1C-B988-869AE97D1AA7}" dt="2026-06-30T16:54:40.877" v="252" actId="164"/>
          <ac:cxnSpMkLst>
            <pc:docMk/>
            <pc:sldMk cId="2717905951" sldId="321"/>
            <ac:cxnSpMk id="90" creationId="{CBB8C108-D01F-1CC5-4164-FFD3B3899E2B}"/>
          </ac:cxnSpMkLst>
        </pc:cxnChg>
        <pc:cxnChg chg="add mod">
          <ac:chgData name="Walke, Amey Mahadev" userId="f3761b3c-8654-4a17-a0cc-272a9b09d95d" providerId="ADAL" clId="{21D33730-2D71-4A1C-B988-869AE97D1AA7}" dt="2026-06-30T16:52:54.062" v="231" actId="1076"/>
          <ac:cxnSpMkLst>
            <pc:docMk/>
            <pc:sldMk cId="2717905951" sldId="321"/>
            <ac:cxnSpMk id="91" creationId="{C6A91BBB-1349-82EF-DD21-406F8B60B539}"/>
          </ac:cxnSpMkLst>
        </pc:cxnChg>
        <pc:cxnChg chg="add mod">
          <ac:chgData name="Walke, Amey Mahadev" userId="f3761b3c-8654-4a17-a0cc-272a9b09d95d" providerId="ADAL" clId="{21D33730-2D71-4A1C-B988-869AE97D1AA7}" dt="2026-06-30T16:54:40.877" v="252" actId="164"/>
          <ac:cxnSpMkLst>
            <pc:docMk/>
            <pc:sldMk cId="2717905951" sldId="321"/>
            <ac:cxnSpMk id="92" creationId="{B2E19314-DEF4-231B-7B2C-4863B863051C}"/>
          </ac:cxnSpMkLst>
        </pc:cxnChg>
        <pc:cxnChg chg="mod">
          <ac:chgData name="Walke, Amey Mahadev" userId="f3761b3c-8654-4a17-a0cc-272a9b09d95d" providerId="ADAL" clId="{21D33730-2D71-4A1C-B988-869AE97D1AA7}" dt="2026-06-30T16:54:40.877" v="252" actId="164"/>
          <ac:cxnSpMkLst>
            <pc:docMk/>
            <pc:sldMk cId="2717905951" sldId="321"/>
            <ac:cxnSpMk id="93" creationId="{37A02E3D-F4FD-2428-34EC-A71AC1B9FFA8}"/>
          </ac:cxnSpMkLst>
        </pc:cxnChg>
        <pc:cxnChg chg="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94" creationId="{CD2A67EA-4F90-5920-A812-D04A9FBA4B4A}"/>
          </ac:cxnSpMkLst>
        </pc:cxnChg>
        <pc:cxnChg chg="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95" creationId="{E0FCC5F5-F27B-61FA-D77B-552A2D104BA2}"/>
          </ac:cxnSpMkLst>
        </pc:cxnChg>
        <pc:cxnChg chg="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96" creationId="{D450434A-D28E-8D05-F001-A1BBD3BE8418}"/>
          </ac:cxnSpMkLst>
        </pc:cxnChg>
        <pc:cxnChg chg="add 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97" creationId="{319BBEFA-0546-E916-877C-4DE91B785872}"/>
          </ac:cxnSpMkLst>
        </pc:cxnChg>
        <pc:cxnChg chg="add 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98" creationId="{7F22F753-24EA-EA95-E35B-DA6F310B478B}"/>
          </ac:cxnSpMkLst>
        </pc:cxnChg>
        <pc:cxnChg chg="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99" creationId="{0EDB0343-4376-53D1-6AEC-03BA7B8DEB87}"/>
          </ac:cxnSpMkLst>
        </pc:cxnChg>
        <pc:cxnChg chg="add mod">
          <ac:chgData name="Walke, Amey Mahadev" userId="f3761b3c-8654-4a17-a0cc-272a9b09d95d" providerId="ADAL" clId="{21D33730-2D71-4A1C-B988-869AE97D1AA7}" dt="2026-06-30T16:54:40.877" v="252" actId="164"/>
          <ac:cxnSpMkLst>
            <pc:docMk/>
            <pc:sldMk cId="2717905951" sldId="321"/>
            <ac:cxnSpMk id="100" creationId="{E8609305-763D-6E74-F725-58F11152FD16}"/>
          </ac:cxnSpMkLst>
        </pc:cxnChg>
        <pc:cxnChg chg="del mod">
          <ac:chgData name="Walke, Amey Mahadev" userId="f3761b3c-8654-4a17-a0cc-272a9b09d95d" providerId="ADAL" clId="{21D33730-2D71-4A1C-B988-869AE97D1AA7}" dt="2026-06-30T16:54:22.483" v="246" actId="478"/>
          <ac:cxnSpMkLst>
            <pc:docMk/>
            <pc:sldMk cId="2717905951" sldId="321"/>
            <ac:cxnSpMk id="101" creationId="{A110F960-E913-D63A-EE9A-D3771FD28B2F}"/>
          </ac:cxnSpMkLst>
        </pc:cxnChg>
        <pc:cxnChg chg="del mod">
          <ac:chgData name="Walke, Amey Mahadev" userId="f3761b3c-8654-4a17-a0cc-272a9b09d95d" providerId="ADAL" clId="{21D33730-2D71-4A1C-B988-869AE97D1AA7}" dt="2026-06-30T16:54:16.227" v="243" actId="478"/>
          <ac:cxnSpMkLst>
            <pc:docMk/>
            <pc:sldMk cId="2717905951" sldId="321"/>
            <ac:cxnSpMk id="102" creationId="{4EC47B63-53A1-201C-BD81-20BC27D406F3}"/>
          </ac:cxnSpMkLst>
        </pc:cxnChg>
        <pc:cxnChg chg="add del mod">
          <ac:chgData name="Walke, Amey Mahadev" userId="f3761b3c-8654-4a17-a0cc-272a9b09d95d" providerId="ADAL" clId="{21D33730-2D71-4A1C-B988-869AE97D1AA7}" dt="2026-06-30T16:54:23.247" v="247" actId="478"/>
          <ac:cxnSpMkLst>
            <pc:docMk/>
            <pc:sldMk cId="2717905951" sldId="321"/>
            <ac:cxnSpMk id="103" creationId="{EF2A7DDD-3EF9-B85F-3926-7A7DD6332518}"/>
          </ac:cxnSpMkLst>
        </pc:cxnChg>
        <pc:cxnChg chg="del">
          <ac:chgData name="Walke, Amey Mahadev" userId="f3761b3c-8654-4a17-a0cc-272a9b09d95d" providerId="ADAL" clId="{21D33730-2D71-4A1C-B988-869AE97D1AA7}" dt="2026-06-30T16:54:21.553" v="245" actId="478"/>
          <ac:cxnSpMkLst>
            <pc:docMk/>
            <pc:sldMk cId="2717905951" sldId="321"/>
            <ac:cxnSpMk id="104" creationId="{4FBA3400-8BA9-7A33-1A0D-50F537B97B0B}"/>
          </ac:cxnSpMkLst>
        </pc:cxnChg>
        <pc:cxnChg chg="add del mod">
          <ac:chgData name="Walke, Amey Mahadev" userId="f3761b3c-8654-4a17-a0cc-272a9b09d95d" providerId="ADAL" clId="{21D33730-2D71-4A1C-B988-869AE97D1AA7}" dt="2026-06-30T16:54:29.843" v="249" actId="478"/>
          <ac:cxnSpMkLst>
            <pc:docMk/>
            <pc:sldMk cId="2717905951" sldId="321"/>
            <ac:cxnSpMk id="110" creationId="{8C28F342-9CBE-E6D4-2AE1-A4E532422D06}"/>
          </ac:cxnSpMkLst>
        </pc:cxnChg>
        <pc:cxnChg chg="mod">
          <ac:chgData name="Walke, Amey Mahadev" userId="f3761b3c-8654-4a17-a0cc-272a9b09d95d" providerId="ADAL" clId="{21D33730-2D71-4A1C-B988-869AE97D1AA7}" dt="2026-06-30T16:54:44.668" v="253"/>
          <ac:cxnSpMkLst>
            <pc:docMk/>
            <pc:sldMk cId="2717905951" sldId="321"/>
            <ac:cxnSpMk id="116" creationId="{2E90A6D8-5DF9-EECA-5326-CB7362C44115}"/>
          </ac:cxnSpMkLst>
        </pc:cxnChg>
        <pc:cxnChg chg="mod">
          <ac:chgData name="Walke, Amey Mahadev" userId="f3761b3c-8654-4a17-a0cc-272a9b09d95d" providerId="ADAL" clId="{21D33730-2D71-4A1C-B988-869AE97D1AA7}" dt="2026-06-30T16:54:44.668" v="253"/>
          <ac:cxnSpMkLst>
            <pc:docMk/>
            <pc:sldMk cId="2717905951" sldId="321"/>
            <ac:cxnSpMk id="117" creationId="{A8ADB739-5C61-BAFA-F0BE-4FE21BE2FA1B}"/>
          </ac:cxnSpMkLst>
        </pc:cxnChg>
        <pc:cxnChg chg="mod">
          <ac:chgData name="Walke, Amey Mahadev" userId="f3761b3c-8654-4a17-a0cc-272a9b09d95d" providerId="ADAL" clId="{21D33730-2D71-4A1C-B988-869AE97D1AA7}" dt="2026-06-30T16:54:44.668" v="253"/>
          <ac:cxnSpMkLst>
            <pc:docMk/>
            <pc:sldMk cId="2717905951" sldId="321"/>
            <ac:cxnSpMk id="118" creationId="{4ECF2A49-9DDC-42FB-B95D-503F8CC5A284}"/>
          </ac:cxnSpMkLst>
        </pc:cxnChg>
        <pc:cxnChg chg="mod">
          <ac:chgData name="Walke, Amey Mahadev" userId="f3761b3c-8654-4a17-a0cc-272a9b09d95d" providerId="ADAL" clId="{21D33730-2D71-4A1C-B988-869AE97D1AA7}" dt="2026-06-30T16:54:44.668" v="253"/>
          <ac:cxnSpMkLst>
            <pc:docMk/>
            <pc:sldMk cId="2717905951" sldId="321"/>
            <ac:cxnSpMk id="119" creationId="{60B01344-6453-E85F-95F4-5F573C12DE59}"/>
          </ac:cxnSpMkLst>
        </pc:cxnChg>
        <pc:cxnChg chg="mod">
          <ac:chgData name="Walke, Amey Mahadev" userId="f3761b3c-8654-4a17-a0cc-272a9b09d95d" providerId="ADAL" clId="{21D33730-2D71-4A1C-B988-869AE97D1AA7}" dt="2026-06-30T16:54:44.668" v="253"/>
          <ac:cxnSpMkLst>
            <pc:docMk/>
            <pc:sldMk cId="2717905951" sldId="321"/>
            <ac:cxnSpMk id="120" creationId="{399245D2-1D73-59FF-DEEC-BEA3D7C0DAC6}"/>
          </ac:cxnSpMkLst>
        </pc:cxnChg>
        <pc:cxnChg chg="mod">
          <ac:chgData name="Walke, Amey Mahadev" userId="f3761b3c-8654-4a17-a0cc-272a9b09d95d" providerId="ADAL" clId="{21D33730-2D71-4A1C-B988-869AE97D1AA7}" dt="2026-06-30T16:54:44.668" v="253"/>
          <ac:cxnSpMkLst>
            <pc:docMk/>
            <pc:sldMk cId="2717905951" sldId="321"/>
            <ac:cxnSpMk id="122" creationId="{126902C9-F688-8AD2-7065-A4A3845C9D04}"/>
          </ac:cxnSpMkLst>
        </pc:cxnChg>
        <pc:cxnChg chg="mod">
          <ac:chgData name="Walke, Amey Mahadev" userId="f3761b3c-8654-4a17-a0cc-272a9b09d95d" providerId="ADAL" clId="{21D33730-2D71-4A1C-B988-869AE97D1AA7}" dt="2026-06-30T16:54:51.615" v="255"/>
          <ac:cxnSpMkLst>
            <pc:docMk/>
            <pc:sldMk cId="2717905951" sldId="321"/>
            <ac:cxnSpMk id="127" creationId="{652DA1A2-1914-4FDF-2320-2D42D387AC1A}"/>
          </ac:cxnSpMkLst>
        </pc:cxnChg>
        <pc:cxnChg chg="mod">
          <ac:chgData name="Walke, Amey Mahadev" userId="f3761b3c-8654-4a17-a0cc-272a9b09d95d" providerId="ADAL" clId="{21D33730-2D71-4A1C-B988-869AE97D1AA7}" dt="2026-06-30T16:54:51.615" v="255"/>
          <ac:cxnSpMkLst>
            <pc:docMk/>
            <pc:sldMk cId="2717905951" sldId="321"/>
            <ac:cxnSpMk id="128" creationId="{E95913D5-45C9-4B7E-9D07-732BAC87B63B}"/>
          </ac:cxnSpMkLst>
        </pc:cxnChg>
        <pc:cxnChg chg="mod">
          <ac:chgData name="Walke, Amey Mahadev" userId="f3761b3c-8654-4a17-a0cc-272a9b09d95d" providerId="ADAL" clId="{21D33730-2D71-4A1C-B988-869AE97D1AA7}" dt="2026-06-30T16:54:51.615" v="255"/>
          <ac:cxnSpMkLst>
            <pc:docMk/>
            <pc:sldMk cId="2717905951" sldId="321"/>
            <ac:cxnSpMk id="129" creationId="{576B4580-1FA9-3C10-2355-4CE907F4789D}"/>
          </ac:cxnSpMkLst>
        </pc:cxnChg>
        <pc:cxnChg chg="mod">
          <ac:chgData name="Walke, Amey Mahadev" userId="f3761b3c-8654-4a17-a0cc-272a9b09d95d" providerId="ADAL" clId="{21D33730-2D71-4A1C-B988-869AE97D1AA7}" dt="2026-06-30T16:54:51.615" v="255"/>
          <ac:cxnSpMkLst>
            <pc:docMk/>
            <pc:sldMk cId="2717905951" sldId="321"/>
            <ac:cxnSpMk id="130" creationId="{40B08B0E-2609-4BB0-0DED-DAA4159D6E4A}"/>
          </ac:cxnSpMkLst>
        </pc:cxnChg>
        <pc:cxnChg chg="mod">
          <ac:chgData name="Walke, Amey Mahadev" userId="f3761b3c-8654-4a17-a0cc-272a9b09d95d" providerId="ADAL" clId="{21D33730-2D71-4A1C-B988-869AE97D1AA7}" dt="2026-06-30T16:54:51.615" v="255"/>
          <ac:cxnSpMkLst>
            <pc:docMk/>
            <pc:sldMk cId="2717905951" sldId="321"/>
            <ac:cxnSpMk id="131" creationId="{128DB4AC-D486-9BEE-1B43-2F5D1775A644}"/>
          </ac:cxnSpMkLst>
        </pc:cxnChg>
        <pc:cxnChg chg="mod">
          <ac:chgData name="Walke, Amey Mahadev" userId="f3761b3c-8654-4a17-a0cc-272a9b09d95d" providerId="ADAL" clId="{21D33730-2D71-4A1C-B988-869AE97D1AA7}" dt="2026-06-30T16:54:51.615" v="255"/>
          <ac:cxnSpMkLst>
            <pc:docMk/>
            <pc:sldMk cId="2717905951" sldId="321"/>
            <ac:cxnSpMk id="132" creationId="{FDFD773A-4AD8-B5C3-67CD-D9D16750B522}"/>
          </ac:cxnSpMkLst>
        </pc:cxnChg>
      </pc:sldChg>
      <pc:sldChg chg="addSp modSp new mod">
        <pc:chgData name="Walke, Amey Mahadev" userId="f3761b3c-8654-4a17-a0cc-272a9b09d95d" providerId="ADAL" clId="{21D33730-2D71-4A1C-B988-869AE97D1AA7}" dt="2026-06-30T18:24:34.448" v="1961" actId="20577"/>
        <pc:sldMkLst>
          <pc:docMk/>
          <pc:sldMk cId="2620632467" sldId="322"/>
        </pc:sldMkLst>
        <pc:spChg chg="mod">
          <ac:chgData name="Walke, Amey Mahadev" userId="f3761b3c-8654-4a17-a0cc-272a9b09d95d" providerId="ADAL" clId="{21D33730-2D71-4A1C-B988-869AE97D1AA7}" dt="2026-06-30T18:24:34.448" v="1961" actId="20577"/>
          <ac:spMkLst>
            <pc:docMk/>
            <pc:sldMk cId="2620632467" sldId="322"/>
            <ac:spMk id="3" creationId="{1AA7A93E-124A-0F82-264F-E1AACCF18D8D}"/>
          </ac:spMkLst>
        </pc:spChg>
        <pc:spChg chg="mod">
          <ac:chgData name="Walke, Amey Mahadev" userId="f3761b3c-8654-4a17-a0cc-272a9b09d95d" providerId="ADAL" clId="{21D33730-2D71-4A1C-B988-869AE97D1AA7}" dt="2026-06-30T18:04:19.691" v="1687" actId="20577"/>
          <ac:spMkLst>
            <pc:docMk/>
            <pc:sldMk cId="2620632467" sldId="322"/>
            <ac:spMk id="4" creationId="{0D395401-76C2-65DB-A7BA-E726E9B7F9A2}"/>
          </ac:spMkLst>
        </pc:spChg>
        <pc:spChg chg="add mod">
          <ac:chgData name="Walke, Amey Mahadev" userId="f3761b3c-8654-4a17-a0cc-272a9b09d95d" providerId="ADAL" clId="{21D33730-2D71-4A1C-B988-869AE97D1AA7}" dt="2026-06-30T17:02:33.268" v="611" actId="1076"/>
          <ac:spMkLst>
            <pc:docMk/>
            <pc:sldMk cId="2620632467" sldId="322"/>
            <ac:spMk id="5" creationId="{19315A96-1D19-3C48-4331-C3077F038305}"/>
          </ac:spMkLst>
        </pc:spChg>
      </pc:sldChg>
      <pc:sldChg chg="addSp modSp add mod">
        <pc:chgData name="Walke, Amey Mahadev" userId="f3761b3c-8654-4a17-a0cc-272a9b09d95d" providerId="ADAL" clId="{21D33730-2D71-4A1C-B988-869AE97D1AA7}" dt="2026-06-30T18:18:45.388" v="1948" actId="1076"/>
        <pc:sldMkLst>
          <pc:docMk/>
          <pc:sldMk cId="3313421040" sldId="2134806076"/>
        </pc:sldMkLst>
        <pc:spChg chg="add mod">
          <ac:chgData name="Walke, Amey Mahadev" userId="f3761b3c-8654-4a17-a0cc-272a9b09d95d" providerId="ADAL" clId="{21D33730-2D71-4A1C-B988-869AE97D1AA7}" dt="2026-06-30T18:18:45.388" v="1948" actId="1076"/>
          <ac:spMkLst>
            <pc:docMk/>
            <pc:sldMk cId="3313421040" sldId="2134806076"/>
            <ac:spMk id="9" creationId="{FC82BFD6-60B9-7196-D8FB-170937012A51}"/>
          </ac:spMkLst>
        </pc:spChg>
      </pc:sldChg>
      <pc:sldChg chg="addSp modSp add del mod ord">
        <pc:chgData name="Walke, Amey Mahadev" userId="f3761b3c-8654-4a17-a0cc-272a9b09d95d" providerId="ADAL" clId="{21D33730-2D71-4A1C-B988-869AE97D1AA7}" dt="2026-06-30T17:44:03.184" v="1355" actId="47"/>
        <pc:sldMkLst>
          <pc:docMk/>
          <pc:sldMk cId="1266214959" sldId="2134806078"/>
        </pc:sldMkLst>
        <pc:spChg chg="mod">
          <ac:chgData name="Walke, Amey Mahadev" userId="f3761b3c-8654-4a17-a0cc-272a9b09d95d" providerId="ADAL" clId="{21D33730-2D71-4A1C-B988-869AE97D1AA7}" dt="2026-06-30T17:29:41.183" v="1024" actId="1076"/>
          <ac:spMkLst>
            <pc:docMk/>
            <pc:sldMk cId="1266214959" sldId="2134806078"/>
            <ac:spMk id="2" creationId="{CDA2B37F-F554-67CB-532C-21980987971B}"/>
          </ac:spMkLst>
        </pc:spChg>
        <pc:spChg chg="add mod">
          <ac:chgData name="Walke, Amey Mahadev" userId="f3761b3c-8654-4a17-a0cc-272a9b09d95d" providerId="ADAL" clId="{21D33730-2D71-4A1C-B988-869AE97D1AA7}" dt="2026-06-30T17:30:44.080" v="1054"/>
          <ac:spMkLst>
            <pc:docMk/>
            <pc:sldMk cId="1266214959" sldId="2134806078"/>
            <ac:spMk id="4" creationId="{9C37702D-43E2-7DAC-D5C1-E690B62F9A2E}"/>
          </ac:spMkLst>
        </pc:spChg>
      </pc:sldChg>
      <pc:sldChg chg="add">
        <pc:chgData name="Walke, Amey Mahadev" userId="f3761b3c-8654-4a17-a0cc-272a9b09d95d" providerId="ADAL" clId="{21D33730-2D71-4A1C-B988-869AE97D1AA7}" dt="2026-06-30T17:04:28.998" v="776"/>
        <pc:sldMkLst>
          <pc:docMk/>
          <pc:sldMk cId="1618820741" sldId="2134806079"/>
        </pc:sldMkLst>
      </pc:sldChg>
      <pc:sldChg chg="addSp modSp add">
        <pc:chgData name="Walke, Amey Mahadev" userId="f3761b3c-8654-4a17-a0cc-272a9b09d95d" providerId="ADAL" clId="{21D33730-2D71-4A1C-B988-869AE97D1AA7}" dt="2026-06-30T18:18:48.058" v="1949"/>
        <pc:sldMkLst>
          <pc:docMk/>
          <pc:sldMk cId="3491145879" sldId="2134806080"/>
        </pc:sldMkLst>
        <pc:spChg chg="add mod">
          <ac:chgData name="Walke, Amey Mahadev" userId="f3761b3c-8654-4a17-a0cc-272a9b09d95d" providerId="ADAL" clId="{21D33730-2D71-4A1C-B988-869AE97D1AA7}" dt="2026-06-30T18:18:48.058" v="1949"/>
          <ac:spMkLst>
            <pc:docMk/>
            <pc:sldMk cId="3491145879" sldId="2134806080"/>
            <ac:spMk id="5" creationId="{B919FBE2-895A-ECE7-3902-68E644C90943}"/>
          </ac:spMkLst>
        </pc:spChg>
      </pc:sldChg>
      <pc:sldChg chg="addSp modSp add">
        <pc:chgData name="Walke, Amey Mahadev" userId="f3761b3c-8654-4a17-a0cc-272a9b09d95d" providerId="ADAL" clId="{21D33730-2D71-4A1C-B988-869AE97D1AA7}" dt="2026-06-30T18:18:49.971" v="1950"/>
        <pc:sldMkLst>
          <pc:docMk/>
          <pc:sldMk cId="874146234" sldId="2134806081"/>
        </pc:sldMkLst>
        <pc:spChg chg="add mod">
          <ac:chgData name="Walke, Amey Mahadev" userId="f3761b3c-8654-4a17-a0cc-272a9b09d95d" providerId="ADAL" clId="{21D33730-2D71-4A1C-B988-869AE97D1AA7}" dt="2026-06-30T18:18:49.971" v="1950"/>
          <ac:spMkLst>
            <pc:docMk/>
            <pc:sldMk cId="874146234" sldId="2134806081"/>
            <ac:spMk id="3" creationId="{775A5778-C0F4-AFB9-2B1B-EE7F2B4C4BCC}"/>
          </ac:spMkLst>
        </pc:spChg>
      </pc:sldChg>
      <pc:sldChg chg="addSp modSp add del mod">
        <pc:chgData name="Walke, Amey Mahadev" userId="f3761b3c-8654-4a17-a0cc-272a9b09d95d" providerId="ADAL" clId="{21D33730-2D71-4A1C-B988-869AE97D1AA7}" dt="2026-06-30T17:44:01.340" v="1354" actId="47"/>
        <pc:sldMkLst>
          <pc:docMk/>
          <pc:sldMk cId="3506363489" sldId="2134806086"/>
        </pc:sldMkLst>
        <pc:spChg chg="add mod">
          <ac:chgData name="Walke, Amey Mahadev" userId="f3761b3c-8654-4a17-a0cc-272a9b09d95d" providerId="ADAL" clId="{21D33730-2D71-4A1C-B988-869AE97D1AA7}" dt="2026-06-30T17:30:38.928" v="1053" actId="113"/>
          <ac:spMkLst>
            <pc:docMk/>
            <pc:sldMk cId="3506363489" sldId="2134806086"/>
            <ac:spMk id="4" creationId="{139FF82E-D82D-ADCB-8DEE-9D5561CF907F}"/>
          </ac:spMkLst>
        </pc:spChg>
      </pc:sldChg>
      <pc:sldChg chg="addSp modSp new mod ord">
        <pc:chgData name="Walke, Amey Mahadev" userId="f3761b3c-8654-4a17-a0cc-272a9b09d95d" providerId="ADAL" clId="{21D33730-2D71-4A1C-B988-869AE97D1AA7}" dt="2026-06-30T22:44:35.587" v="2591" actId="1076"/>
        <pc:sldMkLst>
          <pc:docMk/>
          <pc:sldMk cId="2410079059" sldId="2134806087"/>
        </pc:sldMkLst>
        <pc:spChg chg="mod">
          <ac:chgData name="Walke, Amey Mahadev" userId="f3761b3c-8654-4a17-a0cc-272a9b09d95d" providerId="ADAL" clId="{21D33730-2D71-4A1C-B988-869AE97D1AA7}" dt="2026-06-30T17:36:13.462" v="1155" actId="14100"/>
          <ac:spMkLst>
            <pc:docMk/>
            <pc:sldMk cId="2410079059" sldId="2134806087"/>
            <ac:spMk id="3" creationId="{659E09BF-AFF4-4957-CBC7-4CE9B4B5F76D}"/>
          </ac:spMkLst>
        </pc:spChg>
        <pc:spChg chg="mod">
          <ac:chgData name="Walke, Amey Mahadev" userId="f3761b3c-8654-4a17-a0cc-272a9b09d95d" providerId="ADAL" clId="{21D33730-2D71-4A1C-B988-869AE97D1AA7}" dt="2026-06-30T19:54:01.732" v="2360" actId="113"/>
          <ac:spMkLst>
            <pc:docMk/>
            <pc:sldMk cId="2410079059" sldId="2134806087"/>
            <ac:spMk id="4" creationId="{95AC0F02-EC3F-7AC2-09E6-FCDEF8B956E7}"/>
          </ac:spMkLst>
        </pc:spChg>
        <pc:spChg chg="add mod">
          <ac:chgData name="Walke, Amey Mahadev" userId="f3761b3c-8654-4a17-a0cc-272a9b09d95d" providerId="ADAL" clId="{21D33730-2D71-4A1C-B988-869AE97D1AA7}" dt="2026-06-30T17:42:08.938" v="1351" actId="1076"/>
          <ac:spMkLst>
            <pc:docMk/>
            <pc:sldMk cId="2410079059" sldId="2134806087"/>
            <ac:spMk id="9" creationId="{F978A0BA-669A-4D29-5680-34EF988ADF27}"/>
          </ac:spMkLst>
        </pc:spChg>
        <pc:spChg chg="add mod">
          <ac:chgData name="Walke, Amey Mahadev" userId="f3761b3c-8654-4a17-a0cc-272a9b09d95d" providerId="ADAL" clId="{21D33730-2D71-4A1C-B988-869AE97D1AA7}" dt="2026-06-30T22:44:35.587" v="2591" actId="1076"/>
          <ac:spMkLst>
            <pc:docMk/>
            <pc:sldMk cId="2410079059" sldId="2134806087"/>
            <ac:spMk id="10" creationId="{E19972A7-B4CD-9065-1236-918B38E83E53}"/>
          </ac:spMkLst>
        </pc:spChg>
        <pc:picChg chg="add mod">
          <ac:chgData name="Walke, Amey Mahadev" userId="f3761b3c-8654-4a17-a0cc-272a9b09d95d" providerId="ADAL" clId="{21D33730-2D71-4A1C-B988-869AE97D1AA7}" dt="2026-06-30T17:36:19.853" v="1156" actId="1076"/>
          <ac:picMkLst>
            <pc:docMk/>
            <pc:sldMk cId="2410079059" sldId="2134806087"/>
            <ac:picMk id="6" creationId="{1DB1178B-50D8-F269-CF0A-443A62EFEF0B}"/>
          </ac:picMkLst>
        </pc:picChg>
        <pc:picChg chg="add mod">
          <ac:chgData name="Walke, Amey Mahadev" userId="f3761b3c-8654-4a17-a0cc-272a9b09d95d" providerId="ADAL" clId="{21D33730-2D71-4A1C-B988-869AE97D1AA7}" dt="2026-06-30T17:36:46.136" v="1160" actId="1076"/>
          <ac:picMkLst>
            <pc:docMk/>
            <pc:sldMk cId="2410079059" sldId="2134806087"/>
            <ac:picMk id="8" creationId="{B164332E-6DC0-D418-0EC3-D172731EF398}"/>
          </ac:picMkLst>
        </pc:picChg>
        <pc:picChg chg="add mod">
          <ac:chgData name="Walke, Amey Mahadev" userId="f3761b3c-8654-4a17-a0cc-272a9b09d95d" providerId="ADAL" clId="{21D33730-2D71-4A1C-B988-869AE97D1AA7}" dt="2026-06-30T22:44:32.923" v="2590" actId="14100"/>
          <ac:picMkLst>
            <pc:docMk/>
            <pc:sldMk cId="2410079059" sldId="2134806087"/>
            <ac:picMk id="1025" creationId="{D828D92E-250B-1EB2-3486-9F11E006C886}"/>
          </ac:picMkLst>
        </pc:picChg>
      </pc:sldChg>
      <pc:sldChg chg="add del">
        <pc:chgData name="Walke, Amey Mahadev" userId="f3761b3c-8654-4a17-a0cc-272a9b09d95d" providerId="ADAL" clId="{21D33730-2D71-4A1C-B988-869AE97D1AA7}" dt="2026-06-30T17:36:37.319" v="1158"/>
        <pc:sldMkLst>
          <pc:docMk/>
          <pc:sldMk cId="13157802" sldId="2134806088"/>
        </pc:sldMkLst>
      </pc:sldChg>
      <pc:sldChg chg="new del">
        <pc:chgData name="Walke, Amey Mahadev" userId="f3761b3c-8654-4a17-a0cc-272a9b09d95d" providerId="ADAL" clId="{21D33730-2D71-4A1C-B988-869AE97D1AA7}" dt="2026-06-30T18:15:35.829" v="1896" actId="47"/>
        <pc:sldMkLst>
          <pc:docMk/>
          <pc:sldMk cId="3683047677" sldId="2134806088"/>
        </pc:sldMkLst>
      </pc:sldChg>
      <pc:sldChg chg="add del">
        <pc:chgData name="Walke, Amey Mahadev" userId="f3761b3c-8654-4a17-a0cc-272a9b09d95d" providerId="ADAL" clId="{21D33730-2D71-4A1C-B988-869AE97D1AA7}" dt="2026-06-30T18:15:34.682" v="1895" actId="47"/>
        <pc:sldMkLst>
          <pc:docMk/>
          <pc:sldMk cId="1866180215" sldId="2134806089"/>
        </pc:sldMkLst>
      </pc:sldChg>
      <pc:sldChg chg="addSp delSp modSp new mod">
        <pc:chgData name="Walke, Amey Mahadev" userId="f3761b3c-8654-4a17-a0cc-272a9b09d95d" providerId="ADAL" clId="{21D33730-2D71-4A1C-B988-869AE97D1AA7}" dt="2026-06-30T18:15:24.993" v="1894" actId="1076"/>
        <pc:sldMkLst>
          <pc:docMk/>
          <pc:sldMk cId="212617983" sldId="2134806090"/>
        </pc:sldMkLst>
        <pc:spChg chg="del">
          <ac:chgData name="Walke, Amey Mahadev" userId="f3761b3c-8654-4a17-a0cc-272a9b09d95d" providerId="ADAL" clId="{21D33730-2D71-4A1C-B988-869AE97D1AA7}" dt="2026-06-30T18:06:10.746" v="1704" actId="478"/>
          <ac:spMkLst>
            <pc:docMk/>
            <pc:sldMk cId="212617983" sldId="2134806090"/>
            <ac:spMk id="3" creationId="{A0275858-9C41-EDCF-9515-28CDE867692A}"/>
          </ac:spMkLst>
        </pc:spChg>
        <pc:spChg chg="del">
          <ac:chgData name="Walke, Amey Mahadev" userId="f3761b3c-8654-4a17-a0cc-272a9b09d95d" providerId="ADAL" clId="{21D33730-2D71-4A1C-B988-869AE97D1AA7}" dt="2026-06-30T18:06:03.950" v="1701" actId="478"/>
          <ac:spMkLst>
            <pc:docMk/>
            <pc:sldMk cId="212617983" sldId="2134806090"/>
            <ac:spMk id="4" creationId="{93418E11-3F03-9C24-C90F-BD9A1132156D}"/>
          </ac:spMkLst>
        </pc:spChg>
        <pc:spChg chg="add mod">
          <ac:chgData name="Walke, Amey Mahadev" userId="f3761b3c-8654-4a17-a0cc-272a9b09d95d" providerId="ADAL" clId="{21D33730-2D71-4A1C-B988-869AE97D1AA7}" dt="2026-06-30T18:14:11.752" v="1814" actId="13926"/>
          <ac:spMkLst>
            <pc:docMk/>
            <pc:sldMk cId="212617983" sldId="2134806090"/>
            <ac:spMk id="6" creationId="{469505F3-AD7D-2E41-1781-8C370FA44BC8}"/>
          </ac:spMkLst>
        </pc:spChg>
        <pc:spChg chg="add del mod">
          <ac:chgData name="Walke, Amey Mahadev" userId="f3761b3c-8654-4a17-a0cc-272a9b09d95d" providerId="ADAL" clId="{21D33730-2D71-4A1C-B988-869AE97D1AA7}" dt="2026-06-30T18:13:51.716" v="1812" actId="478"/>
          <ac:spMkLst>
            <pc:docMk/>
            <pc:sldMk cId="212617983" sldId="2134806090"/>
            <ac:spMk id="8" creationId="{EE5C64F4-2CDA-BEDD-41EE-BD80B789FBDA}"/>
          </ac:spMkLst>
        </pc:spChg>
        <pc:spChg chg="add mod">
          <ac:chgData name="Walke, Amey Mahadev" userId="f3761b3c-8654-4a17-a0cc-272a9b09d95d" providerId="ADAL" clId="{21D33730-2D71-4A1C-B988-869AE97D1AA7}" dt="2026-06-30T18:14:17.440" v="1815" actId="1076"/>
          <ac:spMkLst>
            <pc:docMk/>
            <pc:sldMk cId="212617983" sldId="2134806090"/>
            <ac:spMk id="9" creationId="{67A813EA-3847-17F7-26C5-F803C47266A8}"/>
          </ac:spMkLst>
        </pc:spChg>
        <pc:spChg chg="add del mod">
          <ac:chgData name="Walke, Amey Mahadev" userId="f3761b3c-8654-4a17-a0cc-272a9b09d95d" providerId="ADAL" clId="{21D33730-2D71-4A1C-B988-869AE97D1AA7}" dt="2026-06-30T18:13:50.499" v="1811" actId="478"/>
          <ac:spMkLst>
            <pc:docMk/>
            <pc:sldMk cId="212617983" sldId="2134806090"/>
            <ac:spMk id="10" creationId="{B0506CF3-B62D-1B5C-99E2-CB7E64A3508D}"/>
          </ac:spMkLst>
        </pc:spChg>
        <pc:spChg chg="add mod">
          <ac:chgData name="Walke, Amey Mahadev" userId="f3761b3c-8654-4a17-a0cc-272a9b09d95d" providerId="ADAL" clId="{21D33730-2D71-4A1C-B988-869AE97D1AA7}" dt="2026-06-30T18:13:45.971" v="1809" actId="20577"/>
          <ac:spMkLst>
            <pc:docMk/>
            <pc:sldMk cId="212617983" sldId="2134806090"/>
            <ac:spMk id="11" creationId="{24AE541E-14D1-18B4-69BA-D29E09B84CD0}"/>
          </ac:spMkLst>
        </pc:spChg>
        <pc:spChg chg="add mod">
          <ac:chgData name="Walke, Amey Mahadev" userId="f3761b3c-8654-4a17-a0cc-272a9b09d95d" providerId="ADAL" clId="{21D33730-2D71-4A1C-B988-869AE97D1AA7}" dt="2026-06-30T18:14:34.351" v="1824" actId="1076"/>
          <ac:spMkLst>
            <pc:docMk/>
            <pc:sldMk cId="212617983" sldId="2134806090"/>
            <ac:spMk id="12" creationId="{78E78888-BD07-8DAD-DADB-A4CCBC81862F}"/>
          </ac:spMkLst>
        </pc:spChg>
        <pc:spChg chg="add mod">
          <ac:chgData name="Walke, Amey Mahadev" userId="f3761b3c-8654-4a17-a0cc-272a9b09d95d" providerId="ADAL" clId="{21D33730-2D71-4A1C-B988-869AE97D1AA7}" dt="2026-06-30T18:15:24.993" v="1894" actId="1076"/>
          <ac:spMkLst>
            <pc:docMk/>
            <pc:sldMk cId="212617983" sldId="2134806090"/>
            <ac:spMk id="13" creationId="{0FEF8492-5BC8-0F22-0828-721651BF5E65}"/>
          </ac:spMkLst>
        </pc:spChg>
        <pc:picChg chg="add mod">
          <ac:chgData name="Walke, Amey Mahadev" userId="f3761b3c-8654-4a17-a0cc-272a9b09d95d" providerId="ADAL" clId="{21D33730-2D71-4A1C-B988-869AE97D1AA7}" dt="2026-06-30T18:05:45.525" v="1700"/>
          <ac:picMkLst>
            <pc:docMk/>
            <pc:sldMk cId="212617983" sldId="2134806090"/>
            <ac:picMk id="5" creationId="{D63317B1-5F31-8DB5-7B2A-8CC63298BEC2}"/>
          </ac:picMkLst>
        </pc:picChg>
        <pc:picChg chg="add del mod">
          <ac:chgData name="Walke, Amey Mahadev" userId="f3761b3c-8654-4a17-a0cc-272a9b09d95d" providerId="ADAL" clId="{21D33730-2D71-4A1C-B988-869AE97D1AA7}" dt="2026-06-30T18:13:49.423" v="1810" actId="478"/>
          <ac:picMkLst>
            <pc:docMk/>
            <pc:sldMk cId="212617983" sldId="2134806090"/>
            <ac:picMk id="7" creationId="{F98A4A0D-4CFF-32F4-7D40-63175A81D1C7}"/>
          </ac:picMkLst>
        </pc:picChg>
      </pc:sldChg>
      <pc:sldChg chg="addSp delSp modSp new mod">
        <pc:chgData name="Walke, Amey Mahadev" userId="f3761b3c-8654-4a17-a0cc-272a9b09d95d" providerId="ADAL" clId="{21D33730-2D71-4A1C-B988-869AE97D1AA7}" dt="2026-06-30T18:13:17.169" v="1798" actId="20577"/>
        <pc:sldMkLst>
          <pc:docMk/>
          <pc:sldMk cId="401921131" sldId="2134806091"/>
        </pc:sldMkLst>
        <pc:spChg chg="del">
          <ac:chgData name="Walke, Amey Mahadev" userId="f3761b3c-8654-4a17-a0cc-272a9b09d95d" providerId="ADAL" clId="{21D33730-2D71-4A1C-B988-869AE97D1AA7}" dt="2026-06-30T18:08:42.131" v="1736" actId="478"/>
          <ac:spMkLst>
            <pc:docMk/>
            <pc:sldMk cId="401921131" sldId="2134806091"/>
            <ac:spMk id="3" creationId="{CBC8D10A-64A2-DECE-BB8F-7C14FC32B38A}"/>
          </ac:spMkLst>
        </pc:spChg>
        <pc:spChg chg="del">
          <ac:chgData name="Walke, Amey Mahadev" userId="f3761b3c-8654-4a17-a0cc-272a9b09d95d" providerId="ADAL" clId="{21D33730-2D71-4A1C-B988-869AE97D1AA7}" dt="2026-06-30T18:08:40.845" v="1735" actId="478"/>
          <ac:spMkLst>
            <pc:docMk/>
            <pc:sldMk cId="401921131" sldId="2134806091"/>
            <ac:spMk id="4" creationId="{C138B1C1-2D5E-17E5-7767-2D3778DEE846}"/>
          </ac:spMkLst>
        </pc:spChg>
        <pc:spChg chg="add mod">
          <ac:chgData name="Walke, Amey Mahadev" userId="f3761b3c-8654-4a17-a0cc-272a9b09d95d" providerId="ADAL" clId="{21D33730-2D71-4A1C-B988-869AE97D1AA7}" dt="2026-06-30T18:11:40.257" v="1780" actId="6549"/>
          <ac:spMkLst>
            <pc:docMk/>
            <pc:sldMk cId="401921131" sldId="2134806091"/>
            <ac:spMk id="6" creationId="{5836457F-5C6B-75DD-0B29-B9805E4C828E}"/>
          </ac:spMkLst>
        </pc:spChg>
        <pc:spChg chg="add mod">
          <ac:chgData name="Walke, Amey Mahadev" userId="f3761b3c-8654-4a17-a0cc-272a9b09d95d" providerId="ADAL" clId="{21D33730-2D71-4A1C-B988-869AE97D1AA7}" dt="2026-06-30T18:09:39.331" v="1747" actId="208"/>
          <ac:spMkLst>
            <pc:docMk/>
            <pc:sldMk cId="401921131" sldId="2134806091"/>
            <ac:spMk id="7" creationId="{DAE1D9CE-D2E6-94E4-9BA4-908134A356AC}"/>
          </ac:spMkLst>
        </pc:spChg>
        <pc:spChg chg="add mod">
          <ac:chgData name="Walke, Amey Mahadev" userId="f3761b3c-8654-4a17-a0cc-272a9b09d95d" providerId="ADAL" clId="{21D33730-2D71-4A1C-B988-869AE97D1AA7}" dt="2026-06-30T18:13:17.169" v="1798" actId="20577"/>
          <ac:spMkLst>
            <pc:docMk/>
            <pc:sldMk cId="401921131" sldId="2134806091"/>
            <ac:spMk id="8" creationId="{2E016EC5-9B45-1994-2233-0FDF9DAF2FFA}"/>
          </ac:spMkLst>
        </pc:spChg>
        <pc:spChg chg="add mod">
          <ac:chgData name="Walke, Amey Mahadev" userId="f3761b3c-8654-4a17-a0cc-272a9b09d95d" providerId="ADAL" clId="{21D33730-2D71-4A1C-B988-869AE97D1AA7}" dt="2026-06-30T18:10:51.124" v="1755" actId="14100"/>
          <ac:spMkLst>
            <pc:docMk/>
            <pc:sldMk cId="401921131" sldId="2134806091"/>
            <ac:spMk id="10" creationId="{858C6322-B2C8-23B2-DC0A-E33B0D7087C9}"/>
          </ac:spMkLst>
        </pc:spChg>
        <pc:spChg chg="add mod">
          <ac:chgData name="Walke, Amey Mahadev" userId="f3761b3c-8654-4a17-a0cc-272a9b09d95d" providerId="ADAL" clId="{21D33730-2D71-4A1C-B988-869AE97D1AA7}" dt="2026-06-30T18:10:47.021" v="1754" actId="1076"/>
          <ac:spMkLst>
            <pc:docMk/>
            <pc:sldMk cId="401921131" sldId="2134806091"/>
            <ac:spMk id="11" creationId="{587B2DCE-4F4A-0FF6-7A67-EB97265881D4}"/>
          </ac:spMkLst>
        </pc:spChg>
        <pc:spChg chg="add mod">
          <ac:chgData name="Walke, Amey Mahadev" userId="f3761b3c-8654-4a17-a0cc-272a9b09d95d" providerId="ADAL" clId="{21D33730-2D71-4A1C-B988-869AE97D1AA7}" dt="2026-06-30T18:11:45.362" v="1781" actId="1076"/>
          <ac:spMkLst>
            <pc:docMk/>
            <pc:sldMk cId="401921131" sldId="2134806091"/>
            <ac:spMk id="12" creationId="{493579FE-D20B-CD69-CF22-3F0B01033558}"/>
          </ac:spMkLst>
        </pc:spChg>
        <pc:spChg chg="add mod">
          <ac:chgData name="Walke, Amey Mahadev" userId="f3761b3c-8654-4a17-a0cc-272a9b09d95d" providerId="ADAL" clId="{21D33730-2D71-4A1C-B988-869AE97D1AA7}" dt="2026-06-30T18:11:55.474" v="1784" actId="1076"/>
          <ac:spMkLst>
            <pc:docMk/>
            <pc:sldMk cId="401921131" sldId="2134806091"/>
            <ac:spMk id="13" creationId="{781B78EB-D6B0-ABDE-7136-F4F05C5572F3}"/>
          </ac:spMkLst>
        </pc:spChg>
        <pc:spChg chg="add mod">
          <ac:chgData name="Walke, Amey Mahadev" userId="f3761b3c-8654-4a17-a0cc-272a9b09d95d" providerId="ADAL" clId="{21D33730-2D71-4A1C-B988-869AE97D1AA7}" dt="2026-06-30T18:12:08.470" v="1786" actId="1076"/>
          <ac:spMkLst>
            <pc:docMk/>
            <pc:sldMk cId="401921131" sldId="2134806091"/>
            <ac:spMk id="18" creationId="{5B342E9A-FB0E-8A08-A726-90CB7ED0F91D}"/>
          </ac:spMkLst>
        </pc:spChg>
        <pc:spChg chg="add mod">
          <ac:chgData name="Walke, Amey Mahadev" userId="f3761b3c-8654-4a17-a0cc-272a9b09d95d" providerId="ADAL" clId="{21D33730-2D71-4A1C-B988-869AE97D1AA7}" dt="2026-06-30T18:12:22.688" v="1790" actId="14100"/>
          <ac:spMkLst>
            <pc:docMk/>
            <pc:sldMk cId="401921131" sldId="2134806091"/>
            <ac:spMk id="19" creationId="{0D5C0653-9604-F4A8-00AD-288A16D52759}"/>
          </ac:spMkLst>
        </pc:spChg>
        <pc:spChg chg="add mod">
          <ac:chgData name="Walke, Amey Mahadev" userId="f3761b3c-8654-4a17-a0cc-272a9b09d95d" providerId="ADAL" clId="{21D33730-2D71-4A1C-B988-869AE97D1AA7}" dt="2026-06-30T18:12:46.042" v="1796" actId="1076"/>
          <ac:spMkLst>
            <pc:docMk/>
            <pc:sldMk cId="401921131" sldId="2134806091"/>
            <ac:spMk id="24" creationId="{607B23A4-0B00-80FF-90BA-50567CF0795F}"/>
          </ac:spMkLst>
        </pc:spChg>
        <pc:graphicFrameChg chg="add mod">
          <ac:chgData name="Walke, Amey Mahadev" userId="f3761b3c-8654-4a17-a0cc-272a9b09d95d" providerId="ADAL" clId="{21D33730-2D71-4A1C-B988-869AE97D1AA7}" dt="2026-06-30T18:08:18.689" v="1734" actId="1076"/>
          <ac:graphicFrameMkLst>
            <pc:docMk/>
            <pc:sldMk cId="401921131" sldId="2134806091"/>
            <ac:graphicFrameMk id="5" creationId="{D941B1F7-3ABC-C0E5-B612-6B7D1CB268DD}"/>
          </ac:graphicFrameMkLst>
        </pc:graphicFrameChg>
        <pc:picChg chg="add mod">
          <ac:chgData name="Walke, Amey Mahadev" userId="f3761b3c-8654-4a17-a0cc-272a9b09d95d" providerId="ADAL" clId="{21D33730-2D71-4A1C-B988-869AE97D1AA7}" dt="2026-06-30T18:12:11.810" v="1787" actId="1076"/>
          <ac:picMkLst>
            <pc:docMk/>
            <pc:sldMk cId="401921131" sldId="2134806091"/>
            <ac:picMk id="9" creationId="{E855AC14-BE00-A920-2F49-A08772F4E849}"/>
          </ac:picMkLst>
        </pc:picChg>
        <pc:picChg chg="add mod">
          <ac:chgData name="Walke, Amey Mahadev" userId="f3761b3c-8654-4a17-a0cc-272a9b09d95d" providerId="ADAL" clId="{21D33730-2D71-4A1C-B988-869AE97D1AA7}" dt="2026-06-30T18:12:08.470" v="1786" actId="1076"/>
          <ac:picMkLst>
            <pc:docMk/>
            <pc:sldMk cId="401921131" sldId="2134806091"/>
            <ac:picMk id="17" creationId="{F4C378B0-BE1B-9C9E-40FA-8CC473B3709C}"/>
          </ac:picMkLst>
        </pc:picChg>
        <pc:cxnChg chg="add mod">
          <ac:chgData name="Walke, Amey Mahadev" userId="f3761b3c-8654-4a17-a0cc-272a9b09d95d" providerId="ADAL" clId="{21D33730-2D71-4A1C-B988-869AE97D1AA7}" dt="2026-06-30T18:12:14.474" v="1788" actId="14100"/>
          <ac:cxnSpMkLst>
            <pc:docMk/>
            <pc:sldMk cId="401921131" sldId="2134806091"/>
            <ac:cxnSpMk id="15" creationId="{4DDC9098-F572-2F98-2937-06C4EEE638FE}"/>
          </ac:cxnSpMkLst>
        </pc:cxnChg>
        <pc:cxnChg chg="add mod">
          <ac:chgData name="Walke, Amey Mahadev" userId="f3761b3c-8654-4a17-a0cc-272a9b09d95d" providerId="ADAL" clId="{21D33730-2D71-4A1C-B988-869AE97D1AA7}" dt="2026-06-30T18:12:30.285" v="1794" actId="14100"/>
          <ac:cxnSpMkLst>
            <pc:docMk/>
            <pc:sldMk cId="401921131" sldId="2134806091"/>
            <ac:cxnSpMk id="21" creationId="{9B475DCD-73F0-2B6C-801D-0AF0480838D0}"/>
          </ac:cxnSpMkLst>
        </pc:cxnChg>
      </pc:sldChg>
      <pc:sldChg chg="addSp delSp modSp new mod">
        <pc:chgData name="Walke, Amey Mahadev" userId="f3761b3c-8654-4a17-a0cc-272a9b09d95d" providerId="ADAL" clId="{21D33730-2D71-4A1C-B988-869AE97D1AA7}" dt="2026-06-30T19:59:32.179" v="2492" actId="1076"/>
        <pc:sldMkLst>
          <pc:docMk/>
          <pc:sldMk cId="2093776916" sldId="2134806092"/>
        </pc:sldMkLst>
        <pc:spChg chg="del">
          <ac:chgData name="Walke, Amey Mahadev" userId="f3761b3c-8654-4a17-a0cc-272a9b09d95d" providerId="ADAL" clId="{21D33730-2D71-4A1C-B988-869AE97D1AA7}" dt="2026-06-30T19:54:32.155" v="2363" actId="478"/>
          <ac:spMkLst>
            <pc:docMk/>
            <pc:sldMk cId="2093776916" sldId="2134806092"/>
            <ac:spMk id="3" creationId="{76D3BCDF-EC4F-34D6-2986-AD8298E18B21}"/>
          </ac:spMkLst>
        </pc:spChg>
        <pc:spChg chg="del">
          <ac:chgData name="Walke, Amey Mahadev" userId="f3761b3c-8654-4a17-a0cc-272a9b09d95d" providerId="ADAL" clId="{21D33730-2D71-4A1C-B988-869AE97D1AA7}" dt="2026-06-30T19:54:31.048" v="2362" actId="478"/>
          <ac:spMkLst>
            <pc:docMk/>
            <pc:sldMk cId="2093776916" sldId="2134806092"/>
            <ac:spMk id="4" creationId="{8B292749-2386-D4F8-1461-4388BE5F19F8}"/>
          </ac:spMkLst>
        </pc:spChg>
        <pc:spChg chg="mod">
          <ac:chgData name="Walke, Amey Mahadev" userId="f3761b3c-8654-4a17-a0cc-272a9b09d95d" providerId="ADAL" clId="{21D33730-2D71-4A1C-B988-869AE97D1AA7}" dt="2026-06-30T19:54:56.509" v="2364"/>
          <ac:spMkLst>
            <pc:docMk/>
            <pc:sldMk cId="2093776916" sldId="2134806092"/>
            <ac:spMk id="7" creationId="{CE776211-4E33-9A2E-93AC-B86F283BD566}"/>
          </ac:spMkLst>
        </pc:spChg>
        <pc:spChg chg="mod">
          <ac:chgData name="Walke, Amey Mahadev" userId="f3761b3c-8654-4a17-a0cc-272a9b09d95d" providerId="ADAL" clId="{21D33730-2D71-4A1C-B988-869AE97D1AA7}" dt="2026-06-30T19:54:56.509" v="2364"/>
          <ac:spMkLst>
            <pc:docMk/>
            <pc:sldMk cId="2093776916" sldId="2134806092"/>
            <ac:spMk id="8" creationId="{07668623-DB3A-E39B-53FC-72DB2C9F21F3}"/>
          </ac:spMkLst>
        </pc:spChg>
        <pc:spChg chg="add mod">
          <ac:chgData name="Walke, Amey Mahadev" userId="f3761b3c-8654-4a17-a0cc-272a9b09d95d" providerId="ADAL" clId="{21D33730-2D71-4A1C-B988-869AE97D1AA7}" dt="2026-06-30T19:58:58.281" v="2481" actId="1076"/>
          <ac:spMkLst>
            <pc:docMk/>
            <pc:sldMk cId="2093776916" sldId="2134806092"/>
            <ac:spMk id="9" creationId="{E2D972E0-38DD-1382-E42F-379DEE1B8691}"/>
          </ac:spMkLst>
        </pc:spChg>
        <pc:spChg chg="add mod">
          <ac:chgData name="Walke, Amey Mahadev" userId="f3761b3c-8654-4a17-a0cc-272a9b09d95d" providerId="ADAL" clId="{21D33730-2D71-4A1C-B988-869AE97D1AA7}" dt="2026-06-30T19:58:58.281" v="2481" actId="1076"/>
          <ac:spMkLst>
            <pc:docMk/>
            <pc:sldMk cId="2093776916" sldId="2134806092"/>
            <ac:spMk id="10" creationId="{BD093165-F6B8-2F30-9D78-B4078CF00BAA}"/>
          </ac:spMkLst>
        </pc:spChg>
        <pc:spChg chg="add del mod">
          <ac:chgData name="Walke, Amey Mahadev" userId="f3761b3c-8654-4a17-a0cc-272a9b09d95d" providerId="ADAL" clId="{21D33730-2D71-4A1C-B988-869AE97D1AA7}" dt="2026-06-30T19:55:57.665" v="2368" actId="478"/>
          <ac:spMkLst>
            <pc:docMk/>
            <pc:sldMk cId="2093776916" sldId="2134806092"/>
            <ac:spMk id="12" creationId="{77257E11-31F5-8035-80B3-C57E61D64017}"/>
          </ac:spMkLst>
        </pc:spChg>
        <pc:spChg chg="add del">
          <ac:chgData name="Walke, Amey Mahadev" userId="f3761b3c-8654-4a17-a0cc-272a9b09d95d" providerId="ADAL" clId="{21D33730-2D71-4A1C-B988-869AE97D1AA7}" dt="2026-06-30T19:56:01.421" v="2370" actId="22"/>
          <ac:spMkLst>
            <pc:docMk/>
            <pc:sldMk cId="2093776916" sldId="2134806092"/>
            <ac:spMk id="14" creationId="{BD25B749-B5F3-4D72-F39F-DAC7ACBCEA21}"/>
          </ac:spMkLst>
        </pc:spChg>
        <pc:spChg chg="add mod">
          <ac:chgData name="Walke, Amey Mahadev" userId="f3761b3c-8654-4a17-a0cc-272a9b09d95d" providerId="ADAL" clId="{21D33730-2D71-4A1C-B988-869AE97D1AA7}" dt="2026-06-30T19:58:58.281" v="2481" actId="1076"/>
          <ac:spMkLst>
            <pc:docMk/>
            <pc:sldMk cId="2093776916" sldId="2134806092"/>
            <ac:spMk id="18" creationId="{46C4A7AC-FF46-2C96-E674-58E860355F32}"/>
          </ac:spMkLst>
        </pc:spChg>
        <pc:spChg chg="add mod">
          <ac:chgData name="Walke, Amey Mahadev" userId="f3761b3c-8654-4a17-a0cc-272a9b09d95d" providerId="ADAL" clId="{21D33730-2D71-4A1C-B988-869AE97D1AA7}" dt="2026-06-30T19:58:58.281" v="2481" actId="1076"/>
          <ac:spMkLst>
            <pc:docMk/>
            <pc:sldMk cId="2093776916" sldId="2134806092"/>
            <ac:spMk id="20" creationId="{A8D8E372-06BF-A1ED-EADE-6F6F1A2BBB69}"/>
          </ac:spMkLst>
        </pc:spChg>
        <pc:spChg chg="add mod">
          <ac:chgData name="Walke, Amey Mahadev" userId="f3761b3c-8654-4a17-a0cc-272a9b09d95d" providerId="ADAL" clId="{21D33730-2D71-4A1C-B988-869AE97D1AA7}" dt="2026-06-30T19:58:21.683" v="2474" actId="20577"/>
          <ac:spMkLst>
            <pc:docMk/>
            <pc:sldMk cId="2093776916" sldId="2134806092"/>
            <ac:spMk id="21" creationId="{24121736-B00B-8E3A-E6C6-B97126E7BE09}"/>
          </ac:spMkLst>
        </pc:spChg>
        <pc:spChg chg="add mod">
          <ac:chgData name="Walke, Amey Mahadev" userId="f3761b3c-8654-4a17-a0cc-272a9b09d95d" providerId="ADAL" clId="{21D33730-2D71-4A1C-B988-869AE97D1AA7}" dt="2026-06-30T19:59:32.179" v="2492" actId="1076"/>
          <ac:spMkLst>
            <pc:docMk/>
            <pc:sldMk cId="2093776916" sldId="2134806092"/>
            <ac:spMk id="25" creationId="{1DD6D2A4-D9D6-2BAF-870F-555D88CB95FC}"/>
          </ac:spMkLst>
        </pc:spChg>
        <pc:grpChg chg="add mod">
          <ac:chgData name="Walke, Amey Mahadev" userId="f3761b3c-8654-4a17-a0cc-272a9b09d95d" providerId="ADAL" clId="{21D33730-2D71-4A1C-B988-869AE97D1AA7}" dt="2026-06-30T19:58:58.281" v="2481" actId="1076"/>
          <ac:grpSpMkLst>
            <pc:docMk/>
            <pc:sldMk cId="2093776916" sldId="2134806092"/>
            <ac:grpSpMk id="5" creationId="{59F428C8-C3B9-3301-CE0E-89D14DC37B05}"/>
          </ac:grpSpMkLst>
        </pc:grpChg>
        <pc:graphicFrameChg chg="add mod">
          <ac:chgData name="Walke, Amey Mahadev" userId="f3761b3c-8654-4a17-a0cc-272a9b09d95d" providerId="ADAL" clId="{21D33730-2D71-4A1C-B988-869AE97D1AA7}" dt="2026-06-30T19:56:32.365" v="2371"/>
          <ac:graphicFrameMkLst>
            <pc:docMk/>
            <pc:sldMk cId="2093776916" sldId="2134806092"/>
            <ac:graphicFrameMk id="15" creationId="{DEA8604A-73B2-23C9-E7E4-6272D7D34560}"/>
          </ac:graphicFrameMkLst>
        </pc:graphicFrameChg>
        <pc:graphicFrameChg chg="add mod modGraphic">
          <ac:chgData name="Walke, Amey Mahadev" userId="f3761b3c-8654-4a17-a0cc-272a9b09d95d" providerId="ADAL" clId="{21D33730-2D71-4A1C-B988-869AE97D1AA7}" dt="2026-06-30T19:59:00.900" v="2482" actId="1076"/>
          <ac:graphicFrameMkLst>
            <pc:docMk/>
            <pc:sldMk cId="2093776916" sldId="2134806092"/>
            <ac:graphicFrameMk id="16" creationId="{2AD61CA7-881B-8092-3E5A-6AE60CEBD8DC}"/>
          </ac:graphicFrameMkLst>
        </pc:graphicFrameChg>
        <pc:picChg chg="mod">
          <ac:chgData name="Walke, Amey Mahadev" userId="f3761b3c-8654-4a17-a0cc-272a9b09d95d" providerId="ADAL" clId="{21D33730-2D71-4A1C-B988-869AE97D1AA7}" dt="2026-06-30T19:54:56.509" v="2364"/>
          <ac:picMkLst>
            <pc:docMk/>
            <pc:sldMk cId="2093776916" sldId="2134806092"/>
            <ac:picMk id="6" creationId="{8543C0A2-2F12-64C3-14C4-61BF5A90F62D}"/>
          </ac:picMkLst>
        </pc:picChg>
        <pc:cxnChg chg="add mod">
          <ac:chgData name="Walke, Amey Mahadev" userId="f3761b3c-8654-4a17-a0cc-272a9b09d95d" providerId="ADAL" clId="{21D33730-2D71-4A1C-B988-869AE97D1AA7}" dt="2026-06-30T19:58:58.281" v="2481" actId="1076"/>
          <ac:cxnSpMkLst>
            <pc:docMk/>
            <pc:sldMk cId="2093776916" sldId="2134806092"/>
            <ac:cxnSpMk id="23" creationId="{80126FA3-94BA-5514-EC0B-143758BF40C1}"/>
          </ac:cxnSpMkLst>
        </pc:cxnChg>
        <pc:cxnChg chg="add mod">
          <ac:chgData name="Walke, Amey Mahadev" userId="f3761b3c-8654-4a17-a0cc-272a9b09d95d" providerId="ADAL" clId="{21D33730-2D71-4A1C-B988-869AE97D1AA7}" dt="2026-06-30T19:58:58.281" v="2481" actId="1076"/>
          <ac:cxnSpMkLst>
            <pc:docMk/>
            <pc:sldMk cId="2093776916" sldId="2134806092"/>
            <ac:cxnSpMk id="24" creationId="{A315A946-068E-6CDB-802A-90AFA524748C}"/>
          </ac:cxnSpMkLst>
        </pc:cxnChg>
      </pc:sldChg>
      <pc:sldChg chg="addSp delSp modSp new mod">
        <pc:chgData name="Walke, Amey Mahadev" userId="f3761b3c-8654-4a17-a0cc-272a9b09d95d" providerId="ADAL" clId="{21D33730-2D71-4A1C-B988-869AE97D1AA7}" dt="2026-06-30T22:01:44.342" v="2572" actId="13926"/>
        <pc:sldMkLst>
          <pc:docMk/>
          <pc:sldMk cId="2056445426" sldId="2134806093"/>
        </pc:sldMkLst>
        <pc:spChg chg="del">
          <ac:chgData name="Walke, Amey Mahadev" userId="f3761b3c-8654-4a17-a0cc-272a9b09d95d" providerId="ADAL" clId="{21D33730-2D71-4A1C-B988-869AE97D1AA7}" dt="2026-06-30T21:45:51.390" v="2495" actId="478"/>
          <ac:spMkLst>
            <pc:docMk/>
            <pc:sldMk cId="2056445426" sldId="2134806093"/>
            <ac:spMk id="3" creationId="{18EFA6E1-3482-EDC7-CCF8-8040F1AF1B8A}"/>
          </ac:spMkLst>
        </pc:spChg>
        <pc:spChg chg="del">
          <ac:chgData name="Walke, Amey Mahadev" userId="f3761b3c-8654-4a17-a0cc-272a9b09d95d" providerId="ADAL" clId="{21D33730-2D71-4A1C-B988-869AE97D1AA7}" dt="2026-06-30T21:45:49.847" v="2494" actId="478"/>
          <ac:spMkLst>
            <pc:docMk/>
            <pc:sldMk cId="2056445426" sldId="2134806093"/>
            <ac:spMk id="4" creationId="{F7D42303-1403-C955-BDBF-E87C81FC4907}"/>
          </ac:spMkLst>
        </pc:spChg>
        <pc:spChg chg="add mod">
          <ac:chgData name="Walke, Amey Mahadev" userId="f3761b3c-8654-4a17-a0cc-272a9b09d95d" providerId="ADAL" clId="{21D33730-2D71-4A1C-B988-869AE97D1AA7}" dt="2026-06-30T21:58:56.416" v="2559" actId="20577"/>
          <ac:spMkLst>
            <pc:docMk/>
            <pc:sldMk cId="2056445426" sldId="2134806093"/>
            <ac:spMk id="8" creationId="{FA4A132E-CF88-0295-8693-2D38C659741E}"/>
          </ac:spMkLst>
        </pc:spChg>
        <pc:spChg chg="add mod">
          <ac:chgData name="Walke, Amey Mahadev" userId="f3761b3c-8654-4a17-a0cc-272a9b09d95d" providerId="ADAL" clId="{21D33730-2D71-4A1C-B988-869AE97D1AA7}" dt="2026-06-30T21:56:04.886" v="2537" actId="1076"/>
          <ac:spMkLst>
            <pc:docMk/>
            <pc:sldMk cId="2056445426" sldId="2134806093"/>
            <ac:spMk id="10" creationId="{56216977-CD27-D031-F331-44A873136AC2}"/>
          </ac:spMkLst>
        </pc:spChg>
        <pc:spChg chg="add mod">
          <ac:chgData name="Walke, Amey Mahadev" userId="f3761b3c-8654-4a17-a0cc-272a9b09d95d" providerId="ADAL" clId="{21D33730-2D71-4A1C-B988-869AE97D1AA7}" dt="2026-06-30T22:01:44.342" v="2572" actId="13926"/>
          <ac:spMkLst>
            <pc:docMk/>
            <pc:sldMk cId="2056445426" sldId="2134806093"/>
            <ac:spMk id="13" creationId="{FD157F46-4CE2-DCDB-1939-6924DC421306}"/>
          </ac:spMkLst>
        </pc:spChg>
        <pc:picChg chg="add mod">
          <ac:chgData name="Walke, Amey Mahadev" userId="f3761b3c-8654-4a17-a0cc-272a9b09d95d" providerId="ADAL" clId="{21D33730-2D71-4A1C-B988-869AE97D1AA7}" dt="2026-06-30T21:45:57.056" v="2499" actId="1076"/>
          <ac:picMkLst>
            <pc:docMk/>
            <pc:sldMk cId="2056445426" sldId="2134806093"/>
            <ac:picMk id="6" creationId="{C2C1DE26-636D-6CC2-9BDE-8D143A9D2D44}"/>
          </ac:picMkLst>
        </pc:picChg>
        <pc:picChg chg="add mod">
          <ac:chgData name="Walke, Amey Mahadev" userId="f3761b3c-8654-4a17-a0cc-272a9b09d95d" providerId="ADAL" clId="{21D33730-2D71-4A1C-B988-869AE97D1AA7}" dt="2026-06-30T21:56:14.257" v="2540" actId="14100"/>
          <ac:picMkLst>
            <pc:docMk/>
            <pc:sldMk cId="2056445426" sldId="2134806093"/>
            <ac:picMk id="12" creationId="{929D9A36-84CE-AC83-6EB5-3B1EFBE38B86}"/>
          </ac:picMkLst>
        </pc:picChg>
      </pc:sldChg>
      <pc:sldChg chg="addSp delSp modSp mod">
        <pc:chgData name="Walke, Amey Mahadev" userId="f3761b3c-8654-4a17-a0cc-272a9b09d95d" providerId="ADAL" clId="{21D33730-2D71-4A1C-B988-869AE97D1AA7}" dt="2026-07-02T21:51:58.993" v="2932" actId="20577"/>
        <pc:sldMkLst>
          <pc:docMk/>
          <pc:sldMk cId="846354909" sldId="2134806094"/>
        </pc:sldMkLst>
        <pc:spChg chg="del">
          <ac:chgData name="Walke, Amey Mahadev" userId="f3761b3c-8654-4a17-a0cc-272a9b09d95d" providerId="ADAL" clId="{21D33730-2D71-4A1C-B988-869AE97D1AA7}" dt="2026-07-02T21:47:19.006" v="2596" actId="478"/>
          <ac:spMkLst>
            <pc:docMk/>
            <pc:sldMk cId="846354909" sldId="2134806094"/>
            <ac:spMk id="3" creationId="{93DFDA72-6C2A-1613-EAAE-55EB321A9EDE}"/>
          </ac:spMkLst>
        </pc:spChg>
        <pc:spChg chg="del">
          <ac:chgData name="Walke, Amey Mahadev" userId="f3761b3c-8654-4a17-a0cc-272a9b09d95d" providerId="ADAL" clId="{21D33730-2D71-4A1C-B988-869AE97D1AA7}" dt="2026-07-02T21:47:17.653" v="2595" actId="478"/>
          <ac:spMkLst>
            <pc:docMk/>
            <pc:sldMk cId="846354909" sldId="2134806094"/>
            <ac:spMk id="4" creationId="{F8FB792F-BDE9-52CB-70E5-549825213FD9}"/>
          </ac:spMkLst>
        </pc:spChg>
        <pc:spChg chg="add mod">
          <ac:chgData name="Walke, Amey Mahadev" userId="f3761b3c-8654-4a17-a0cc-272a9b09d95d" providerId="ADAL" clId="{21D33730-2D71-4A1C-B988-869AE97D1AA7}" dt="2026-07-02T21:50:29.743" v="2876" actId="1076"/>
          <ac:spMkLst>
            <pc:docMk/>
            <pc:sldMk cId="846354909" sldId="2134806094"/>
            <ac:spMk id="7" creationId="{0D4595EC-9440-0166-7F06-173BC62E9798}"/>
          </ac:spMkLst>
        </pc:spChg>
        <pc:spChg chg="add mod">
          <ac:chgData name="Walke, Amey Mahadev" userId="f3761b3c-8654-4a17-a0cc-272a9b09d95d" providerId="ADAL" clId="{21D33730-2D71-4A1C-B988-869AE97D1AA7}" dt="2026-07-02T21:51:58.993" v="2932" actId="20577"/>
          <ac:spMkLst>
            <pc:docMk/>
            <pc:sldMk cId="846354909" sldId="2134806094"/>
            <ac:spMk id="8" creationId="{AF7C03A4-D1C3-01DF-2DD6-E8BA6E8F6675}"/>
          </ac:spMkLst>
        </pc:spChg>
        <pc:spChg chg="add mod">
          <ac:chgData name="Walke, Amey Mahadev" userId="f3761b3c-8654-4a17-a0cc-272a9b09d95d" providerId="ADAL" clId="{21D33730-2D71-4A1C-B988-869AE97D1AA7}" dt="2026-07-02T21:51:53.933" v="2923" actId="1076"/>
          <ac:spMkLst>
            <pc:docMk/>
            <pc:sldMk cId="846354909" sldId="2134806094"/>
            <ac:spMk id="11" creationId="{6AE8A1A0-E047-2122-88D7-AAF33577E506}"/>
          </ac:spMkLst>
        </pc:spChg>
        <pc:spChg chg="add del">
          <ac:chgData name="Walke, Amey Mahadev" userId="f3761b3c-8654-4a17-a0cc-272a9b09d95d" providerId="ADAL" clId="{21D33730-2D71-4A1C-B988-869AE97D1AA7}" dt="2026-07-02T21:50:58.321" v="2905" actId="478"/>
          <ac:spMkLst>
            <pc:docMk/>
            <pc:sldMk cId="846354909" sldId="2134806094"/>
            <ac:spMk id="12" creationId="{566D2380-70B6-2BE3-5D84-115256B2CE5D}"/>
          </ac:spMkLst>
        </pc:spChg>
        <pc:spChg chg="add mod">
          <ac:chgData name="Walke, Amey Mahadev" userId="f3761b3c-8654-4a17-a0cc-272a9b09d95d" providerId="ADAL" clId="{21D33730-2D71-4A1C-B988-869AE97D1AA7}" dt="2026-07-02T21:51:08.564" v="2908" actId="14100"/>
          <ac:spMkLst>
            <pc:docMk/>
            <pc:sldMk cId="846354909" sldId="2134806094"/>
            <ac:spMk id="13" creationId="{44A33270-D70D-BA2A-35BF-CDA34F7B6528}"/>
          </ac:spMkLst>
        </pc:spChg>
        <pc:spChg chg="add mod">
          <ac:chgData name="Walke, Amey Mahadev" userId="f3761b3c-8654-4a17-a0cc-272a9b09d95d" providerId="ADAL" clId="{21D33730-2D71-4A1C-B988-869AE97D1AA7}" dt="2026-07-02T21:51:21.408" v="2912" actId="13926"/>
          <ac:spMkLst>
            <pc:docMk/>
            <pc:sldMk cId="846354909" sldId="2134806094"/>
            <ac:spMk id="14" creationId="{B9C087F9-C392-1A36-9A02-5F3A0281DF91}"/>
          </ac:spMkLst>
        </pc:spChg>
        <pc:spChg chg="add mod">
          <ac:chgData name="Walke, Amey Mahadev" userId="f3761b3c-8654-4a17-a0cc-272a9b09d95d" providerId="ADAL" clId="{21D33730-2D71-4A1C-B988-869AE97D1AA7}" dt="2026-07-02T21:51:27.935" v="2915" actId="20577"/>
          <ac:spMkLst>
            <pc:docMk/>
            <pc:sldMk cId="846354909" sldId="2134806094"/>
            <ac:spMk id="15" creationId="{D980C57E-A47F-694E-843D-A825740C982A}"/>
          </ac:spMkLst>
        </pc:spChg>
        <pc:spChg chg="add mod">
          <ac:chgData name="Walke, Amey Mahadev" userId="f3761b3c-8654-4a17-a0cc-272a9b09d95d" providerId="ADAL" clId="{21D33730-2D71-4A1C-B988-869AE97D1AA7}" dt="2026-07-02T21:51:39.271" v="2918" actId="14100"/>
          <ac:spMkLst>
            <pc:docMk/>
            <pc:sldMk cId="846354909" sldId="2134806094"/>
            <ac:spMk id="16" creationId="{E85D866E-C0A2-1C4C-7564-2764196020F3}"/>
          </ac:spMkLst>
        </pc:spChg>
        <pc:spChg chg="add mod">
          <ac:chgData name="Walke, Amey Mahadev" userId="f3761b3c-8654-4a17-a0cc-272a9b09d95d" providerId="ADAL" clId="{21D33730-2D71-4A1C-B988-869AE97D1AA7}" dt="2026-07-02T21:51:51.148" v="2922" actId="13926"/>
          <ac:spMkLst>
            <pc:docMk/>
            <pc:sldMk cId="846354909" sldId="2134806094"/>
            <ac:spMk id="17" creationId="{E885AF80-614D-5ECB-6E55-8891EF92ECA1}"/>
          </ac:spMkLst>
        </pc:spChg>
        <pc:picChg chg="add mod">
          <ac:chgData name="Walke, Amey Mahadev" userId="f3761b3c-8654-4a17-a0cc-272a9b09d95d" providerId="ADAL" clId="{21D33730-2D71-4A1C-B988-869AE97D1AA7}" dt="2026-07-02T21:50:29.743" v="2876" actId="1076"/>
          <ac:picMkLst>
            <pc:docMk/>
            <pc:sldMk cId="846354909" sldId="2134806094"/>
            <ac:picMk id="6" creationId="{2BDCA763-D43E-2C07-C84D-AA003A54405F}"/>
          </ac:picMkLst>
        </pc:picChg>
        <pc:picChg chg="add del">
          <ac:chgData name="Walke, Amey Mahadev" userId="f3761b3c-8654-4a17-a0cc-272a9b09d95d" providerId="ADAL" clId="{21D33730-2D71-4A1C-B988-869AE97D1AA7}" dt="2026-07-02T21:48:35.074" v="2672" actId="22"/>
          <ac:picMkLst>
            <pc:docMk/>
            <pc:sldMk cId="846354909" sldId="2134806094"/>
            <ac:picMk id="10" creationId="{59390F88-339D-AD9D-8793-F9369C65BAD9}"/>
          </ac:picMkLst>
        </pc:picChg>
      </pc:sldChg>
    </pc:docChg>
  </pc:docChgLst>
  <pc:docChgLst>
    <pc:chgData name="Walke, Amey Mahadev" userId="S::amey.mahadev.walke@intel.com::f3761b3c-8654-4a17-a0cc-272a9b09d95d" providerId="AD" clId="Web-{5F488A1B-24CC-539B-689B-E9C5D7C66B94}"/>
    <pc:docChg chg="modSld">
      <pc:chgData name="Walke, Amey Mahadev" userId="S::amey.mahadev.walke@intel.com::f3761b3c-8654-4a17-a0cc-272a9b09d95d" providerId="AD" clId="Web-{5F488A1B-24CC-539B-689B-E9C5D7C66B94}" dt="2026-07-01T05:27:36.175" v="9"/>
      <pc:docMkLst>
        <pc:docMk/>
      </pc:docMkLst>
      <pc:sldChg chg="addSp delSp modSp">
        <pc:chgData name="Walke, Amey Mahadev" userId="S::amey.mahadev.walke@intel.com::f3761b3c-8654-4a17-a0cc-272a9b09d95d" providerId="AD" clId="Web-{5F488A1B-24CC-539B-689B-E9C5D7C66B94}" dt="2026-07-01T05:27:36.175" v="9"/>
        <pc:sldMkLst>
          <pc:docMk/>
          <pc:sldMk cId="2056445426" sldId="2134806093"/>
        </pc:sldMkLst>
        <pc:spChg chg="mod">
          <ac:chgData name="Walke, Amey Mahadev" userId="S::amey.mahadev.walke@intel.com::f3761b3c-8654-4a17-a0cc-272a9b09d95d" providerId="AD" clId="Web-{5F488A1B-24CC-539B-689B-E9C5D7C66B94}" dt="2026-07-01T05:25:46.831" v="2" actId="1076"/>
          <ac:spMkLst>
            <pc:docMk/>
            <pc:sldMk cId="2056445426" sldId="2134806093"/>
            <ac:spMk id="8" creationId="{FA4A132E-CF88-0295-8693-2D38C659741E}"/>
          </ac:spMkLst>
        </pc:spChg>
        <pc:spChg chg="mod">
          <ac:chgData name="Walke, Amey Mahadev" userId="S::amey.mahadev.walke@intel.com::f3761b3c-8654-4a17-a0cc-272a9b09d95d" providerId="AD" clId="Web-{5F488A1B-24CC-539B-689B-E9C5D7C66B94}" dt="2026-07-01T05:26:09.613" v="6" actId="1076"/>
          <ac:spMkLst>
            <pc:docMk/>
            <pc:sldMk cId="2056445426" sldId="2134806093"/>
            <ac:spMk id="10" creationId="{56216977-CD27-D031-F331-44A873136AC2}"/>
          </ac:spMkLst>
        </pc:spChg>
        <pc:spChg chg="del">
          <ac:chgData name="Walke, Amey Mahadev" userId="S::amey.mahadev.walke@intel.com::f3761b3c-8654-4a17-a0cc-272a9b09d95d" providerId="AD" clId="Web-{5F488A1B-24CC-539B-689B-E9C5D7C66B94}" dt="2026-07-01T05:27:36.175" v="9"/>
          <ac:spMkLst>
            <pc:docMk/>
            <pc:sldMk cId="2056445426" sldId="2134806093"/>
            <ac:spMk id="13" creationId="{FD157F46-4CE2-DCDB-1939-6924DC421306}"/>
          </ac:spMkLst>
        </pc:spChg>
        <pc:picChg chg="add mod">
          <ac:chgData name="Walke, Amey Mahadev" userId="S::amey.mahadev.walke@intel.com::f3761b3c-8654-4a17-a0cc-272a9b09d95d" providerId="AD" clId="Web-{5F488A1B-24CC-539B-689B-E9C5D7C66B94}" dt="2026-07-01T05:26:06.378" v="5" actId="1076"/>
          <ac:picMkLst>
            <pc:docMk/>
            <pc:sldMk cId="2056445426" sldId="2134806093"/>
            <ac:picMk id="3" creationId="{4B1949EC-5AB4-2ACA-8C40-63B5ABF63A2E}"/>
          </ac:picMkLst>
        </pc:picChg>
        <pc:picChg chg="add mod">
          <ac:chgData name="Walke, Amey Mahadev" userId="S::amey.mahadev.walke@intel.com::f3761b3c-8654-4a17-a0cc-272a9b09d95d" providerId="AD" clId="Web-{5F488A1B-24CC-539B-689B-E9C5D7C66B94}" dt="2026-07-01T05:27:12.394" v="8" actId="1076"/>
          <ac:picMkLst>
            <pc:docMk/>
            <pc:sldMk cId="2056445426" sldId="2134806093"/>
            <ac:picMk id="4" creationId="{4D33FA79-836E-8C03-DDF0-B924716CF313}"/>
          </ac:picMkLst>
        </pc:picChg>
      </pc:sldChg>
    </pc:docChg>
  </pc:docChgLst>
  <pc:docChgLst>
    <pc:chgData name="Mehta, Jaladhi" userId="S::jaladhi.mehta@intel.com::2c2b8a10-4dd2-4523-8a8c-4b1aec871d69" providerId="AD" clId="Web-{A59B9950-715A-C339-A398-151869EECBEF}"/>
    <pc:docChg chg="sldOrd">
      <pc:chgData name="Mehta, Jaladhi" userId="S::jaladhi.mehta@intel.com::2c2b8a10-4dd2-4523-8a8c-4b1aec871d69" providerId="AD" clId="Web-{A59B9950-715A-C339-A398-151869EECBEF}" dt="2026-07-27T23:49:06.684" v="0"/>
      <pc:docMkLst>
        <pc:docMk/>
      </pc:docMkLst>
      <pc:sldChg chg="ord">
        <pc:chgData name="Mehta, Jaladhi" userId="S::jaladhi.mehta@intel.com::2c2b8a10-4dd2-4523-8a8c-4b1aec871d69" providerId="AD" clId="Web-{A59B9950-715A-C339-A398-151869EECBEF}" dt="2026-07-27T23:49:06.684" v="0"/>
        <pc:sldMkLst>
          <pc:docMk/>
          <pc:sldMk cId="2410079059" sldId="2134806087"/>
        </pc:sldMkLst>
      </pc:sldChg>
    </pc:docChg>
  </pc:docChgLst>
  <pc:docChgLst>
    <pc:chgData name="Sebastian, Amritanand" userId="18adf180-91ac-4326-8e98-344a31f91b3e" providerId="ADAL" clId="{22C2A3A0-FF36-4B1E-9F7C-26A621D69E4A}"/>
    <pc:docChg chg="modSld">
      <pc:chgData name="Sebastian, Amritanand" userId="18adf180-91ac-4326-8e98-344a31f91b3e" providerId="ADAL" clId="{22C2A3A0-FF36-4B1E-9F7C-26A621D69E4A}" dt="2026-07-01T05:41:34.519" v="0" actId="20577"/>
      <pc:docMkLst>
        <pc:docMk/>
      </pc:docMkLst>
      <pc:sldChg chg="modSp mod">
        <pc:chgData name="Sebastian, Amritanand" userId="18adf180-91ac-4326-8e98-344a31f91b3e" providerId="ADAL" clId="{22C2A3A0-FF36-4B1E-9F7C-26A621D69E4A}" dt="2026-07-01T05:41:34.519" v="0" actId="20577"/>
        <pc:sldMkLst>
          <pc:docMk/>
          <pc:sldMk cId="2056445426" sldId="2134806093"/>
        </pc:sldMkLst>
        <pc:spChg chg="mod">
          <ac:chgData name="Sebastian, Amritanand" userId="18adf180-91ac-4326-8e98-344a31f91b3e" providerId="ADAL" clId="{22C2A3A0-FF36-4B1E-9F7C-26A621D69E4A}" dt="2026-07-01T05:41:34.519" v="0" actId="20577"/>
          <ac:spMkLst>
            <pc:docMk/>
            <pc:sldMk cId="2056445426" sldId="2134806093"/>
            <ac:spMk id="8" creationId="{FA4A132E-CF88-0295-8693-2D38C65974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32161-FCCE-4AE1-8EE5-A62AE35E859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DC5B-09AC-4D16-B982-0B706740A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9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CA8C4-AA88-CB9B-7319-7BAC3B89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B57E4-C463-7CA5-2BF1-B8F50BE29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2BA52-99C9-BD56-7753-A57D613D0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810FA-7142-6E92-0519-A1076479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6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0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-of-contents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867C5-40E5-FA6B-368F-B8BACAE330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1038" y="724773"/>
            <a:ext cx="10379075" cy="256698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7200" b="0" i="0">
                <a:latin typeface="IntelOne Display Light" panose="020B0403020203020204" pitchFamily="34" charset="77"/>
              </a:defRPr>
            </a:lvl1pPr>
            <a:lvl2pPr marL="457200" indent="0">
              <a:buFontTx/>
              <a:buNone/>
              <a:defRPr sz="7200" b="0" i="0">
                <a:latin typeface="IntelOne Display Light" panose="020B0403020203020204" pitchFamily="34" charset="77"/>
              </a:defRPr>
            </a:lvl2pPr>
            <a:lvl3pPr marL="914400" indent="0">
              <a:buFontTx/>
              <a:buNone/>
              <a:defRPr sz="7200" b="0" i="0">
                <a:latin typeface="IntelOne Display Light" panose="020B0403020203020204" pitchFamily="34" charset="77"/>
              </a:defRPr>
            </a:lvl3pPr>
            <a:lvl4pPr marL="1371600" indent="0">
              <a:buFontTx/>
              <a:buNone/>
              <a:defRPr sz="7200" b="0" i="0">
                <a:latin typeface="IntelOne Display Light" panose="020B0403020203020204" pitchFamily="34" charset="77"/>
              </a:defRPr>
            </a:lvl4pPr>
            <a:lvl5pPr marL="1828800" indent="0">
              <a:buFontTx/>
              <a:buNone/>
              <a:defRPr sz="7200" b="0" i="0">
                <a:latin typeface="IntelOne Display Light" panose="020B04030202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E2D72A-195E-F347-B705-43A761D45E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9838" y="3693400"/>
            <a:ext cx="979488" cy="2179637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1pPr>
            <a:lvl2pPr marL="4572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2pPr>
            <a:lvl3pPr marL="9144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3pPr>
            <a:lvl4pPr marL="13716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4pPr>
            <a:lvl5pPr marL="18288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2AC664D-73B7-37A2-81BF-4A46E1A1B1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04963" y="3694113"/>
            <a:ext cx="2228850" cy="214312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l">
              <a:lnSpc>
                <a:spcPct val="100000"/>
              </a:lnSpc>
              <a:buNone/>
              <a:defRPr sz="2000"/>
            </a:lvl2pPr>
            <a:lvl3pPr marL="914400" indent="0" algn="l">
              <a:lnSpc>
                <a:spcPct val="100000"/>
              </a:lnSpc>
              <a:buNone/>
              <a:defRPr sz="2000"/>
            </a:lvl3pPr>
            <a:lvl4pPr marL="1371600" indent="0" algn="l">
              <a:lnSpc>
                <a:spcPct val="100000"/>
              </a:lnSpc>
              <a:buNone/>
              <a:defRPr sz="2000"/>
            </a:lvl4pPr>
            <a:lvl5pPr marL="1828800" indent="0" algn="l">
              <a:lnSpc>
                <a:spcPct val="10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BF2A5489-45AD-96BE-CA4A-4ED0765D38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31447" y="3693400"/>
            <a:ext cx="979488" cy="2179637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1pPr>
            <a:lvl2pPr marL="4572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2pPr>
            <a:lvl3pPr marL="9144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3pPr>
            <a:lvl4pPr marL="13716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4pPr>
            <a:lvl5pPr marL="1828800" indent="0" algn="r">
              <a:lnSpc>
                <a:spcPct val="100000"/>
              </a:lnSpc>
              <a:buNone/>
              <a:defRPr sz="2000" b="0" i="0">
                <a:solidFill>
                  <a:srgbClr val="0056B4"/>
                </a:solidFill>
                <a:latin typeface="IntelOne Text Medium" panose="020B05030202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9540FBB-B621-7A78-7910-C7B019FD9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89258" y="3694113"/>
            <a:ext cx="2228850" cy="214312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l">
              <a:lnSpc>
                <a:spcPct val="100000"/>
              </a:lnSpc>
              <a:buNone/>
              <a:defRPr sz="2000"/>
            </a:lvl2pPr>
            <a:lvl3pPr marL="914400" indent="0" algn="l">
              <a:lnSpc>
                <a:spcPct val="100000"/>
              </a:lnSpc>
              <a:buNone/>
              <a:defRPr sz="2000"/>
            </a:lvl3pPr>
            <a:lvl4pPr marL="1371600" indent="0" algn="l">
              <a:lnSpc>
                <a:spcPct val="100000"/>
              </a:lnSpc>
              <a:buNone/>
              <a:defRPr sz="2000"/>
            </a:lvl4pPr>
            <a:lvl5pPr marL="1828800" indent="0" algn="l">
              <a:lnSpc>
                <a:spcPct val="10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93347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slide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14362-AD0A-D8D0-A0A6-7EA998D8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72839-4156-BD20-7A41-510A09221E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10972800" cy="440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412618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D627-B106-F489-9BB4-B85197FE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49539-3994-F644-3F41-C0ADADA9A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730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615576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mplate Gu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621CC-18DC-3B06-EEB8-93AE493C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3" descr="Intel Confidential">
            <a:extLst>
              <a:ext uri="{FF2B5EF4-FFF2-40B4-BE49-F238E27FC236}">
                <a16:creationId xmlns:a16="http://schemas.microsoft.com/office/drawing/2014/main" id="{C5F57D64-E47A-1894-8EDD-A97D821A06F8}"/>
              </a:ext>
            </a:extLst>
          </p:cNvPr>
          <p:cNvSpPr/>
          <p:nvPr userDrawn="1"/>
        </p:nvSpPr>
        <p:spPr>
          <a:xfrm>
            <a:off x="10430459" y="6515100"/>
            <a:ext cx="1121461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1000" b="0" i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5" name="Rectangle 4" descr="Department or Event Name">
            <a:extLst>
              <a:ext uri="{FF2B5EF4-FFF2-40B4-BE49-F238E27FC236}">
                <a16:creationId xmlns:a16="http://schemas.microsoft.com/office/drawing/2014/main" id="{71F6AB90-8618-D1FC-2CE3-C65F0658AB97}"/>
              </a:ext>
            </a:extLst>
          </p:cNvPr>
          <p:cNvSpPr/>
          <p:nvPr userDrawn="1"/>
        </p:nvSpPr>
        <p:spPr>
          <a:xfrm>
            <a:off x="640079" y="6515100"/>
            <a:ext cx="3657600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1000" b="0" i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DTP</a:t>
            </a:r>
          </a:p>
        </p:txBody>
      </p:sp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4B6B2BDF-54B7-F1F8-2154-47FACF45E7D5}"/>
              </a:ext>
            </a:extLst>
          </p:cNvPr>
          <p:cNvSpPr txBox="1"/>
          <p:nvPr userDrawn="1"/>
        </p:nvSpPr>
        <p:spPr>
          <a:xfrm>
            <a:off x="11880044" y="6515100"/>
            <a:ext cx="166713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7" name="Image">
            <a:extLst>
              <a:ext uri="{FF2B5EF4-FFF2-40B4-BE49-F238E27FC236}">
                <a16:creationId xmlns:a16="http://schemas.microsoft.com/office/drawing/2014/main" id="{8E5AF9CD-6609-02B7-1598-1FFA230625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00800"/>
            <a:ext cx="457200" cy="457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1097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97939" y="6553044"/>
            <a:ext cx="144400" cy="165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2438337">
              <a:defRPr sz="1000">
                <a:latin typeface="IntelOne Text"/>
                <a:ea typeface="IntelOne Text"/>
                <a:cs typeface="IntelOne Text"/>
                <a:sym typeface="IntelOne Tex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3810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10972800" cy="467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2E595C-FC9F-0081-C684-416AF3A99A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82900" y="6528934"/>
            <a:ext cx="1389793" cy="238445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5CE687E4-584E-D171-C98B-10FF9680B4F9}"/>
              </a:ext>
            </a:extLst>
          </p:cNvPr>
          <p:cNvSpPr txBox="1"/>
          <p:nvPr userDrawn="1"/>
        </p:nvSpPr>
        <p:spPr>
          <a:xfrm>
            <a:off x="324809" y="6510549"/>
            <a:ext cx="216180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IntelOne Text"/>
                <a:ea typeface="IntelOne Text"/>
                <a:cs typeface="IntelOne Text"/>
                <a:sym typeface="IntelOne Text"/>
              </a:defRPr>
            </a:lvl1pPr>
          </a:lstStyle>
          <a:p>
            <a:pPr algn="l"/>
            <a:r>
              <a:rPr lang="en-US">
                <a:solidFill>
                  <a:srgbClr val="525252"/>
                </a:solidFill>
              </a:rPr>
              <a:t>LTD P1281 Device: Amey M. Walke</a:t>
            </a:r>
            <a:endParaRPr>
              <a:solidFill>
                <a:srgbClr val="525252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E1FBF9-6ADD-C60A-DBD0-A8745625B913}"/>
              </a:ext>
            </a:extLst>
          </p:cNvPr>
          <p:cNvSpPr txBox="1"/>
          <p:nvPr userDrawn="1"/>
        </p:nvSpPr>
        <p:spPr>
          <a:xfrm>
            <a:off x="5535270" y="6510549"/>
            <a:ext cx="112145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IntelOne Text"/>
                <a:ea typeface="IntelOne Text"/>
                <a:cs typeface="IntelOne Text"/>
                <a:sym typeface="IntelOne Text"/>
              </a:defRPr>
            </a:lvl1pPr>
          </a:lstStyle>
          <a:p>
            <a:r>
              <a:rPr>
                <a:solidFill>
                  <a:srgbClr val="525252"/>
                </a:solidFill>
              </a:rPr>
              <a:t>Intel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7365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med"/>
  <p:hf hdr="0" ft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525252"/>
          </a:solidFill>
          <a:uFillTx/>
          <a:latin typeface="IntelOne Display Light"/>
          <a:ea typeface="IntelOne Display Light"/>
          <a:cs typeface="IntelOne Display Light"/>
          <a:sym typeface="IntelOne Display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4pPr>
      <a:lvl5pPr marL="2228850" marR="0" indent="-40005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IntelOne Display Regular"/>
        <a:buChar char="•"/>
        <a:tabLst/>
        <a:defRPr sz="2800" b="0" i="0" u="none" strike="noStrike" cap="none" spc="0" baseline="0">
          <a:solidFill>
            <a:srgbClr val="525252"/>
          </a:solidFill>
          <a:uFillTx/>
          <a:latin typeface="IntelOne Text Light"/>
          <a:ea typeface="IntelOne Text Light"/>
          <a:cs typeface="IntelOne Text Light"/>
          <a:sym typeface="IntelOne Text Light"/>
        </a:defRPr>
      </a:lvl9pPr>
    </p:bodyStyle>
    <p:otherStyle>
      <a:lvl1pPr marL="0" marR="0" indent="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1pPr>
      <a:lvl2pPr marL="0" marR="0" indent="4572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2pPr>
      <a:lvl3pPr marL="0" marR="0" indent="9144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3pPr>
      <a:lvl4pPr marL="0" marR="0" indent="13716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4pPr>
      <a:lvl5pPr marL="0" marR="0" indent="18288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5pPr>
      <a:lvl6pPr marL="0" marR="0" indent="22860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6pPr>
      <a:lvl7pPr marL="0" marR="0" indent="27432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7pPr>
      <a:lvl8pPr marL="0" marR="0" indent="32004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8pPr>
      <a:lvl9pPr marL="0" marR="0" indent="3657600" algn="ctr" defTabSz="243833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One Tex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cid:image001.png@01DD0322.A2E85750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intel.sharepoint.com/:p:/s/tcemaster/IQBs8jrGvMmlS5R2otlo040kAfMIkZqtunQsybFVek4O6c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Macro-Enabled_DC264B9F.xlsm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E0DA3-9A75-8922-8982-BC5A32BFA78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9E09BF-AFF4-4957-CBC7-4CE9B4B5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3" y="0"/>
            <a:ext cx="10815140" cy="846137"/>
          </a:xfrm>
        </p:spPr>
        <p:txBody>
          <a:bodyPr>
            <a:normAutofit/>
          </a:bodyPr>
          <a:lstStyle/>
          <a:p>
            <a:r>
              <a:rPr lang="en-US" sz="3200"/>
              <a:t>LVS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C0F02-EC3F-7AC2-09E6-FCDEF8B956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913" y="846137"/>
            <a:ext cx="5714472" cy="440372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err="1">
                <a:solidFill>
                  <a:schemeClr val="tx1">
                    <a:lumMod val="50000"/>
                  </a:schemeClr>
                </a:solidFill>
              </a:rPr>
              <a:t>shortedPinPairs</a:t>
            </a:r>
            <a:r>
              <a:rPr lang="en-US" sz="24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</a:rPr>
              <a:t>Parameter 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</a:p>
          <a:p>
            <a:pPr marL="1009650" lvl="1" indent="-514350">
              <a:buFont typeface="+mj-lt"/>
              <a:buAutoNum type="arabicPeriod"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Suppress shorted nets error.</a:t>
            </a:r>
          </a:p>
          <a:p>
            <a:pPr marL="1009650" lvl="1" indent="-514350">
              <a:buFont typeface="+mj-lt"/>
              <a:buAutoNum type="arabicPeriod"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Check open between shorted pins</a:t>
            </a:r>
          </a:p>
          <a:p>
            <a:pPr marL="1009650" lvl="1" indent="-514350">
              <a:buFont typeface="+mj-lt"/>
              <a:buAutoNum type="arabicPeriod"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Second pin used as the source/drain terminals for the netlist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err="1">
                <a:solidFill>
                  <a:schemeClr val="tx1">
                    <a:lumMod val="50000"/>
                  </a:schemeClr>
                </a:solidFill>
              </a:rPr>
              <a:t>lvsDeviceData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</a:rPr>
              <a:t> Parameter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</a:p>
          <a:p>
            <a:pPr marL="1009650" lvl="1" indent="-514350">
              <a:buFont typeface="+mj-lt"/>
              <a:buAutoNum type="arabicPeriod"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Identify all the devices and match with the LVS string</a:t>
            </a:r>
          </a:p>
          <a:p>
            <a:pPr marL="1009650" lvl="1" indent="-514350">
              <a:buFont typeface="+mj-lt"/>
              <a:buAutoNum type="arabicPeriod"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Used to create netlist from devices</a:t>
            </a:r>
          </a:p>
          <a:p>
            <a:pPr marL="1009650" lvl="1" indent="-514350">
              <a:buFont typeface="+mj-lt"/>
              <a:buAutoNum type="arabicPeriod"/>
            </a:pP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1178B-50D8-F269-CF0A-443A62EFE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528" cy="3429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64332E-6DC0-D418-0EC3-D172731EF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72" y="3123747"/>
            <a:ext cx="6096528" cy="3429297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F978A0BA-669A-4D29-5680-34EF988A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65" y="5558878"/>
            <a:ext cx="18473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440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19972A7-B4CD-9065-1236-918B38E83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20" y="5249862"/>
            <a:ext cx="3873176" cy="584775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sng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hlinkClick r:id="rId4"/>
              </a:rPr>
              <a:t> LVS_Capabilities.pptx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 descr="​pptx icon">
            <a:extLst>
              <a:ext uri="{FF2B5EF4-FFF2-40B4-BE49-F238E27FC236}">
                <a16:creationId xmlns:a16="http://schemas.microsoft.com/office/drawing/2014/main" id="{D828D92E-250B-1EB2-3486-9F11E006C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32" y="5348149"/>
            <a:ext cx="403088" cy="40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0790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0F9687-3688-CC73-AD9B-B751EB893A9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A7A93E-124A-0F82-264F-E1AACCF1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77" y="-36273"/>
            <a:ext cx="10845223" cy="869393"/>
          </a:xfrm>
        </p:spPr>
        <p:txBody>
          <a:bodyPr/>
          <a:lstStyle/>
          <a:p>
            <a:r>
              <a:rPr lang="en-US"/>
              <a:t>Check List to create LVS 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95401-76C2-65DB-A7BA-E726E9B7F9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8119" y="833120"/>
            <a:ext cx="11516939" cy="4784725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Identify and count independent* Active and Nonactive Transistors:</a:t>
            </a:r>
          </a:p>
          <a:p>
            <a:pPr lvl="1"/>
            <a:r>
              <a:rPr lang="en-US"/>
              <a:t>Active </a:t>
            </a:r>
            <a:r>
              <a:rPr lang="en-US">
                <a:sym typeface="Wingdings" panose="05000000000000000000" pitchFamily="2" charset="2"/>
              </a:rPr>
              <a:t> DUT (All terminals S/G/D connected to pads)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Nonactive  Gate connected to the pad. Either S or D or both are floating.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Pins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model and Vt flavor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Diff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Poly CD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Number of Gangs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number of stacked transistors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number of instances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Identify shared legs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Generate string for each transistor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Combine strings with “;” as a delimiter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15A96-1D19-3C48-4331-C3077F038305}"/>
              </a:ext>
            </a:extLst>
          </p:cNvPr>
          <p:cNvSpPr txBox="1"/>
          <p:nvPr/>
        </p:nvSpPr>
        <p:spPr>
          <a:xfrm>
            <a:off x="8215592" y="6003925"/>
            <a:ext cx="3976408" cy="369330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*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Independent = Not sharing gates</a:t>
            </a:r>
          </a:p>
        </p:txBody>
      </p:sp>
    </p:spTree>
    <p:extLst>
      <p:ext uri="{BB962C8B-B14F-4D97-AF65-F5344CB8AC3E}">
        <p14:creationId xmlns:p14="http://schemas.microsoft.com/office/powerpoint/2010/main" val="262063246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5AAC54-1059-4E97-B5E6-D1F843B20A1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CC809-856A-2DA3-4865-1B7B0B8C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98853" cy="659232"/>
          </a:xfrm>
        </p:spPr>
        <p:txBody>
          <a:bodyPr>
            <a:normAutofit/>
          </a:bodyPr>
          <a:lstStyle/>
          <a:p>
            <a:r>
              <a:rPr lang="en-US" sz="2800"/>
              <a:t>Identifying Active and Nonactive Device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C21167-AC0E-BF69-9247-D08B80F08A9B}"/>
              </a:ext>
            </a:extLst>
          </p:cNvPr>
          <p:cNvGrpSpPr/>
          <p:nvPr/>
        </p:nvGrpSpPr>
        <p:grpSpPr>
          <a:xfrm>
            <a:off x="351876" y="2280170"/>
            <a:ext cx="2617153" cy="2652317"/>
            <a:chOff x="381000" y="1600200"/>
            <a:chExt cx="2617153" cy="26523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527985-CC73-C228-3D56-65E19BC30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600200"/>
              <a:ext cx="2617153" cy="265231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9EB5AA-0E2A-4C59-0B7B-118D586EC904}"/>
                </a:ext>
              </a:extLst>
            </p:cNvPr>
            <p:cNvSpPr/>
            <p:nvPr/>
          </p:nvSpPr>
          <p:spPr>
            <a:xfrm>
              <a:off x="838900" y="2941035"/>
              <a:ext cx="1652630" cy="1144404"/>
            </a:xfrm>
            <a:prstGeom prst="rect">
              <a:avLst/>
            </a:prstGeom>
            <a:noFill/>
            <a:ln w="38100" cap="flat">
              <a:solidFill>
                <a:srgbClr val="FFFF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8975C8-6B7E-E74D-FF9F-AD69720569E6}"/>
                </a:ext>
              </a:extLst>
            </p:cNvPr>
            <p:cNvSpPr/>
            <p:nvPr/>
          </p:nvSpPr>
          <p:spPr>
            <a:xfrm>
              <a:off x="838898" y="1691077"/>
              <a:ext cx="1652631" cy="1159081"/>
            </a:xfrm>
            <a:prstGeom prst="rect">
              <a:avLst/>
            </a:prstGeom>
            <a:noFill/>
            <a:ln w="38100" cap="flat">
              <a:solidFill>
                <a:srgbClr val="00B0F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A208B23-ED34-64F8-5432-6DBE7080B4C3}"/>
              </a:ext>
            </a:extLst>
          </p:cNvPr>
          <p:cNvSpPr txBox="1"/>
          <p:nvPr/>
        </p:nvSpPr>
        <p:spPr>
          <a:xfrm>
            <a:off x="0" y="560283"/>
            <a:ext cx="888524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b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Active (DUT) </a:t>
            </a:r>
            <a:r>
              <a:rPr lang="en-US" b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 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All terminals connected to pad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err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NonActive</a:t>
            </a:r>
            <a:r>
              <a:rPr lang="en-US" b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  <a:r>
              <a:rPr lang="en-US" b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Gate connected to the pad. 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At least one of the S/D TCN is floating.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1DF362-0901-E25C-227A-DD554CEA7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78" y="1891116"/>
            <a:ext cx="2118544" cy="46181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6FD7BB3-DCB6-3A6C-479C-956BE93C16F9}"/>
              </a:ext>
            </a:extLst>
          </p:cNvPr>
          <p:cNvSpPr/>
          <p:nvPr/>
        </p:nvSpPr>
        <p:spPr>
          <a:xfrm>
            <a:off x="6737839" y="2129584"/>
            <a:ext cx="1652631" cy="1159081"/>
          </a:xfrm>
          <a:prstGeom prst="rect">
            <a:avLst/>
          </a:prstGeom>
          <a:noFill/>
          <a:ln w="38100" cap="flat">
            <a:solidFill>
              <a:srgbClr val="00B0F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AF43FE-0310-B1C5-DFA7-9BBF93D3D612}"/>
              </a:ext>
            </a:extLst>
          </p:cNvPr>
          <p:cNvSpPr/>
          <p:nvPr/>
        </p:nvSpPr>
        <p:spPr>
          <a:xfrm>
            <a:off x="6754734" y="3527133"/>
            <a:ext cx="1618840" cy="1346086"/>
          </a:xfrm>
          <a:prstGeom prst="rect">
            <a:avLst/>
          </a:prstGeom>
          <a:noFill/>
          <a:ln w="38100" cap="flat">
            <a:solidFill>
              <a:srgbClr val="FFFF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D867D5-CDAF-0727-8A06-2361333E0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450" y="1891116"/>
            <a:ext cx="2133785" cy="44961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EB998B7-5DE1-B315-A045-ECD3EC60AFD4}"/>
              </a:ext>
            </a:extLst>
          </p:cNvPr>
          <p:cNvSpPr/>
          <p:nvPr/>
        </p:nvSpPr>
        <p:spPr>
          <a:xfrm>
            <a:off x="9852144" y="3586401"/>
            <a:ext cx="1618840" cy="1346086"/>
          </a:xfrm>
          <a:prstGeom prst="rect">
            <a:avLst/>
          </a:prstGeom>
          <a:noFill/>
          <a:ln w="38100" cap="flat">
            <a:solidFill>
              <a:srgbClr val="FFFF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032511-B01F-BE4B-B752-6775762ED13B}"/>
              </a:ext>
            </a:extLst>
          </p:cNvPr>
          <p:cNvSpPr/>
          <p:nvPr/>
        </p:nvSpPr>
        <p:spPr>
          <a:xfrm>
            <a:off x="9850630" y="4987846"/>
            <a:ext cx="1630805" cy="1346086"/>
          </a:xfrm>
          <a:prstGeom prst="rect">
            <a:avLst/>
          </a:prstGeom>
          <a:noFill/>
          <a:ln w="38100" cap="flat">
            <a:solidFill>
              <a:srgbClr val="00B0F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DDF34A-2DE6-EA80-CD1C-22ED6CF8BB7C}"/>
              </a:ext>
            </a:extLst>
          </p:cNvPr>
          <p:cNvSpPr txBox="1"/>
          <p:nvPr/>
        </p:nvSpPr>
        <p:spPr>
          <a:xfrm>
            <a:off x="6701332" y="1589824"/>
            <a:ext cx="1938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FF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NMOS GNAC	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7D307-8AA7-6513-1984-CC57CDD9FCFF}"/>
              </a:ext>
            </a:extLst>
          </p:cNvPr>
          <p:cNvSpPr txBox="1"/>
          <p:nvPr/>
        </p:nvSpPr>
        <p:spPr>
          <a:xfrm>
            <a:off x="9760254" y="1560738"/>
            <a:ext cx="1938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525252"/>
                </a:solidFill>
                <a:highlight>
                  <a:srgbClr val="00FFFF"/>
                </a:highlight>
                <a:latin typeface="IntelOne Text Light"/>
                <a:ea typeface="IntelOne Text Light"/>
                <a:cs typeface="IntelOne Text Light"/>
                <a:sym typeface="IntelOne Text Light"/>
              </a:rPr>
              <a:t>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FF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MOS GNAC	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75CC99-60C3-5C2D-3D31-7226E5B266E7}"/>
              </a:ext>
            </a:extLst>
          </p:cNvPr>
          <p:cNvSpPr txBox="1"/>
          <p:nvPr/>
        </p:nvSpPr>
        <p:spPr>
          <a:xfrm>
            <a:off x="7121066" y="4074513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Active 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C0DB41-89E6-9437-DB86-CA0913874398}"/>
              </a:ext>
            </a:extLst>
          </p:cNvPr>
          <p:cNvSpPr txBox="1"/>
          <p:nvPr/>
        </p:nvSpPr>
        <p:spPr>
          <a:xfrm>
            <a:off x="10398853" y="4361112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Active 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85810E-A0B6-4EA2-37D9-F08BCA6A21EC}"/>
              </a:ext>
            </a:extLst>
          </p:cNvPr>
          <p:cNvSpPr txBox="1"/>
          <p:nvPr/>
        </p:nvSpPr>
        <p:spPr>
          <a:xfrm>
            <a:off x="6890964" y="2526601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err="1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NonActive</a:t>
            </a:r>
            <a:r>
              <a:rPr lang="en-US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5CBDFC-6546-ED54-D74A-AFFCE60BF161}"/>
              </a:ext>
            </a:extLst>
          </p:cNvPr>
          <p:cNvSpPr txBox="1"/>
          <p:nvPr/>
        </p:nvSpPr>
        <p:spPr>
          <a:xfrm>
            <a:off x="9981929" y="5582779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err="1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NonActive</a:t>
            </a:r>
            <a:r>
              <a:rPr lang="en-US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4DB1C3-63AF-DC4B-BACC-90D357F2B273}"/>
              </a:ext>
            </a:extLst>
          </p:cNvPr>
          <p:cNvSpPr txBox="1"/>
          <p:nvPr/>
        </p:nvSpPr>
        <p:spPr>
          <a:xfrm>
            <a:off x="1215408" y="4181243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Active 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D1B294-3F01-9075-0621-9E3EC7554CED}"/>
              </a:ext>
            </a:extLst>
          </p:cNvPr>
          <p:cNvSpPr txBox="1"/>
          <p:nvPr/>
        </p:nvSpPr>
        <p:spPr>
          <a:xfrm>
            <a:off x="985306" y="2633331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err="1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NonActive</a:t>
            </a:r>
            <a:r>
              <a:rPr lang="en-US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FD858F-2E45-8689-BF2F-A383858AF61C}"/>
              </a:ext>
            </a:extLst>
          </p:cNvPr>
          <p:cNvSpPr txBox="1"/>
          <p:nvPr/>
        </p:nvSpPr>
        <p:spPr>
          <a:xfrm>
            <a:off x="749143" y="1763249"/>
            <a:ext cx="135068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FF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NMOS PFT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603EA3-1B62-8C7D-5F91-6B20763000C8}"/>
              </a:ext>
            </a:extLst>
          </p:cNvPr>
          <p:cNvSpPr txBox="1"/>
          <p:nvPr/>
        </p:nvSpPr>
        <p:spPr>
          <a:xfrm>
            <a:off x="3609064" y="2280170"/>
            <a:ext cx="2570914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Note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: Often Active and passive transistors have opposite polarity.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Exception is unipolar and GNAC devices where both active and nonactive devices have same polarity.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Please check while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generating the string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</p:spTree>
    <p:extLst>
      <p:ext uri="{BB962C8B-B14F-4D97-AF65-F5344CB8AC3E}">
        <p14:creationId xmlns:p14="http://schemas.microsoft.com/office/powerpoint/2010/main" val="205676293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1F303-ED18-19CA-2FE6-70B4F7DCEFE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243833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One Text"/>
                <a:sym typeface="IntelOne Text"/>
              </a:rPr>
              <a:pPr marL="0" marR="0" lvl="0" indent="0" algn="ctr" defTabSz="243833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IntelOne Text"/>
              <a:sym typeface="IntelOne Tex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66F27F-C970-B478-36EA-62CC1C3E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08" y="15632"/>
            <a:ext cx="10893804" cy="782273"/>
          </a:xfrm>
        </p:spPr>
        <p:txBody>
          <a:bodyPr/>
          <a:lstStyle/>
          <a:p>
            <a:r>
              <a:rPr lang="en-US"/>
              <a:t>Identify Pins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B2DC5-9C9E-2B8E-88A2-6EF0F4539AB7}"/>
              </a:ext>
            </a:extLst>
          </p:cNvPr>
          <p:cNvSpPr txBox="1"/>
          <p:nvPr/>
        </p:nvSpPr>
        <p:spPr>
          <a:xfrm>
            <a:off x="95546" y="1870854"/>
            <a:ext cx="8000999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>
                <a:solidFill>
                  <a:schemeClr val="tx1">
                    <a:lumMod val="50000"/>
                  </a:schemeClr>
                </a:solidFill>
                <a:highlight>
                  <a:srgbClr val="00FF00"/>
                </a:highlight>
              </a:rPr>
              <a:t>DF1,GATE1,SF1,TAP1</a:t>
            </a:r>
            <a:r>
              <a:rPr lang="en-US" sz="2000">
                <a:solidFill>
                  <a:schemeClr val="tx1">
                    <a:lumMod val="50000"/>
                  </a:schemeClr>
                </a:solidFill>
              </a:rPr>
              <a:t>,nhpalvt,35,12,1,1,1,1</a:t>
            </a:r>
            <a:endParaRPr lang="en-US" sz="200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2699983-100D-94AF-EFCD-D2F03F6EEBDF}"/>
              </a:ext>
            </a:extLst>
          </p:cNvPr>
          <p:cNvSpPr/>
          <p:nvPr/>
        </p:nvSpPr>
        <p:spPr>
          <a:xfrm rot="16200000">
            <a:off x="1354902" y="1001526"/>
            <a:ext cx="360564" cy="3070371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2AED82E-3A06-BABA-D1C0-7886B9993A6C}"/>
              </a:ext>
            </a:extLst>
          </p:cNvPr>
          <p:cNvGrpSpPr/>
          <p:nvPr/>
        </p:nvGrpSpPr>
        <p:grpSpPr>
          <a:xfrm>
            <a:off x="511758" y="2818094"/>
            <a:ext cx="2127456" cy="3436918"/>
            <a:chOff x="0" y="3281227"/>
            <a:chExt cx="2127456" cy="34369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7C9C7B4-BBED-30ED-3850-08623F822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7699"/>
            <a:stretch>
              <a:fillRect/>
            </a:stretch>
          </p:blipFill>
          <p:spPr>
            <a:xfrm>
              <a:off x="0" y="3281227"/>
              <a:ext cx="1629561" cy="343691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F08A61-327F-70CA-4586-69BD8D47C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0131"/>
            <a:stretch>
              <a:fillRect/>
            </a:stretch>
          </p:blipFill>
          <p:spPr>
            <a:xfrm>
              <a:off x="1629561" y="3281227"/>
              <a:ext cx="497895" cy="3436918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18E8F3D-DBBB-6118-282F-64336B9C6721}"/>
              </a:ext>
            </a:extLst>
          </p:cNvPr>
          <p:cNvSpPr/>
          <p:nvPr/>
        </p:nvSpPr>
        <p:spPr>
          <a:xfrm>
            <a:off x="608930" y="2818094"/>
            <a:ext cx="1987074" cy="326991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8E9513-7EF8-CFD0-BEEB-9DAD3EAD889A}"/>
              </a:ext>
            </a:extLst>
          </p:cNvPr>
          <p:cNvSpPr txBox="1"/>
          <p:nvPr/>
        </p:nvSpPr>
        <p:spPr>
          <a:xfrm>
            <a:off x="7124899" y="5012341"/>
            <a:ext cx="4917440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Note: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Floating node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use “float”</a:t>
            </a:r>
          </a:p>
          <a:p>
            <a:pPr hangingPunct="0"/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If Bulk is not used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</a:p>
          <a:p>
            <a:pPr hangingPunct="0"/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use 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“FAKE_NMOS_BULK” for NMOS and “FAKE_PMOS_BULK” for PMOS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3DF93-CB4A-7EEE-4B41-AE85EF11F907}"/>
              </a:ext>
            </a:extLst>
          </p:cNvPr>
          <p:cNvSpPr txBox="1"/>
          <p:nvPr/>
        </p:nvSpPr>
        <p:spPr>
          <a:xfrm>
            <a:off x="6050772" y="2106416"/>
            <a:ext cx="61417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CNODE,CNODE,CNODE,</a:t>
            </a:r>
            <a:r>
              <a:rPr lang="en-US">
                <a:highlight>
                  <a:srgbClr val="00FF00"/>
                </a:highlight>
              </a:rPr>
              <a:t>FAKE_NMOS_BULK</a:t>
            </a:r>
            <a:r>
              <a:rPr lang="en-US"/>
              <a:t>,nhpblvt,46,12,1,2,80,1;CNODE,CNODE,GNAC,</a:t>
            </a:r>
            <a:r>
              <a:rPr lang="en-US">
                <a:highlight>
                  <a:srgbClr val="00FF00"/>
                </a:highlight>
              </a:rPr>
              <a:t>FAKE_NMOS_BULK</a:t>
            </a:r>
            <a:r>
              <a:rPr lang="en-US"/>
              <a:t>,nhpblvt,46,12,1,1,80,2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4D95929-6468-AB1D-74FA-9CE5B7E98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76" y="3100760"/>
            <a:ext cx="1284047" cy="187582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0DED405-21D4-51B2-FB34-6E9403EF62CC}"/>
              </a:ext>
            </a:extLst>
          </p:cNvPr>
          <p:cNvSpPr/>
          <p:nvPr/>
        </p:nvSpPr>
        <p:spPr>
          <a:xfrm>
            <a:off x="7251176" y="3100760"/>
            <a:ext cx="1284047" cy="326991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C24377-EB7F-B278-C0EB-F997FF7D217B}"/>
              </a:ext>
            </a:extLst>
          </p:cNvPr>
          <p:cNvSpPr txBox="1"/>
          <p:nvPr/>
        </p:nvSpPr>
        <p:spPr>
          <a:xfrm>
            <a:off x="164115" y="807966"/>
            <a:ext cx="319574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Use pad names to specify Pin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95897A-B827-E0B7-7F64-9D72AB1E9B3A}"/>
              </a:ext>
            </a:extLst>
          </p:cNvPr>
          <p:cNvSpPr txBox="1"/>
          <p:nvPr/>
        </p:nvSpPr>
        <p:spPr>
          <a:xfrm>
            <a:off x="1452880" y="1450974"/>
            <a:ext cx="5636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PFT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C06080-D4E6-0A3B-D86A-73D5CAAF52F7}"/>
              </a:ext>
            </a:extLst>
          </p:cNvPr>
          <p:cNvSpPr txBox="1"/>
          <p:nvPr/>
        </p:nvSpPr>
        <p:spPr>
          <a:xfrm>
            <a:off x="8253416" y="1434640"/>
            <a:ext cx="93551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GNACs</a:t>
            </a:r>
          </a:p>
        </p:txBody>
      </p:sp>
    </p:spTree>
    <p:extLst>
      <p:ext uri="{BB962C8B-B14F-4D97-AF65-F5344CB8AC3E}">
        <p14:creationId xmlns:p14="http://schemas.microsoft.com/office/powerpoint/2010/main" val="264856509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A26FA-5864-C811-100B-05191A20168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941B1F7-3ABC-C0E5-B612-6B7D1CB26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332875"/>
              </p:ext>
            </p:extLst>
          </p:nvPr>
        </p:nvGraphicFramePr>
        <p:xfrm>
          <a:off x="5463739" y="450850"/>
          <a:ext cx="6578600" cy="595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7886692" imgH="7139913" progId="Excel.SheetMacroEnabled.12">
                  <p:embed/>
                </p:oleObj>
              </mc:Choice>
              <mc:Fallback>
                <p:oleObj name="Macro-Enabled Worksheet" r:id="rId2" imgW="7886692" imgH="7139913" progId="Excel.SheetMacroEnabled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941B1F7-3ABC-C0E5-B612-6B7D1CB268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63739" y="450850"/>
                        <a:ext cx="6578600" cy="595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5836457F-5C6B-75DD-0B29-B9805E4C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08" y="15632"/>
            <a:ext cx="10893804" cy="782273"/>
          </a:xfrm>
        </p:spPr>
        <p:txBody>
          <a:bodyPr/>
          <a:lstStyle/>
          <a:p>
            <a:r>
              <a:rPr lang="en-US"/>
              <a:t>Identify </a:t>
            </a:r>
            <a:r>
              <a:rPr lang="en-US" err="1"/>
              <a:t>Model,Vt</a:t>
            </a:r>
            <a:r>
              <a:rPr lang="en-US"/>
              <a:t> and Diff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1D9CE-D2E6-94E4-9BA4-908134A356AC}"/>
              </a:ext>
            </a:extLst>
          </p:cNvPr>
          <p:cNvSpPr/>
          <p:nvPr/>
        </p:nvSpPr>
        <p:spPr>
          <a:xfrm>
            <a:off x="10495280" y="450850"/>
            <a:ext cx="1016000" cy="5956300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16EC5-9B45-1994-2233-0FDF9DAF2FFA}"/>
              </a:ext>
            </a:extLst>
          </p:cNvPr>
          <p:cNvSpPr txBox="1"/>
          <p:nvPr/>
        </p:nvSpPr>
        <p:spPr>
          <a:xfrm>
            <a:off x="95546" y="1870854"/>
            <a:ext cx="8000999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>
                <a:solidFill>
                  <a:schemeClr val="tx1">
                    <a:lumMod val="50000"/>
                  </a:schemeClr>
                </a:solidFill>
              </a:rPr>
              <a:t>DF1,GATE1,SF1,TAP1,nhpalvt,35,12,1,1,1,1</a:t>
            </a:r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55AC14-BE00-A920-2F49-A08772F4E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852" y="3166374"/>
            <a:ext cx="1005927" cy="3284505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858C6322-B2C8-23B2-DC0A-E33B0D7087C9}"/>
              </a:ext>
            </a:extLst>
          </p:cNvPr>
          <p:cNvSpPr/>
          <p:nvPr/>
        </p:nvSpPr>
        <p:spPr>
          <a:xfrm rot="16200000">
            <a:off x="2971650" y="2113092"/>
            <a:ext cx="360564" cy="531056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587B2DCE-4F4A-0FF6-7A67-EB97265881D4}"/>
              </a:ext>
            </a:extLst>
          </p:cNvPr>
          <p:cNvSpPr/>
          <p:nvPr/>
        </p:nvSpPr>
        <p:spPr>
          <a:xfrm rot="16200000">
            <a:off x="3409152" y="2206646"/>
            <a:ext cx="360565" cy="343947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579FE-D20B-CD69-CF22-3F0B01033558}"/>
              </a:ext>
            </a:extLst>
          </p:cNvPr>
          <p:cNvSpPr txBox="1"/>
          <p:nvPr/>
        </p:nvSpPr>
        <p:spPr>
          <a:xfrm>
            <a:off x="2371485" y="2558902"/>
            <a:ext cx="76719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B78EB-D6B0-ABDE-7136-F4F05C5572F3}"/>
              </a:ext>
            </a:extLst>
          </p:cNvPr>
          <p:cNvSpPr txBox="1"/>
          <p:nvPr/>
        </p:nvSpPr>
        <p:spPr>
          <a:xfrm>
            <a:off x="3388567" y="2509106"/>
            <a:ext cx="29751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vt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DC9098-F572-2F98-2937-06C4EEE638FE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2912816" y="2788692"/>
            <a:ext cx="460695" cy="377682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4C378B0-BE1B-9C9E-40FA-8CC473B37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148" y="3124448"/>
            <a:ext cx="1943268" cy="33226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342E9A-FB0E-8A08-A726-90CB7ED0F91D}"/>
              </a:ext>
            </a:extLst>
          </p:cNvPr>
          <p:cNvSpPr txBox="1"/>
          <p:nvPr/>
        </p:nvSpPr>
        <p:spPr>
          <a:xfrm>
            <a:off x="3757126" y="2788692"/>
            <a:ext cx="117916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Diff Width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0D5C0653-9604-F4A8-00AD-288A16D52759}"/>
              </a:ext>
            </a:extLst>
          </p:cNvPr>
          <p:cNvSpPr/>
          <p:nvPr/>
        </p:nvSpPr>
        <p:spPr>
          <a:xfrm rot="16200000">
            <a:off x="3743731" y="2245659"/>
            <a:ext cx="369329" cy="297515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475DCD-73F0-2B6C-801D-0AF0480838D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935213" y="2579081"/>
            <a:ext cx="411497" cy="209611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07B23A4-0B00-80FF-90BA-50567CF0795F}"/>
              </a:ext>
            </a:extLst>
          </p:cNvPr>
          <p:cNvSpPr/>
          <p:nvPr/>
        </p:nvSpPr>
        <p:spPr>
          <a:xfrm>
            <a:off x="5118110" y="3416820"/>
            <a:ext cx="354393" cy="299033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</p:spTree>
    <p:extLst>
      <p:ext uri="{BB962C8B-B14F-4D97-AF65-F5344CB8AC3E}">
        <p14:creationId xmlns:p14="http://schemas.microsoft.com/office/powerpoint/2010/main" val="40192113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230B93-14D4-5CCD-B97E-EE7EBF7CC13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505F3-AD7D-2E41-1781-8C370FA44BC8}"/>
              </a:ext>
            </a:extLst>
          </p:cNvPr>
          <p:cNvSpPr txBox="1"/>
          <p:nvPr/>
        </p:nvSpPr>
        <p:spPr>
          <a:xfrm>
            <a:off x="1375561" y="1600200"/>
            <a:ext cx="8000999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>
                <a:solidFill>
                  <a:schemeClr val="tx1">
                    <a:lumMod val="50000"/>
                  </a:schemeClr>
                </a:solidFill>
              </a:rPr>
              <a:t>DF1,GATE1,SF1,TAP1,nhpalvt,35,12,1,1,1,1</a:t>
            </a:r>
            <a:endParaRPr lang="en-US" sz="240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7A813EA-3847-17F7-26C5-F803C47266A8}"/>
              </a:ext>
            </a:extLst>
          </p:cNvPr>
          <p:cNvSpPr/>
          <p:nvPr/>
        </p:nvSpPr>
        <p:spPr>
          <a:xfrm rot="16200000">
            <a:off x="6158811" y="1999054"/>
            <a:ext cx="360565" cy="343947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4AE541E-14D1-18B4-69BA-D29E09B8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08" y="15632"/>
            <a:ext cx="10893804" cy="782273"/>
          </a:xfrm>
        </p:spPr>
        <p:txBody>
          <a:bodyPr/>
          <a:lstStyle/>
          <a:p>
            <a:r>
              <a:rPr lang="en-US"/>
              <a:t>Identify Poly CD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78888-BD07-8DAD-DADB-A4CCBC81862F}"/>
              </a:ext>
            </a:extLst>
          </p:cNvPr>
          <p:cNvSpPr txBox="1"/>
          <p:nvPr/>
        </p:nvSpPr>
        <p:spPr>
          <a:xfrm>
            <a:off x="5860116" y="2351310"/>
            <a:ext cx="95795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Poly CD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EF8492-5BC8-0F22-0828-721651BF5E65}"/>
              </a:ext>
            </a:extLst>
          </p:cNvPr>
          <p:cNvSpPr txBox="1"/>
          <p:nvPr/>
        </p:nvSpPr>
        <p:spPr>
          <a:xfrm>
            <a:off x="1788861" y="3952696"/>
            <a:ext cx="717439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Poly CD number to 12 for most skews except PP and Poly CD skews</a:t>
            </a:r>
          </a:p>
        </p:txBody>
      </p:sp>
    </p:spTree>
    <p:extLst>
      <p:ext uri="{BB962C8B-B14F-4D97-AF65-F5344CB8AC3E}">
        <p14:creationId xmlns:p14="http://schemas.microsoft.com/office/powerpoint/2010/main" val="2126179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D011A-80EF-FEB8-EBFE-25B231CBCE2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3E363DD-9708-844D-D43D-C296EF2084E0}"/>
              </a:ext>
            </a:extLst>
          </p:cNvPr>
          <p:cNvGrpSpPr/>
          <p:nvPr/>
        </p:nvGrpSpPr>
        <p:grpSpPr>
          <a:xfrm>
            <a:off x="3380182" y="2574586"/>
            <a:ext cx="1597743" cy="2471163"/>
            <a:chOff x="518616" y="3830109"/>
            <a:chExt cx="1597743" cy="24711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1914B8E-39FA-6DDE-F162-3656CB176EE9}"/>
                </a:ext>
              </a:extLst>
            </p:cNvPr>
            <p:cNvCxnSpPr/>
            <p:nvPr/>
          </p:nvCxnSpPr>
          <p:spPr>
            <a:xfrm>
              <a:off x="1606696" y="4883119"/>
              <a:ext cx="355600" cy="0"/>
            </a:xfrm>
            <a:prstGeom prst="straightConnector1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7AE25D-A9DF-036E-9D8F-5E391B5CE61C}"/>
                </a:ext>
              </a:extLst>
            </p:cNvPr>
            <p:cNvCxnSpPr/>
            <p:nvPr/>
          </p:nvCxnSpPr>
          <p:spPr>
            <a:xfrm>
              <a:off x="1606696" y="4441159"/>
              <a:ext cx="0" cy="46228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618EF9A-60ED-00B0-D59A-338E984C0C89}"/>
                </a:ext>
              </a:extLst>
            </p:cNvPr>
            <p:cNvCxnSpPr>
              <a:cxnSpLocks/>
            </p:cNvCxnSpPr>
            <p:nvPr/>
          </p:nvCxnSpPr>
          <p:spPr>
            <a:xfrm>
              <a:off x="1606696" y="4459574"/>
              <a:ext cx="375920" cy="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C24518-8428-A9DB-B581-D7DF78B91505}"/>
                </a:ext>
              </a:extLst>
            </p:cNvPr>
            <p:cNvCxnSpPr>
              <a:cxnSpLocks/>
            </p:cNvCxnSpPr>
            <p:nvPr/>
          </p:nvCxnSpPr>
          <p:spPr>
            <a:xfrm>
              <a:off x="1515256" y="4512334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6F23150-F882-2999-E049-044E220778DB}"/>
                </a:ext>
              </a:extLst>
            </p:cNvPr>
            <p:cNvCxnSpPr>
              <a:cxnSpLocks/>
            </p:cNvCxnSpPr>
            <p:nvPr/>
          </p:nvCxnSpPr>
          <p:spPr>
            <a:xfrm>
              <a:off x="1967376" y="4147844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EEA985-4C96-905B-9A70-EBEBE6B7F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56" y="4672299"/>
              <a:ext cx="314960" cy="1016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1827C6F-4955-D454-8DA0-9240988E7DA1}"/>
                </a:ext>
              </a:extLst>
            </p:cNvPr>
            <p:cNvCxnSpPr/>
            <p:nvPr/>
          </p:nvCxnSpPr>
          <p:spPr>
            <a:xfrm>
              <a:off x="1611776" y="5599081"/>
              <a:ext cx="355600" cy="0"/>
            </a:xfrm>
            <a:prstGeom prst="straightConnector1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39D5581-8258-56E4-9E21-E435763D7D8F}"/>
                </a:ext>
              </a:extLst>
            </p:cNvPr>
            <p:cNvCxnSpPr/>
            <p:nvPr/>
          </p:nvCxnSpPr>
          <p:spPr>
            <a:xfrm>
              <a:off x="1611776" y="5157121"/>
              <a:ext cx="0" cy="46228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31FAB2-CEB1-FC36-9CE7-5B58BC767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696" y="5166052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1D29C3F-1A84-86D3-50BE-5D1E3CBC8A72}"/>
                </a:ext>
              </a:extLst>
            </p:cNvPr>
            <p:cNvCxnSpPr>
              <a:cxnSpLocks/>
            </p:cNvCxnSpPr>
            <p:nvPr/>
          </p:nvCxnSpPr>
          <p:spPr>
            <a:xfrm>
              <a:off x="1520336" y="5228296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5EA8765-E49F-C2E4-4EF7-0CA15CE20135}"/>
                </a:ext>
              </a:extLst>
            </p:cNvPr>
            <p:cNvCxnSpPr>
              <a:cxnSpLocks/>
            </p:cNvCxnSpPr>
            <p:nvPr/>
          </p:nvCxnSpPr>
          <p:spPr>
            <a:xfrm>
              <a:off x="1961026" y="4860576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43F3F91-C2B6-5D0B-2C09-AB32322B2523}"/>
                </a:ext>
              </a:extLst>
            </p:cNvPr>
            <p:cNvCxnSpPr>
              <a:cxnSpLocks/>
            </p:cNvCxnSpPr>
            <p:nvPr/>
          </p:nvCxnSpPr>
          <p:spPr>
            <a:xfrm>
              <a:off x="1982616" y="5568656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60F157-418A-E6A1-B2DA-30261DD44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756" y="5408636"/>
              <a:ext cx="314960" cy="1016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60F25B-1D4A-2A71-EB70-C1C04A59DD7C}"/>
                </a:ext>
              </a:extLst>
            </p:cNvPr>
            <p:cNvCxnSpPr>
              <a:cxnSpLocks/>
            </p:cNvCxnSpPr>
            <p:nvPr/>
          </p:nvCxnSpPr>
          <p:spPr>
            <a:xfrm>
              <a:off x="1207916" y="4672299"/>
              <a:ext cx="0" cy="746497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FD605A-1DFB-0896-7F13-46B49302B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695" y="5039853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E808C7C-ECE8-938B-18F6-1B116ADD28D0}"/>
                </a:ext>
              </a:extLst>
            </p:cNvPr>
            <p:cNvSpPr txBox="1"/>
            <p:nvPr/>
          </p:nvSpPr>
          <p:spPr>
            <a:xfrm>
              <a:off x="518616" y="4887067"/>
              <a:ext cx="28148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G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2DD81BD-C64E-6C87-2815-90093ACCE0D7}"/>
                </a:ext>
              </a:extLst>
            </p:cNvPr>
            <p:cNvSpPr txBox="1"/>
            <p:nvPr/>
          </p:nvSpPr>
          <p:spPr>
            <a:xfrm>
              <a:off x="1834874" y="3830109"/>
              <a:ext cx="28148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D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EDFCC58-DFCD-4DA8-6B03-D306B00FEAA4}"/>
                </a:ext>
              </a:extLst>
            </p:cNvPr>
            <p:cNvSpPr txBox="1"/>
            <p:nvPr/>
          </p:nvSpPr>
          <p:spPr>
            <a:xfrm>
              <a:off x="1841873" y="5931942"/>
              <a:ext cx="25423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S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EA188DF-F7D9-D11D-AD2D-B406AD2D0B52}"/>
              </a:ext>
            </a:extLst>
          </p:cNvPr>
          <p:cNvGrpSpPr/>
          <p:nvPr/>
        </p:nvGrpSpPr>
        <p:grpSpPr>
          <a:xfrm>
            <a:off x="9729296" y="2850665"/>
            <a:ext cx="2260083" cy="1818219"/>
            <a:chOff x="8690318" y="4531694"/>
            <a:chExt cx="2260083" cy="1818219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62BF97E-27D5-983D-36D6-AFAC7D0575FE}"/>
                </a:ext>
              </a:extLst>
            </p:cNvPr>
            <p:cNvCxnSpPr/>
            <p:nvPr/>
          </p:nvCxnSpPr>
          <p:spPr>
            <a:xfrm>
              <a:off x="9839742" y="5270199"/>
              <a:ext cx="355600" cy="0"/>
            </a:xfrm>
            <a:prstGeom prst="straightConnector1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C478676-7044-A7E2-BC60-1836CDD9B164}"/>
                </a:ext>
              </a:extLst>
            </p:cNvPr>
            <p:cNvCxnSpPr/>
            <p:nvPr/>
          </p:nvCxnSpPr>
          <p:spPr>
            <a:xfrm>
              <a:off x="9839742" y="4828239"/>
              <a:ext cx="0" cy="46228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E75EEED-1962-D56F-84FE-5F29530CF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4662" y="4837170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BDB5DD0-76F1-0813-7804-2C91426961CA}"/>
                </a:ext>
              </a:extLst>
            </p:cNvPr>
            <p:cNvCxnSpPr>
              <a:cxnSpLocks/>
            </p:cNvCxnSpPr>
            <p:nvPr/>
          </p:nvCxnSpPr>
          <p:spPr>
            <a:xfrm>
              <a:off x="9748302" y="4899414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2805E0D-722F-F7CD-3778-B89CEFE47FB9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992" y="4531694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35458AE-511B-25DB-F137-BDBB61BA48E3}"/>
                </a:ext>
              </a:extLst>
            </p:cNvPr>
            <p:cNvCxnSpPr>
              <a:cxnSpLocks/>
            </p:cNvCxnSpPr>
            <p:nvPr/>
          </p:nvCxnSpPr>
          <p:spPr>
            <a:xfrm>
              <a:off x="10210582" y="5239774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3C90BE5-0C65-70B9-94B2-5819F61CEFB4}"/>
                </a:ext>
              </a:extLst>
            </p:cNvPr>
            <p:cNvCxnSpPr/>
            <p:nvPr/>
          </p:nvCxnSpPr>
          <p:spPr>
            <a:xfrm>
              <a:off x="9848704" y="6042256"/>
              <a:ext cx="355600" cy="0"/>
            </a:xfrm>
            <a:prstGeom prst="straightConnector1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02945EB-6F65-B76A-201A-82BE79975099}"/>
                </a:ext>
              </a:extLst>
            </p:cNvPr>
            <p:cNvCxnSpPr/>
            <p:nvPr/>
          </p:nvCxnSpPr>
          <p:spPr>
            <a:xfrm>
              <a:off x="9848704" y="5600296"/>
              <a:ext cx="0" cy="46228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78D258F-53AC-2556-93B7-9DACE22A3D78}"/>
                </a:ext>
              </a:extLst>
            </p:cNvPr>
            <p:cNvCxnSpPr>
              <a:cxnSpLocks/>
            </p:cNvCxnSpPr>
            <p:nvPr/>
          </p:nvCxnSpPr>
          <p:spPr>
            <a:xfrm>
              <a:off x="9848704" y="5618711"/>
              <a:ext cx="375920" cy="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5E7AAB9-FAD3-38DD-F412-975BC4BB4841}"/>
                </a:ext>
              </a:extLst>
            </p:cNvPr>
            <p:cNvCxnSpPr>
              <a:cxnSpLocks/>
            </p:cNvCxnSpPr>
            <p:nvPr/>
          </p:nvCxnSpPr>
          <p:spPr>
            <a:xfrm>
              <a:off x="9757264" y="5671471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F2B9B41-3B82-B224-ADFE-1CB5CA735F76}"/>
                </a:ext>
              </a:extLst>
            </p:cNvPr>
            <p:cNvCxnSpPr>
              <a:cxnSpLocks/>
            </p:cNvCxnSpPr>
            <p:nvPr/>
          </p:nvCxnSpPr>
          <p:spPr>
            <a:xfrm>
              <a:off x="10209384" y="5268881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EAE379C-1BB3-FD66-FA4A-67927BBA9333}"/>
                </a:ext>
              </a:extLst>
            </p:cNvPr>
            <p:cNvCxnSpPr>
              <a:cxnSpLocks/>
            </p:cNvCxnSpPr>
            <p:nvPr/>
          </p:nvCxnSpPr>
          <p:spPr>
            <a:xfrm>
              <a:off x="10203034" y="6019713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BA124A7-EA8E-883F-9BF6-D931B48C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3533" y="5088733"/>
              <a:ext cx="314960" cy="1016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50F35E8-FEF8-0904-D826-05D1B1BCA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3533" y="5825070"/>
              <a:ext cx="353731" cy="1016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4338C1B-F26F-297D-1246-CF04170505F7}"/>
                </a:ext>
              </a:extLst>
            </p:cNvPr>
            <p:cNvCxnSpPr>
              <a:cxnSpLocks/>
            </p:cNvCxnSpPr>
            <p:nvPr/>
          </p:nvCxnSpPr>
          <p:spPr>
            <a:xfrm>
              <a:off x="9413693" y="5088733"/>
              <a:ext cx="0" cy="746497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AE299C9-1E5F-3341-FD68-48929223E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0472" y="5456287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D7840E5-9878-0D57-6019-162A9588C6BD}"/>
                </a:ext>
              </a:extLst>
            </p:cNvPr>
            <p:cNvCxnSpPr>
              <a:cxnSpLocks/>
            </p:cNvCxnSpPr>
            <p:nvPr/>
          </p:nvCxnSpPr>
          <p:spPr>
            <a:xfrm>
              <a:off x="10568940" y="4683459"/>
              <a:ext cx="0" cy="1501354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4659B7D-8F2A-0835-0E79-570636DC0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9296" y="4692977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947305-8BD9-3582-9FAB-4466A873B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85401" y="6188872"/>
              <a:ext cx="400123" cy="12907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BB70D0F-5CE1-CEF4-617B-84571EEAA93D}"/>
                </a:ext>
              </a:extLst>
            </p:cNvPr>
            <p:cNvSpPr txBox="1"/>
            <p:nvPr/>
          </p:nvSpPr>
          <p:spPr>
            <a:xfrm>
              <a:off x="8690318" y="5290519"/>
              <a:ext cx="28148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G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7DA9303-3C6C-028D-883F-56E3235A9A16}"/>
                </a:ext>
              </a:extLst>
            </p:cNvPr>
            <p:cNvSpPr txBox="1"/>
            <p:nvPr/>
          </p:nvSpPr>
          <p:spPr>
            <a:xfrm>
              <a:off x="9786631" y="5256683"/>
              <a:ext cx="28148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D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A880191-27E0-0CEC-A7BC-3E4E856411B4}"/>
                </a:ext>
              </a:extLst>
            </p:cNvPr>
            <p:cNvSpPr txBox="1"/>
            <p:nvPr/>
          </p:nvSpPr>
          <p:spPr>
            <a:xfrm>
              <a:off x="10696166" y="5190643"/>
              <a:ext cx="25423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S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FDF694F-5857-7075-094D-5ED74212AB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8197" y="5430356"/>
              <a:ext cx="164239" cy="5298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29F1B0D-3A77-5971-534B-ECA5A1E158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2357" y="5383073"/>
              <a:ext cx="164239" cy="5298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5B9C2D4-2805-2772-807E-7C19A9F0B7E4}"/>
              </a:ext>
            </a:extLst>
          </p:cNvPr>
          <p:cNvGrpSpPr/>
          <p:nvPr/>
        </p:nvGrpSpPr>
        <p:grpSpPr>
          <a:xfrm>
            <a:off x="211965" y="2723765"/>
            <a:ext cx="1869079" cy="2373528"/>
            <a:chOff x="360662" y="3620800"/>
            <a:chExt cx="1869079" cy="237352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6E07607-FDFE-C225-C0A6-D8E216AE2F37}"/>
                </a:ext>
              </a:extLst>
            </p:cNvPr>
            <p:cNvCxnSpPr/>
            <p:nvPr/>
          </p:nvCxnSpPr>
          <p:spPr>
            <a:xfrm>
              <a:off x="1185799" y="5005487"/>
              <a:ext cx="355600" cy="0"/>
            </a:xfrm>
            <a:prstGeom prst="straightConnector1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ED12AE3-9953-324E-CFD9-CDB2C1B58170}"/>
                </a:ext>
              </a:extLst>
            </p:cNvPr>
            <p:cNvCxnSpPr/>
            <p:nvPr/>
          </p:nvCxnSpPr>
          <p:spPr>
            <a:xfrm>
              <a:off x="1185799" y="4563527"/>
              <a:ext cx="0" cy="46228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661709-EFBE-A0E6-1C03-4ACCB216F9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" y="4572458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A84594C-8841-D62E-B882-1F9F1DFA4B1D}"/>
                </a:ext>
              </a:extLst>
            </p:cNvPr>
            <p:cNvCxnSpPr>
              <a:cxnSpLocks/>
            </p:cNvCxnSpPr>
            <p:nvPr/>
          </p:nvCxnSpPr>
          <p:spPr>
            <a:xfrm>
              <a:off x="1094359" y="4634702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5E1034-0414-99F9-F2E8-A12FE9AB639C}"/>
                </a:ext>
              </a:extLst>
            </p:cNvPr>
            <p:cNvCxnSpPr>
              <a:cxnSpLocks/>
            </p:cNvCxnSpPr>
            <p:nvPr/>
          </p:nvCxnSpPr>
          <p:spPr>
            <a:xfrm>
              <a:off x="1535049" y="4266982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7EAEB92-9332-903D-8A17-F4AEA90CA98D}"/>
                </a:ext>
              </a:extLst>
            </p:cNvPr>
            <p:cNvCxnSpPr>
              <a:cxnSpLocks/>
            </p:cNvCxnSpPr>
            <p:nvPr/>
          </p:nvCxnSpPr>
          <p:spPr>
            <a:xfrm>
              <a:off x="1556639" y="4975062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D7E692B-461F-7952-080E-3F74C01D0652}"/>
                </a:ext>
              </a:extLst>
            </p:cNvPr>
            <p:cNvCxnSpPr/>
            <p:nvPr/>
          </p:nvCxnSpPr>
          <p:spPr>
            <a:xfrm>
              <a:off x="1843660" y="5005094"/>
              <a:ext cx="355600" cy="0"/>
            </a:xfrm>
            <a:prstGeom prst="straightConnector1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A3D3876-48A2-F577-C9F6-0E2658BDE33E}"/>
                </a:ext>
              </a:extLst>
            </p:cNvPr>
            <p:cNvCxnSpPr/>
            <p:nvPr/>
          </p:nvCxnSpPr>
          <p:spPr>
            <a:xfrm>
              <a:off x="1843660" y="4563134"/>
              <a:ext cx="0" cy="46228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3F2856-0357-69D2-1C4E-710B7FD36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80" y="4572065"/>
              <a:ext cx="353061" cy="1138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3276489-E966-F504-EA0B-2DF16E8767B0}"/>
                </a:ext>
              </a:extLst>
            </p:cNvPr>
            <p:cNvCxnSpPr>
              <a:cxnSpLocks/>
            </p:cNvCxnSpPr>
            <p:nvPr/>
          </p:nvCxnSpPr>
          <p:spPr>
            <a:xfrm>
              <a:off x="1752220" y="4634309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1BE832F-1764-586C-CE09-54CB1571A55D}"/>
                </a:ext>
              </a:extLst>
            </p:cNvPr>
            <p:cNvCxnSpPr>
              <a:cxnSpLocks/>
            </p:cNvCxnSpPr>
            <p:nvPr/>
          </p:nvCxnSpPr>
          <p:spPr>
            <a:xfrm>
              <a:off x="2192910" y="4266589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58BA29F-6A08-600E-A935-04554C725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14500" y="4974669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3D60E39-F974-CD0F-6940-620225324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1" y="4784611"/>
              <a:ext cx="1113790" cy="35929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8B77CD5-1532-E0A1-CA64-5186BA2E53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3107" y="5287263"/>
              <a:ext cx="696634" cy="3256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78C614E-7427-2338-D4E8-89945C888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7866" y="4266982"/>
              <a:ext cx="696634" cy="3256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6E1DA30-6302-759C-C209-91423B482DB4}"/>
                </a:ext>
              </a:extLst>
            </p:cNvPr>
            <p:cNvCxnSpPr>
              <a:cxnSpLocks/>
            </p:cNvCxnSpPr>
            <p:nvPr/>
          </p:nvCxnSpPr>
          <p:spPr>
            <a:xfrm>
              <a:off x="1903254" y="5287263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86EFBE7-7C65-9C2F-D525-CE5E53ABFB0E}"/>
                </a:ext>
              </a:extLst>
            </p:cNvPr>
            <p:cNvCxnSpPr>
              <a:cxnSpLocks/>
            </p:cNvCxnSpPr>
            <p:nvPr/>
          </p:nvCxnSpPr>
          <p:spPr>
            <a:xfrm>
              <a:off x="1857198" y="3936389"/>
              <a:ext cx="0" cy="330200"/>
            </a:xfrm>
            <a:prstGeom prst="line">
              <a:avLst/>
            </a:prstGeom>
            <a:noFill/>
            <a:ln w="38100" cap="flat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F6910D6-4D30-5553-AAF7-05CE66D641F8}"/>
                </a:ext>
              </a:extLst>
            </p:cNvPr>
            <p:cNvSpPr txBox="1"/>
            <p:nvPr/>
          </p:nvSpPr>
          <p:spPr>
            <a:xfrm>
              <a:off x="360662" y="4666969"/>
              <a:ext cx="28148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G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822FC4E-83F7-20ED-C93F-6C38AD283500}"/>
                </a:ext>
              </a:extLst>
            </p:cNvPr>
            <p:cNvSpPr txBox="1"/>
            <p:nvPr/>
          </p:nvSpPr>
          <p:spPr>
            <a:xfrm>
              <a:off x="1741988" y="3620800"/>
              <a:ext cx="28148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D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E151EEE-C8F4-2C36-0AA5-059DBB62A7A8}"/>
                </a:ext>
              </a:extLst>
            </p:cNvPr>
            <p:cNvSpPr txBox="1"/>
            <p:nvPr/>
          </p:nvSpPr>
          <p:spPr>
            <a:xfrm>
              <a:off x="1767225" y="5624998"/>
              <a:ext cx="25423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S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5E5FC05-9C9B-91B7-F921-EF4C39D2438C}"/>
              </a:ext>
            </a:extLst>
          </p:cNvPr>
          <p:cNvGrpSpPr/>
          <p:nvPr/>
        </p:nvGrpSpPr>
        <p:grpSpPr>
          <a:xfrm>
            <a:off x="5950718" y="2815609"/>
            <a:ext cx="3106037" cy="1805561"/>
            <a:chOff x="3201494" y="3888935"/>
            <a:chExt cx="3106037" cy="1805561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8F47EFC7-BF6A-02B9-6115-8DBFE02CA6E5}"/>
                </a:ext>
              </a:extLst>
            </p:cNvPr>
            <p:cNvGrpSpPr/>
            <p:nvPr/>
          </p:nvGrpSpPr>
          <p:grpSpPr>
            <a:xfrm>
              <a:off x="3201494" y="3911050"/>
              <a:ext cx="1184447" cy="1783446"/>
              <a:chOff x="5786068" y="3613977"/>
              <a:chExt cx="1184447" cy="1783446"/>
            </a:xfrm>
          </p:grpSpPr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78D128B-D4BF-1194-3FE2-C0906C5A49F5}"/>
                  </a:ext>
                </a:extLst>
              </p:cNvPr>
              <p:cNvCxnSpPr/>
              <p:nvPr/>
            </p:nvCxnSpPr>
            <p:spPr>
              <a:xfrm>
                <a:off x="6458933" y="4718035"/>
                <a:ext cx="355600" cy="0"/>
              </a:xfrm>
              <a:prstGeom prst="straightConnector1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7533CBD-6C72-8FCF-8A22-9583F163DCBF}"/>
                  </a:ext>
                </a:extLst>
              </p:cNvPr>
              <p:cNvCxnSpPr/>
              <p:nvPr/>
            </p:nvCxnSpPr>
            <p:spPr>
              <a:xfrm>
                <a:off x="6458933" y="4276075"/>
                <a:ext cx="0" cy="46228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CBB8C108-D01F-1CC5-4164-FFD3B3899E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3853" y="4285006"/>
                <a:ext cx="353061" cy="11389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6A91BBB-1349-82EF-DD21-406F8B60B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7493" y="434725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B2E19314-DEF4-231B-7B2C-4863B86305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183" y="397953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7A02E3D-F4FD-2428-34EC-A71AC1B9F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9773" y="468761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E8609305-763D-6E74-F725-58F11152FD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88094" y="4528562"/>
                <a:ext cx="279399" cy="3132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3E2492B-6D87-CC72-BBC9-9A0B0B2B81DC}"/>
                  </a:ext>
                </a:extLst>
              </p:cNvPr>
              <p:cNvSpPr txBox="1"/>
              <p:nvPr/>
            </p:nvSpPr>
            <p:spPr>
              <a:xfrm>
                <a:off x="5786068" y="4367891"/>
                <a:ext cx="28148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G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38DDFD3-BACB-EE6C-2A87-3EBDA9067D6C}"/>
                  </a:ext>
                </a:extLst>
              </p:cNvPr>
              <p:cNvSpPr txBox="1"/>
              <p:nvPr/>
            </p:nvSpPr>
            <p:spPr>
              <a:xfrm>
                <a:off x="6689030" y="3613977"/>
                <a:ext cx="28148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D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D665DAE-2402-0D7C-97A8-10B7C8028D60}"/>
                  </a:ext>
                </a:extLst>
              </p:cNvPr>
              <p:cNvSpPr txBox="1"/>
              <p:nvPr/>
            </p:nvSpPr>
            <p:spPr>
              <a:xfrm>
                <a:off x="6695206" y="5028093"/>
                <a:ext cx="25423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S</a:t>
                </a: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1DA129A0-DAA7-14B9-67B5-3D2DC34FDED3}"/>
                </a:ext>
              </a:extLst>
            </p:cNvPr>
            <p:cNvGrpSpPr/>
            <p:nvPr/>
          </p:nvGrpSpPr>
          <p:grpSpPr>
            <a:xfrm>
              <a:off x="4166654" y="3888935"/>
              <a:ext cx="1184447" cy="1783446"/>
              <a:chOff x="5786068" y="3613977"/>
              <a:chExt cx="1184447" cy="1783446"/>
            </a:xfrm>
          </p:grpSpPr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2E90A6D8-5DF9-EECA-5326-CB7362C44115}"/>
                  </a:ext>
                </a:extLst>
              </p:cNvPr>
              <p:cNvCxnSpPr/>
              <p:nvPr/>
            </p:nvCxnSpPr>
            <p:spPr>
              <a:xfrm>
                <a:off x="6458933" y="4718035"/>
                <a:ext cx="355600" cy="0"/>
              </a:xfrm>
              <a:prstGeom prst="straightConnector1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A8ADB739-5C61-BAFA-F0BE-4FE21BE2FA1B}"/>
                  </a:ext>
                </a:extLst>
              </p:cNvPr>
              <p:cNvCxnSpPr/>
              <p:nvPr/>
            </p:nvCxnSpPr>
            <p:spPr>
              <a:xfrm>
                <a:off x="6458933" y="4276075"/>
                <a:ext cx="0" cy="46228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4ECF2A49-9DDC-42FB-B95D-503F8CC5A2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3853" y="4285006"/>
                <a:ext cx="353061" cy="11389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0B01344-6453-E85F-95F4-5F573C12D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7493" y="434725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99245D2-1D73-59FF-DEEC-BEA3D7C0D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183" y="397953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BEF0C79-02E9-22C3-F3F8-2E8A9987D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9773" y="468761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126902C9-F688-8AD2-7065-A4A3845C9D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88094" y="4528562"/>
                <a:ext cx="279399" cy="3132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285684A6-E224-D1C9-AD64-A3A79813E9E6}"/>
                  </a:ext>
                </a:extLst>
              </p:cNvPr>
              <p:cNvSpPr txBox="1"/>
              <p:nvPr/>
            </p:nvSpPr>
            <p:spPr>
              <a:xfrm>
                <a:off x="5786068" y="4367891"/>
                <a:ext cx="28148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G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E82B01F-135A-C11F-EA36-5A89E5E41C2F}"/>
                  </a:ext>
                </a:extLst>
              </p:cNvPr>
              <p:cNvSpPr txBox="1"/>
              <p:nvPr/>
            </p:nvSpPr>
            <p:spPr>
              <a:xfrm>
                <a:off x="6689030" y="3613977"/>
                <a:ext cx="28148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D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9FD9B1-AB68-2C99-9DB7-E25274B26164}"/>
                  </a:ext>
                </a:extLst>
              </p:cNvPr>
              <p:cNvSpPr txBox="1"/>
              <p:nvPr/>
            </p:nvSpPr>
            <p:spPr>
              <a:xfrm>
                <a:off x="6695206" y="5028093"/>
                <a:ext cx="25423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S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B9EF3A2-C802-8E27-8D73-8D0E65579087}"/>
                </a:ext>
              </a:extLst>
            </p:cNvPr>
            <p:cNvGrpSpPr/>
            <p:nvPr/>
          </p:nvGrpSpPr>
          <p:grpSpPr>
            <a:xfrm>
              <a:off x="5123084" y="3888935"/>
              <a:ext cx="1184447" cy="1783446"/>
              <a:chOff x="5786068" y="3613977"/>
              <a:chExt cx="1184447" cy="1783446"/>
            </a:xfrm>
          </p:grpSpPr>
          <p:cxnSp>
            <p:nvCxnSpPr>
              <p:cNvPr id="127" name="Straight Arrow Connector 126">
                <a:extLst>
                  <a:ext uri="{FF2B5EF4-FFF2-40B4-BE49-F238E27FC236}">
                    <a16:creationId xmlns:a16="http://schemas.microsoft.com/office/drawing/2014/main" id="{652DA1A2-1914-4FDF-2320-2D42D387AC1A}"/>
                  </a:ext>
                </a:extLst>
              </p:cNvPr>
              <p:cNvCxnSpPr/>
              <p:nvPr/>
            </p:nvCxnSpPr>
            <p:spPr>
              <a:xfrm>
                <a:off x="6458933" y="4718035"/>
                <a:ext cx="355600" cy="0"/>
              </a:xfrm>
              <a:prstGeom prst="straightConnector1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E95913D5-45C9-4B7E-9D07-732BAC87B63B}"/>
                  </a:ext>
                </a:extLst>
              </p:cNvPr>
              <p:cNvCxnSpPr/>
              <p:nvPr/>
            </p:nvCxnSpPr>
            <p:spPr>
              <a:xfrm>
                <a:off x="6458933" y="4276075"/>
                <a:ext cx="0" cy="46228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576B4580-1FA9-3C10-2355-4CE907F478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3853" y="4285006"/>
                <a:ext cx="353061" cy="11389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40B08B0E-2609-4BB0-0DED-DAA4159D6E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7493" y="434725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28DB4AC-D486-9BEE-1B43-2F5D1775A6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183" y="397953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FDFD773A-4AD8-B5C3-67CD-D9D16750B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9773" y="468761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E5320426-2EFB-9AD0-C06B-2CB3D6EB66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88094" y="4528562"/>
                <a:ext cx="279399" cy="3132"/>
              </a:xfrm>
              <a:prstGeom prst="line">
                <a:avLst/>
              </a:prstGeom>
              <a:noFill/>
              <a:ln w="38100" cap="flat">
                <a:solidFill>
                  <a:schemeClr val="bg1">
                    <a:lumMod val="10000"/>
                  </a:schemeClr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26576E2-82A8-2B23-01DB-E3E8F789433E}"/>
                  </a:ext>
                </a:extLst>
              </p:cNvPr>
              <p:cNvSpPr txBox="1"/>
              <p:nvPr/>
            </p:nvSpPr>
            <p:spPr>
              <a:xfrm>
                <a:off x="5786068" y="4367891"/>
                <a:ext cx="28148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G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C3313A5-F189-D2C7-3539-2A94136A94F1}"/>
                  </a:ext>
                </a:extLst>
              </p:cNvPr>
              <p:cNvSpPr txBox="1"/>
              <p:nvPr/>
            </p:nvSpPr>
            <p:spPr>
              <a:xfrm>
                <a:off x="6689030" y="3613977"/>
                <a:ext cx="28148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D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D2CBBE8-09B1-80A7-841D-37A5B62B8C5C}"/>
                  </a:ext>
                </a:extLst>
              </p:cNvPr>
              <p:cNvSpPr txBox="1"/>
              <p:nvPr/>
            </p:nvSpPr>
            <p:spPr>
              <a:xfrm>
                <a:off x="6695206" y="5028093"/>
                <a:ext cx="254235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S</a:t>
                </a:r>
              </a:p>
            </p:txBody>
          </p:sp>
        </p:grp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83FF216-F318-3F92-1C33-7CEA38E1A4F4}"/>
              </a:ext>
            </a:extLst>
          </p:cNvPr>
          <p:cNvSpPr txBox="1"/>
          <p:nvPr/>
        </p:nvSpPr>
        <p:spPr>
          <a:xfrm>
            <a:off x="226760" y="1175680"/>
            <a:ext cx="2416092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Gangs</a:t>
            </a: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Number of devices sharing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the same poly, and TCN tracks across multiple diffusions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25F0454-3C83-4029-E7CB-08F4E6C731E4}"/>
              </a:ext>
            </a:extLst>
          </p:cNvPr>
          <p:cNvSpPr txBox="1"/>
          <p:nvPr/>
        </p:nvSpPr>
        <p:spPr>
          <a:xfrm>
            <a:off x="3178097" y="1369730"/>
            <a:ext cx="2416092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Stacked Legs</a:t>
            </a: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Number of devices with shared gate and floating TCN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0AC0C8E-F466-47E8-AD7E-E94CA325EDDD}"/>
              </a:ext>
            </a:extLst>
          </p:cNvPr>
          <p:cNvSpPr txBox="1"/>
          <p:nvPr/>
        </p:nvSpPr>
        <p:spPr>
          <a:xfrm>
            <a:off x="6618981" y="1364755"/>
            <a:ext cx="2416092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Instances</a:t>
            </a: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Number of parallel devices in an array. 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2E13BB0-081F-B2A2-8F79-22E1B768F9E5}"/>
              </a:ext>
            </a:extLst>
          </p:cNvPr>
          <p:cNvSpPr txBox="1"/>
          <p:nvPr/>
        </p:nvSpPr>
        <p:spPr>
          <a:xfrm>
            <a:off x="9869129" y="1039329"/>
            <a:ext cx="2416092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Shared Legs</a:t>
            </a: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Wingdings" panose="05000000000000000000" pitchFamily="2" charset="2"/>
              </a:rPr>
              <a:t>Number of parallel devices on the same diff with source/drains connected in parallel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DDEFDAF-226D-F2EB-6C38-1DBD568544FC}"/>
              </a:ext>
            </a:extLst>
          </p:cNvPr>
          <p:cNvSpPr txBox="1"/>
          <p:nvPr/>
        </p:nvSpPr>
        <p:spPr>
          <a:xfrm>
            <a:off x="55153" y="-15953"/>
            <a:ext cx="833817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kern="0">
                <a:solidFill>
                  <a:schemeClr val="tx1">
                    <a:lumMod val="50000"/>
                  </a:schemeClr>
                </a:solidFill>
              </a:rPr>
              <a:t>Identify: Gangs, Legs Stacked, Num Instances, Legs Shared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0D5D9B1-1475-7140-DC9A-5F26DA7B00EC}"/>
              </a:ext>
            </a:extLst>
          </p:cNvPr>
          <p:cNvSpPr txBox="1"/>
          <p:nvPr/>
        </p:nvSpPr>
        <p:spPr>
          <a:xfrm>
            <a:off x="1398641" y="5124728"/>
            <a:ext cx="67261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2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,1,1,1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9808A1B-5EE6-91A6-23EB-960B15605900}"/>
              </a:ext>
            </a:extLst>
          </p:cNvPr>
          <p:cNvSpPr txBox="1"/>
          <p:nvPr/>
        </p:nvSpPr>
        <p:spPr>
          <a:xfrm>
            <a:off x="4511463" y="5095265"/>
            <a:ext cx="67261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1,</a:t>
            </a:r>
            <a:r>
              <a:rPr lang="en-US" sz="2000">
                <a:solidFill>
                  <a:srgbClr val="525252"/>
                </a:solidFill>
                <a:highlight>
                  <a:srgbClr val="00FF00"/>
                </a:highlight>
                <a:latin typeface="IntelOne Text Light"/>
                <a:ea typeface="IntelOne Text Light"/>
                <a:cs typeface="IntelOne Text Light"/>
                <a:sym typeface="IntelOne Text Light"/>
              </a:rPr>
              <a:t>2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,1,1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0767E9C-F227-EB88-0E84-77DC76166172}"/>
              </a:ext>
            </a:extLst>
          </p:cNvPr>
          <p:cNvSpPr txBox="1"/>
          <p:nvPr/>
        </p:nvSpPr>
        <p:spPr>
          <a:xfrm>
            <a:off x="1454741" y="6174290"/>
            <a:ext cx="986862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highlight>
                  <a:srgbClr val="FF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Total number of transistors = Gangs × Stacked Legs</a:t>
            </a:r>
            <a:r>
              <a:rPr lang="en-US" b="1">
                <a:solidFill>
                  <a:schemeClr val="bg1">
                    <a:lumMod val="10000"/>
                  </a:schemeClr>
                </a:solidFill>
                <a:highlight>
                  <a:srgbClr val="FFFF00"/>
                </a:highlight>
                <a:latin typeface="IntelOne Text Light"/>
                <a:ea typeface="IntelOne Text Light"/>
                <a:cs typeface="IntelOne Text Light"/>
                <a:sym typeface="IntelOne Text Light"/>
              </a:rPr>
              <a:t> ×</a:t>
            </a:r>
            <a:r>
              <a:rPr kumimoji="0" lang="en-US" sz="1800" b="1" i="0" u="none" strike="noStrike" cap="none" spc="0" normalizeH="0" baseline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highlight>
                  <a:srgbClr val="FF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 Instances, Shared Legs </a:t>
            </a:r>
            <a:endParaRPr lang="en-US">
              <a:solidFill>
                <a:schemeClr val="bg1">
                  <a:lumMod val="1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D968E98-67FA-6A1F-F4E2-10CF3468320E}"/>
              </a:ext>
            </a:extLst>
          </p:cNvPr>
          <p:cNvSpPr txBox="1"/>
          <p:nvPr/>
        </p:nvSpPr>
        <p:spPr>
          <a:xfrm>
            <a:off x="7597683" y="5124728"/>
            <a:ext cx="67742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1,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1,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3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,1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2319F69-D43A-E339-4172-3A05F8EC4BB1}"/>
              </a:ext>
            </a:extLst>
          </p:cNvPr>
          <p:cNvSpPr txBox="1"/>
          <p:nvPr/>
        </p:nvSpPr>
        <p:spPr>
          <a:xfrm>
            <a:off x="10832576" y="5069885"/>
            <a:ext cx="67261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1,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1,1,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2</a:t>
            </a:r>
          </a:p>
        </p:txBody>
      </p:sp>
      <p:sp>
        <p:nvSpPr>
          <p:cNvPr id="155" name="Content Placeholder 3">
            <a:extLst>
              <a:ext uri="{FF2B5EF4-FFF2-40B4-BE49-F238E27FC236}">
                <a16:creationId xmlns:a16="http://schemas.microsoft.com/office/drawing/2014/main" id="{1341C9CF-433A-7DC5-41A7-8AC9367E2438}"/>
              </a:ext>
            </a:extLst>
          </p:cNvPr>
          <p:cNvSpPr txBox="1">
            <a:spLocks/>
          </p:cNvSpPr>
          <p:nvPr/>
        </p:nvSpPr>
        <p:spPr>
          <a:xfrm>
            <a:off x="27576" y="567788"/>
            <a:ext cx="12136847" cy="78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2pPr>
            <a:lvl3pPr marL="1234439" marR="0" indent="-320039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4pPr>
            <a:lvl5pPr marL="2228850" marR="0" indent="-4000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IntelOne Display Regular"/>
              <a:buChar char="•"/>
              <a:tabLst/>
              <a:defRPr sz="2800" b="0" i="0" u="none" strike="noStrike" cap="none" spc="0" baseline="0">
                <a:solidFill>
                  <a:srgbClr val="525252"/>
                </a:solidFill>
                <a:uFillTx/>
                <a:latin typeface="IntelOne Text Light"/>
                <a:ea typeface="IntelOne Text Light"/>
                <a:cs typeface="IntelOne Text Light"/>
                <a:sym typeface="IntelOne Text Light"/>
              </a:defRPr>
            </a:lvl9pPr>
          </a:lstStyle>
          <a:p>
            <a:pPr marL="914400" lvl="2" indent="0">
              <a:buFont typeface="IntelOne Display Regular"/>
              <a:buNone/>
            </a:pPr>
            <a:r>
              <a:rPr lang="en-US" sz="1600" kern="0">
                <a:solidFill>
                  <a:schemeClr val="tx1">
                    <a:lumMod val="50000"/>
                  </a:schemeClr>
                </a:solidFill>
              </a:rPr>
              <a:t>Format </a:t>
            </a:r>
            <a:r>
              <a:rPr lang="en-US" sz="1600" kern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sz="1600" kern="0">
                <a:solidFill>
                  <a:schemeClr val="tx1">
                    <a:lumMod val="50000"/>
                  </a:schemeClr>
                </a:solidFill>
              </a:rPr>
              <a:t>&lt;Drain Pin&gt;,&lt;Gate Pin&gt;,&lt;Source Pin&gt;,&lt;Bulk&gt;,&lt;</a:t>
            </a:r>
            <a:r>
              <a:rPr lang="en-US" sz="1600" kern="0" err="1">
                <a:solidFill>
                  <a:schemeClr val="tx1">
                    <a:lumMod val="50000"/>
                  </a:schemeClr>
                </a:solidFill>
              </a:rPr>
              <a:t>Model+Vt</a:t>
            </a:r>
            <a:r>
              <a:rPr lang="en-US" sz="1600" kern="0">
                <a:solidFill>
                  <a:schemeClr val="tx1">
                    <a:lumMod val="50000"/>
                  </a:schemeClr>
                </a:solidFill>
              </a:rPr>
              <a:t>&gt;,&lt;Diffusion Width (nm)&gt;,&lt;Poly CD (nm)&gt;,</a:t>
            </a:r>
            <a:r>
              <a:rPr lang="en-US" sz="1600" kern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&lt;Num Gangs&gt;,&lt;Legs Stacked&gt;,&lt;Num Instances&gt;,&lt;Legs Shared&gt;;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2A8B321-05EF-6C1D-4D53-335F33771EE4}"/>
              </a:ext>
            </a:extLst>
          </p:cNvPr>
          <p:cNvSpPr txBox="1"/>
          <p:nvPr/>
        </p:nvSpPr>
        <p:spPr>
          <a:xfrm>
            <a:off x="924358" y="5747696"/>
            <a:ext cx="17370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e.g. DH devices</a:t>
            </a:r>
          </a:p>
        </p:txBody>
      </p:sp>
    </p:spTree>
    <p:extLst>
      <p:ext uri="{BB962C8B-B14F-4D97-AF65-F5344CB8AC3E}">
        <p14:creationId xmlns:p14="http://schemas.microsoft.com/office/powerpoint/2010/main" val="271790595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C8C9FF-A145-92A8-7B56-406AF0B6B2D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F428C8-C3B9-3301-CE0E-89D14DC37B05}"/>
              </a:ext>
            </a:extLst>
          </p:cNvPr>
          <p:cNvGrpSpPr/>
          <p:nvPr/>
        </p:nvGrpSpPr>
        <p:grpSpPr>
          <a:xfrm>
            <a:off x="1469476" y="1487690"/>
            <a:ext cx="2617153" cy="2652317"/>
            <a:chOff x="381000" y="1600200"/>
            <a:chExt cx="2617153" cy="26523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43C0A2-2F12-64C3-14C4-61BF5A90F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600200"/>
              <a:ext cx="2617153" cy="265231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776211-4E33-9A2E-93AC-B86F283BD566}"/>
                </a:ext>
              </a:extLst>
            </p:cNvPr>
            <p:cNvSpPr/>
            <p:nvPr/>
          </p:nvSpPr>
          <p:spPr>
            <a:xfrm>
              <a:off x="838900" y="2941035"/>
              <a:ext cx="1652630" cy="1144404"/>
            </a:xfrm>
            <a:prstGeom prst="rect">
              <a:avLst/>
            </a:prstGeom>
            <a:noFill/>
            <a:ln w="38100" cap="flat">
              <a:solidFill>
                <a:srgbClr val="FFFF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668623-DB3A-E39B-53FC-72DB2C9F21F3}"/>
                </a:ext>
              </a:extLst>
            </p:cNvPr>
            <p:cNvSpPr/>
            <p:nvPr/>
          </p:nvSpPr>
          <p:spPr>
            <a:xfrm>
              <a:off x="838898" y="1691077"/>
              <a:ext cx="1652631" cy="1159081"/>
            </a:xfrm>
            <a:prstGeom prst="rect">
              <a:avLst/>
            </a:prstGeom>
            <a:noFill/>
            <a:ln w="38100" cap="flat">
              <a:solidFill>
                <a:srgbClr val="00B0F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2D972E0-38DD-1382-E42F-379DEE1B8691}"/>
              </a:ext>
            </a:extLst>
          </p:cNvPr>
          <p:cNvSpPr txBox="1"/>
          <p:nvPr/>
        </p:nvSpPr>
        <p:spPr>
          <a:xfrm>
            <a:off x="2333008" y="3388763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Active 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93165-F6B8-2F30-9D78-B4078CF00BAA}"/>
              </a:ext>
            </a:extLst>
          </p:cNvPr>
          <p:cNvSpPr txBox="1"/>
          <p:nvPr/>
        </p:nvSpPr>
        <p:spPr>
          <a:xfrm>
            <a:off x="2102906" y="1840851"/>
            <a:ext cx="1652630" cy="369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err="1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NonActive</a:t>
            </a:r>
            <a:r>
              <a:rPr lang="en-US">
                <a:solidFill>
                  <a:srgbClr val="00B0F0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</a:t>
            </a:r>
            <a:endParaRPr lang="en-US">
              <a:solidFill>
                <a:srgbClr val="00B0F0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D61CA7-881B-8092-3E5A-6AE60CEBD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16652"/>
              </p:ext>
            </p:extLst>
          </p:nvPr>
        </p:nvGraphicFramePr>
        <p:xfrm>
          <a:off x="660400" y="5150979"/>
          <a:ext cx="10871200" cy="878321"/>
        </p:xfrm>
        <a:graphic>
          <a:graphicData uri="http://schemas.openxmlformats.org/drawingml/2006/table">
            <a:tbl>
              <a:tblPr/>
              <a:tblGrid>
                <a:gridCol w="1744498">
                  <a:extLst>
                    <a:ext uri="{9D8B030D-6E8A-4147-A177-3AD203B41FA5}">
                      <a16:colId xmlns:a16="http://schemas.microsoft.com/office/drawing/2014/main" val="4197242065"/>
                    </a:ext>
                  </a:extLst>
                </a:gridCol>
                <a:gridCol w="9126702">
                  <a:extLst>
                    <a:ext uri="{9D8B030D-6E8A-4147-A177-3AD203B41FA5}">
                      <a16:colId xmlns:a16="http://schemas.microsoft.com/office/drawing/2014/main" val="94631194"/>
                    </a:ext>
                  </a:extLst>
                </a:gridCol>
              </a:tblGrid>
              <a:tr h="3525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shortedPinPairs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lvsDeviceData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328172"/>
                  </a:ext>
                </a:extLst>
              </a:tr>
              <a:tr h="3525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SS1,SF1;DS1,DF1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DF1,GATE1,SF1,TAP1,nhpcelvt,35,12,1,1,1,1;DF1,GATE1,FLOAT,</a:t>
                      </a:r>
                      <a:r>
                        <a:rPr lang="en-US" sz="1800" b="0" i="0" u="none" strike="noStrike" noProof="0">
                          <a:solidFill>
                            <a:srgbClr val="525252"/>
                          </a:solidFill>
                          <a:effectLst/>
                          <a:highlight>
                            <a:srgbClr val="00FF00"/>
                          </a:highlight>
                          <a:latin typeface="Arial"/>
                          <a:cs typeface="Arial"/>
                        </a:rPr>
                        <a:t>FAKE_NMOS_BULK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,phpcelvt,35,12,1,1,1,1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9471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6C4A7AC-FF46-2C96-E674-58E860355F32}"/>
              </a:ext>
            </a:extLst>
          </p:cNvPr>
          <p:cNvSpPr txBox="1"/>
          <p:nvPr/>
        </p:nvSpPr>
        <p:spPr>
          <a:xfrm>
            <a:off x="4856480" y="3216061"/>
            <a:ext cx="6096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Aptos Narrow"/>
              </a:rPr>
              <a:t>DF1,GATE1,SF1,</a:t>
            </a:r>
            <a:r>
              <a:rPr lang="en-US">
                <a:solidFill>
                  <a:srgbClr val="000000"/>
                </a:solidFill>
                <a:latin typeface="Aptos Narrow"/>
              </a:rPr>
              <a:t>TAP1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ptos Narrow"/>
              </a:rPr>
              <a:t>,nhpcelvt,35,12,1,1,1,1</a:t>
            </a:r>
            <a:endParaRPr lang="en-US">
              <a:latin typeface="Aptos Narrow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8E372-06BF-A1ED-EADE-6F6F1A2BBB69}"/>
              </a:ext>
            </a:extLst>
          </p:cNvPr>
          <p:cNvSpPr txBox="1"/>
          <p:nvPr/>
        </p:nvSpPr>
        <p:spPr>
          <a:xfrm>
            <a:off x="4856480" y="1973441"/>
            <a:ext cx="6096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Aptos Narrow"/>
              </a:rPr>
              <a:t>DF1,GATE1,FLOAT,</a:t>
            </a:r>
            <a:r>
              <a:rPr lang="en-US">
                <a:solidFill>
                  <a:srgbClr val="525252"/>
                </a:solidFill>
                <a:highlight>
                  <a:srgbClr val="00FF00"/>
                </a:highlight>
                <a:latin typeface="Arial"/>
              </a:rPr>
              <a:t>FAKE_NMOS_BULK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ptos Narrow"/>
              </a:rPr>
              <a:t>,phpcelvt,35,12,1,1,1,1</a:t>
            </a:r>
            <a:endParaRPr lang="en-US">
              <a:latin typeface="Aptos Narrow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21736-B00B-8E3A-E6C6-B97126E7BE09}"/>
              </a:ext>
            </a:extLst>
          </p:cNvPr>
          <p:cNvSpPr txBox="1"/>
          <p:nvPr/>
        </p:nvSpPr>
        <p:spPr>
          <a:xfrm>
            <a:off x="55153" y="-15953"/>
            <a:ext cx="8873581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hangingPunct="0"/>
            <a:r>
              <a:rPr lang="en-US" sz="2400" kern="0">
                <a:solidFill>
                  <a:schemeClr val="tx1">
                    <a:lumMod val="50000"/>
                  </a:schemeClr>
                </a:solidFill>
              </a:rPr>
              <a:t>Form the string and combine active and nonactive device strings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126FA3-94BA-5514-EC0B-143758BF40C1}"/>
              </a:ext>
            </a:extLst>
          </p:cNvPr>
          <p:cNvCxnSpPr/>
          <p:nvPr/>
        </p:nvCxnSpPr>
        <p:spPr>
          <a:xfrm>
            <a:off x="3580005" y="2210712"/>
            <a:ext cx="1032635" cy="0"/>
          </a:xfrm>
          <a:prstGeom prst="straightConnector1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15A946-068E-6CDB-802A-90AFA524748C}"/>
              </a:ext>
            </a:extLst>
          </p:cNvPr>
          <p:cNvCxnSpPr/>
          <p:nvPr/>
        </p:nvCxnSpPr>
        <p:spPr>
          <a:xfrm>
            <a:off x="3580005" y="3404512"/>
            <a:ext cx="1032635" cy="0"/>
          </a:xfrm>
          <a:prstGeom prst="straightConnector1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D6D2A4-D9D6-2BAF-870F-555D88CB95FC}"/>
              </a:ext>
            </a:extLst>
          </p:cNvPr>
          <p:cNvSpPr txBox="1"/>
          <p:nvPr/>
        </p:nvSpPr>
        <p:spPr>
          <a:xfrm>
            <a:off x="1927374" y="994932"/>
            <a:ext cx="135068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NMOS PFT</a:t>
            </a:r>
          </a:p>
        </p:txBody>
      </p:sp>
    </p:spTree>
    <p:extLst>
      <p:ext uri="{BB962C8B-B14F-4D97-AF65-F5344CB8AC3E}">
        <p14:creationId xmlns:p14="http://schemas.microsoft.com/office/powerpoint/2010/main" val="20937769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B5EC02-828B-3011-3F01-324A8FC151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CA763-D43E-2C07-C84D-AA003A544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892" y="839221"/>
            <a:ext cx="7064442" cy="51795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4595EC-9440-0166-7F06-173BC62E9798}"/>
              </a:ext>
            </a:extLst>
          </p:cNvPr>
          <p:cNvSpPr/>
          <p:nvPr/>
        </p:nvSpPr>
        <p:spPr>
          <a:xfrm>
            <a:off x="5546915" y="5797309"/>
            <a:ext cx="664143" cy="221469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C03A4-D1C3-01DF-2DD6-E8BA6E8F6675}"/>
              </a:ext>
            </a:extLst>
          </p:cNvPr>
          <p:cNvSpPr txBox="1"/>
          <p:nvPr/>
        </p:nvSpPr>
        <p:spPr>
          <a:xfrm>
            <a:off x="0" y="0"/>
            <a:ext cx="51530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Searching LVS string of a Golden (POR) Device</a:t>
            </a:r>
            <a:endParaRPr kumimoji="0" lang="en-US" sz="1800" b="1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E8A1A0-E047-2122-88D7-AAF33577E506}"/>
              </a:ext>
            </a:extLst>
          </p:cNvPr>
          <p:cNvSpPr txBox="1"/>
          <p:nvPr/>
        </p:nvSpPr>
        <p:spPr>
          <a:xfrm>
            <a:off x="193863" y="1582344"/>
            <a:ext cx="4658765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Go to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Find_LVS_string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 tab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Paste structure name in column A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err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ShortedPinPairs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and </a:t>
            </a:r>
            <a:r>
              <a:rPr lang="en-US" err="1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lvsDeviceData</a:t>
            </a:r>
            <a:r>
              <a:rPr lang="en-US">
                <a:solidFill>
                  <a:srgbClr val="525252"/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 columns will be populated by searching the structure in the LVS string sheet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A33270-D70D-BA2A-35BF-CDA34F7B6528}"/>
              </a:ext>
            </a:extLst>
          </p:cNvPr>
          <p:cNvSpPr/>
          <p:nvPr/>
        </p:nvSpPr>
        <p:spPr>
          <a:xfrm>
            <a:off x="5081750" y="2331123"/>
            <a:ext cx="1716983" cy="1893744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087F9-C392-1A36-9A02-5F3A0281DF91}"/>
              </a:ext>
            </a:extLst>
          </p:cNvPr>
          <p:cNvSpPr txBox="1"/>
          <p:nvPr/>
        </p:nvSpPr>
        <p:spPr>
          <a:xfrm>
            <a:off x="5842000" y="5517329"/>
            <a:ext cx="16927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FF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0C57E-A47F-694E-843D-A825740C982A}"/>
              </a:ext>
            </a:extLst>
          </p:cNvPr>
          <p:cNvSpPr txBox="1"/>
          <p:nvPr/>
        </p:nvSpPr>
        <p:spPr>
          <a:xfrm>
            <a:off x="5462277" y="3059669"/>
            <a:ext cx="23499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FF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D866E-C0A2-1C4C-7564-2764196020F3}"/>
              </a:ext>
            </a:extLst>
          </p:cNvPr>
          <p:cNvSpPr/>
          <p:nvPr/>
        </p:nvSpPr>
        <p:spPr>
          <a:xfrm>
            <a:off x="6798733" y="2331123"/>
            <a:ext cx="4445000" cy="1893744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5AF80-614D-5ECB-6E55-8891EF92ECA1}"/>
              </a:ext>
            </a:extLst>
          </p:cNvPr>
          <p:cNvSpPr txBox="1"/>
          <p:nvPr/>
        </p:nvSpPr>
        <p:spPr>
          <a:xfrm>
            <a:off x="9196077" y="3244334"/>
            <a:ext cx="23820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highlight>
                  <a:srgbClr val="00FF00"/>
                </a:highlight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63549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7B824-6192-EA1B-8F39-1368612D71C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16E2F-04FC-E5A8-4B4C-2AD26CEB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342" y="1377416"/>
            <a:ext cx="2118544" cy="46181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FD2E22-BC69-942D-51CD-8CB35AF03C01}"/>
              </a:ext>
            </a:extLst>
          </p:cNvPr>
          <p:cNvSpPr/>
          <p:nvPr/>
        </p:nvSpPr>
        <p:spPr>
          <a:xfrm>
            <a:off x="2035403" y="1615884"/>
            <a:ext cx="1652631" cy="1159081"/>
          </a:xfrm>
          <a:prstGeom prst="rect">
            <a:avLst/>
          </a:prstGeom>
          <a:noFill/>
          <a:ln w="38100" cap="flat">
            <a:solidFill>
              <a:srgbClr val="00B0F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9A9D7-17E4-B83A-F8F1-EE3FBB12638E}"/>
              </a:ext>
            </a:extLst>
          </p:cNvPr>
          <p:cNvSpPr/>
          <p:nvPr/>
        </p:nvSpPr>
        <p:spPr>
          <a:xfrm>
            <a:off x="2052298" y="3013433"/>
            <a:ext cx="1618840" cy="1346086"/>
          </a:xfrm>
          <a:prstGeom prst="rect">
            <a:avLst/>
          </a:prstGeom>
          <a:noFill/>
          <a:ln w="38100" cap="flat">
            <a:solidFill>
              <a:srgbClr val="FFFF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F8892B-5BD1-DD5B-F4FF-3D8B1DD1B9C3}"/>
              </a:ext>
            </a:extLst>
          </p:cNvPr>
          <p:cNvGrpSpPr/>
          <p:nvPr/>
        </p:nvGrpSpPr>
        <p:grpSpPr>
          <a:xfrm>
            <a:off x="0" y="2219902"/>
            <a:ext cx="1557476" cy="2910329"/>
            <a:chOff x="8215812" y="2544121"/>
            <a:chExt cx="1557476" cy="29103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5B4994D-843E-B8B4-C2AA-28F081765E0D}"/>
                </a:ext>
              </a:extLst>
            </p:cNvPr>
            <p:cNvGrpSpPr/>
            <p:nvPr/>
          </p:nvGrpSpPr>
          <p:grpSpPr>
            <a:xfrm>
              <a:off x="8215812" y="2810304"/>
              <a:ext cx="1557476" cy="2644146"/>
              <a:chOff x="4050203" y="2747417"/>
              <a:chExt cx="1557476" cy="264414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062397-F7B7-D029-BD80-C03FBE6E1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2425"/>
              <a:stretch>
                <a:fillRect/>
              </a:stretch>
            </p:blipFill>
            <p:spPr>
              <a:xfrm flipV="1">
                <a:off x="4365418" y="3567091"/>
                <a:ext cx="587569" cy="1341230"/>
              </a:xfrm>
              <a:prstGeom prst="rect">
                <a:avLst/>
              </a:prstGeom>
            </p:spPr>
          </p:pic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699CFFD-D647-748C-34F1-CACC16E41343}"/>
                  </a:ext>
                </a:extLst>
              </p:cNvPr>
              <p:cNvCxnSpPr/>
              <p:nvPr/>
            </p:nvCxnSpPr>
            <p:spPr>
              <a:xfrm>
                <a:off x="4935332" y="4368194"/>
                <a:ext cx="0" cy="762000"/>
              </a:xfrm>
              <a:prstGeom prst="line">
                <a:avLst/>
              </a:prstGeom>
              <a:noFill/>
              <a:ln w="38100" cap="flat">
                <a:solidFill>
                  <a:srgbClr val="00B0F0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47EDBD1-017D-D9DD-ADCC-617CC11732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4793" y="3342499"/>
                <a:ext cx="306593" cy="0"/>
              </a:xfrm>
              <a:prstGeom prst="line">
                <a:avLst/>
              </a:prstGeom>
              <a:noFill/>
              <a:ln w="38100" cap="flat">
                <a:solidFill>
                  <a:srgbClr val="00B0F0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432615-F109-7437-BDD2-A45F4D28DAE3}"/>
                  </a:ext>
                </a:extLst>
              </p:cNvPr>
              <p:cNvSpPr txBox="1"/>
              <p:nvPr/>
            </p:nvSpPr>
            <p:spPr>
              <a:xfrm>
                <a:off x="4365418" y="3142444"/>
                <a:ext cx="422672" cy="4001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163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110816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PID TAP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DB3F60A-A711-4338-144B-2E5E7CF53A48}"/>
                  </a:ext>
                </a:extLst>
              </p:cNvPr>
              <p:cNvCxnSpPr/>
              <p:nvPr/>
            </p:nvCxnSpPr>
            <p:spPr>
              <a:xfrm>
                <a:off x="4930252" y="3008786"/>
                <a:ext cx="0" cy="762000"/>
              </a:xfrm>
              <a:prstGeom prst="line">
                <a:avLst/>
              </a:prstGeom>
              <a:noFill/>
              <a:ln w="38100" cap="flat">
                <a:solidFill>
                  <a:srgbClr val="00B0F0"/>
                </a:solidFill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096B53-EEEA-4298-8EF3-D5C5C1D79197}"/>
                  </a:ext>
                </a:extLst>
              </p:cNvPr>
              <p:cNvSpPr txBox="1"/>
              <p:nvPr/>
            </p:nvSpPr>
            <p:spPr>
              <a:xfrm>
                <a:off x="4930252" y="4493453"/>
                <a:ext cx="374459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M1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8090E5-32DD-2F20-7A19-A3AFCDB80488}"/>
                  </a:ext>
                </a:extLst>
              </p:cNvPr>
              <p:cNvSpPr txBox="1"/>
              <p:nvPr/>
            </p:nvSpPr>
            <p:spPr>
              <a:xfrm>
                <a:off x="4433047" y="5083788"/>
                <a:ext cx="813682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Cathode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971268-210E-F006-4681-C4CA0D600383}"/>
                  </a:ext>
                </a:extLst>
              </p:cNvPr>
              <p:cNvSpPr txBox="1"/>
              <p:nvPr/>
            </p:nvSpPr>
            <p:spPr>
              <a:xfrm>
                <a:off x="4050203" y="2747417"/>
                <a:ext cx="1557476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IntelOne Text Light"/>
                  </a:rPr>
                  <a:t>Anode</a:t>
                </a:r>
                <a:r>
                  <a:rPr kumimoji="0" lang="en-US" sz="1400" b="0" i="0" u="none" strike="noStrike" cap="none" spc="0" normalizeH="0" baseline="0">
                    <a:ln>
                      <a:noFill/>
                    </a:ln>
                    <a:solidFill>
                      <a:srgbClr val="525252"/>
                    </a:solidFill>
                    <a:effectLst/>
                    <a:uFillTx/>
                    <a:latin typeface="IntelOne Text Light"/>
                    <a:ea typeface="IntelOne Text Light"/>
                    <a:cs typeface="IntelOne Text Light"/>
                    <a:sym typeface="Wingdings" panose="05000000000000000000" pitchFamily="2" charset="2"/>
                  </a:rPr>
                  <a:t> CNODE</a:t>
                </a: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7D8751-A44E-8923-5F73-0BA8BB57B574}"/>
                </a:ext>
              </a:extLst>
            </p:cNvPr>
            <p:cNvSpPr txBox="1"/>
            <p:nvPr/>
          </p:nvSpPr>
          <p:spPr>
            <a:xfrm>
              <a:off x="8636925" y="2544121"/>
              <a:ext cx="671016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400">
                  <a:solidFill>
                    <a:srgbClr val="525252"/>
                  </a:solidFill>
                  <a:highlight>
                    <a:srgbClr val="00FF00"/>
                  </a:highlight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N</a:t>
              </a:r>
              <a:r>
                <a:rPr kumimoji="0" lang="en-US" sz="14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highlight>
                    <a:srgbClr val="00FF00"/>
                  </a:highlight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MOS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F49834-7AD4-833F-08D2-CD4BF3070920}"/>
              </a:ext>
            </a:extLst>
          </p:cNvPr>
          <p:cNvCxnSpPr>
            <a:cxnSpLocks/>
          </p:cNvCxnSpPr>
          <p:nvPr/>
        </p:nvCxnSpPr>
        <p:spPr>
          <a:xfrm flipV="1">
            <a:off x="3688034" y="2122415"/>
            <a:ext cx="1166410" cy="73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3C81D2-B064-432F-2D62-8A60CB906365}"/>
              </a:ext>
            </a:extLst>
          </p:cNvPr>
          <p:cNvSpPr txBox="1"/>
          <p:nvPr/>
        </p:nvSpPr>
        <p:spPr>
          <a:xfrm>
            <a:off x="4990459" y="1278175"/>
            <a:ext cx="601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Gangs = 1, stacked legs =2, instances=80, shared leg =1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81785-F63E-414C-6494-D8B5E1868790}"/>
              </a:ext>
            </a:extLst>
          </p:cNvPr>
          <p:cNvSpPr txBox="1"/>
          <p:nvPr/>
        </p:nvSpPr>
        <p:spPr>
          <a:xfrm>
            <a:off x="4838621" y="1824301"/>
            <a:ext cx="6830989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CNODE,CNODE,CNODE,FAKE_NMOS_BULK,nhpblvt,46,12,1,2,80,1;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0B3314-9C86-8205-8312-5B137EC89C22}"/>
              </a:ext>
            </a:extLst>
          </p:cNvPr>
          <p:cNvCxnSpPr>
            <a:cxnSpLocks/>
          </p:cNvCxnSpPr>
          <p:nvPr/>
        </p:nvCxnSpPr>
        <p:spPr>
          <a:xfrm>
            <a:off x="3710768" y="3600712"/>
            <a:ext cx="1279691" cy="6314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3E3786F-3488-B594-18DB-AC66C848C073}"/>
              </a:ext>
            </a:extLst>
          </p:cNvPr>
          <p:cNvSpPr txBox="1"/>
          <p:nvPr/>
        </p:nvSpPr>
        <p:spPr>
          <a:xfrm>
            <a:off x="5703469" y="3429000"/>
            <a:ext cx="633887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CNODE,CNODE,GNAC,FAKE_NMOS_BULK,nhpblvt,46,12,1,1,80,2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A3DE58-EA4D-711B-FE47-2061CF455E95}"/>
              </a:ext>
            </a:extLst>
          </p:cNvPr>
          <p:cNvSpPr txBox="1"/>
          <p:nvPr/>
        </p:nvSpPr>
        <p:spPr>
          <a:xfrm>
            <a:off x="5650013" y="3013433"/>
            <a:ext cx="601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Gangs = 1, stacked legs =1, instances=80, shared leg =2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538C76-1DD3-58C6-BBF8-A22AAF642C75}"/>
              </a:ext>
            </a:extLst>
          </p:cNvPr>
          <p:cNvSpPr txBox="1"/>
          <p:nvPr/>
        </p:nvSpPr>
        <p:spPr>
          <a:xfrm>
            <a:off x="7550594" y="2683712"/>
            <a:ext cx="1484155" cy="383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highlight>
                  <a:srgbClr val="00FFFF"/>
                </a:highlight>
              </a:rPr>
              <a:t>Active</a:t>
            </a:r>
            <a:r>
              <a:rPr lang="en-US"/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A5E157-7624-DFF7-7C92-38021020FF01}"/>
              </a:ext>
            </a:extLst>
          </p:cNvPr>
          <p:cNvSpPr txBox="1"/>
          <p:nvPr/>
        </p:nvSpPr>
        <p:spPr>
          <a:xfrm>
            <a:off x="7550593" y="967944"/>
            <a:ext cx="1484155" cy="383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highlight>
                  <a:srgbClr val="00FFFF"/>
                </a:highlight>
              </a:rPr>
              <a:t>Non-Active</a:t>
            </a:r>
            <a:r>
              <a:rPr lang="en-US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301EA-8148-8BA4-6DAB-D52465CD34BC}"/>
              </a:ext>
            </a:extLst>
          </p:cNvPr>
          <p:cNvSpPr txBox="1"/>
          <p:nvPr/>
        </p:nvSpPr>
        <p:spPr>
          <a:xfrm>
            <a:off x="5703469" y="4205819"/>
            <a:ext cx="633887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CNODE,CNODE,GNAC,FAKE_NMOS_BULK,nhpblvt,46,12,2,1,40,2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0FFAE9-F48C-AC3A-23B8-FDB6DED48D2F}"/>
              </a:ext>
            </a:extLst>
          </p:cNvPr>
          <p:cNvSpPr txBox="1"/>
          <p:nvPr/>
        </p:nvSpPr>
        <p:spPr>
          <a:xfrm>
            <a:off x="5703468" y="5075300"/>
            <a:ext cx="633887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CNODE,CNODE,GNAC,FAKE_NMOS_BULK,nhpblvt,46,12,2,1,80,1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3D90BDBC-82CA-A36C-F4E1-35441F952728}"/>
              </a:ext>
            </a:extLst>
          </p:cNvPr>
          <p:cNvSpPr/>
          <p:nvPr/>
        </p:nvSpPr>
        <p:spPr>
          <a:xfrm>
            <a:off x="5117123" y="3128454"/>
            <a:ext cx="404446" cy="2451371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50130B-5353-CEEB-98AE-9D73BCDD4A6C}"/>
              </a:ext>
            </a:extLst>
          </p:cNvPr>
          <p:cNvSpPr txBox="1"/>
          <p:nvPr/>
        </p:nvSpPr>
        <p:spPr>
          <a:xfrm>
            <a:off x="27730" y="60667"/>
            <a:ext cx="245355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NMOS GNAC</a:t>
            </a:r>
          </a:p>
        </p:txBody>
      </p:sp>
    </p:spTree>
    <p:extLst>
      <p:ext uri="{BB962C8B-B14F-4D97-AF65-F5344CB8AC3E}">
        <p14:creationId xmlns:p14="http://schemas.microsoft.com/office/powerpoint/2010/main" val="38264647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C1AC8B-8B27-06C4-BEEB-6E1812893E9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AF823-7984-ADAF-721B-F53C66C24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894" y="1362577"/>
            <a:ext cx="2133785" cy="44961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217C53-2FE0-11B8-DCFA-53F573FA67EB}"/>
              </a:ext>
            </a:extLst>
          </p:cNvPr>
          <p:cNvSpPr/>
          <p:nvPr/>
        </p:nvSpPr>
        <p:spPr>
          <a:xfrm>
            <a:off x="2030588" y="3057862"/>
            <a:ext cx="1618840" cy="1346086"/>
          </a:xfrm>
          <a:prstGeom prst="rect">
            <a:avLst/>
          </a:prstGeom>
          <a:noFill/>
          <a:ln w="38100" cap="flat">
            <a:solidFill>
              <a:srgbClr val="FFFF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D867CA-DA09-543C-02F6-3075255B34C9}"/>
              </a:ext>
            </a:extLst>
          </p:cNvPr>
          <p:cNvGrpSpPr/>
          <p:nvPr/>
        </p:nvGrpSpPr>
        <p:grpSpPr>
          <a:xfrm>
            <a:off x="42795" y="2376506"/>
            <a:ext cx="1716173" cy="2885514"/>
            <a:chOff x="5807111" y="318298"/>
            <a:chExt cx="1716173" cy="28855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B828530-BFE7-E7D7-B4A2-BC384154B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425"/>
            <a:stretch>
              <a:fillRect/>
            </a:stretch>
          </p:blipFill>
          <p:spPr>
            <a:xfrm flipV="1">
              <a:off x="6101919" y="1082069"/>
              <a:ext cx="587569" cy="1341230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7287B3-7CD5-02F9-FAB6-CD2D382A3904}"/>
                </a:ext>
              </a:extLst>
            </p:cNvPr>
            <p:cNvCxnSpPr/>
            <p:nvPr/>
          </p:nvCxnSpPr>
          <p:spPr>
            <a:xfrm>
              <a:off x="6671833" y="2149872"/>
              <a:ext cx="0" cy="762000"/>
            </a:xfrm>
            <a:prstGeom prst="line">
              <a:avLst/>
            </a:prstGeom>
            <a:noFill/>
            <a:ln w="38100" cap="flat">
              <a:solidFill>
                <a:srgbClr val="00B0F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45C10F5-CBD4-383C-2F6D-8B6522F97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8623" y="2561352"/>
              <a:ext cx="306593" cy="0"/>
            </a:xfrm>
            <a:prstGeom prst="line">
              <a:avLst/>
            </a:prstGeom>
            <a:noFill/>
            <a:ln w="38100" cap="flat">
              <a:solidFill>
                <a:srgbClr val="00B0F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97A19F-ADCC-422F-A706-E97254C2F2B4}"/>
                </a:ext>
              </a:extLst>
            </p:cNvPr>
            <p:cNvSpPr txBox="1"/>
            <p:nvPr/>
          </p:nvSpPr>
          <p:spPr>
            <a:xfrm>
              <a:off x="6143955" y="2371074"/>
              <a:ext cx="422672" cy="400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163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11081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PID TAP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1A687B8-6B53-993C-A430-422E9CC43274}"/>
                </a:ext>
              </a:extLst>
            </p:cNvPr>
            <p:cNvCxnSpPr/>
            <p:nvPr/>
          </p:nvCxnSpPr>
          <p:spPr>
            <a:xfrm>
              <a:off x="6666753" y="790464"/>
              <a:ext cx="0" cy="762000"/>
            </a:xfrm>
            <a:prstGeom prst="line">
              <a:avLst/>
            </a:prstGeom>
            <a:noFill/>
            <a:ln w="38100" cap="flat">
              <a:solidFill>
                <a:srgbClr val="00B0F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090DA1-BB2A-496E-3A8D-C023314DB5E3}"/>
                </a:ext>
              </a:extLst>
            </p:cNvPr>
            <p:cNvSpPr txBox="1"/>
            <p:nvPr/>
          </p:nvSpPr>
          <p:spPr>
            <a:xfrm>
              <a:off x="6666753" y="2275131"/>
              <a:ext cx="374459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M1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FADE5D-6CFC-BF63-08AE-137133F7D20C}"/>
                </a:ext>
              </a:extLst>
            </p:cNvPr>
            <p:cNvSpPr txBox="1"/>
            <p:nvPr/>
          </p:nvSpPr>
          <p:spPr>
            <a:xfrm>
              <a:off x="5807111" y="2896037"/>
              <a:ext cx="1716173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Cathode</a:t>
              </a:r>
              <a:r>
                <a:rPr kumimoji="0" lang="en-US" sz="14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Wingdings" panose="05000000000000000000" pitchFamily="2" charset="2"/>
                </a:rPr>
                <a:t> CNODE</a:t>
              </a: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8E3C75-0643-685B-588A-F1F232DD8EEB}"/>
                </a:ext>
              </a:extLst>
            </p:cNvPr>
            <p:cNvSpPr txBox="1"/>
            <p:nvPr/>
          </p:nvSpPr>
          <p:spPr>
            <a:xfrm>
              <a:off x="6245578" y="542890"/>
              <a:ext cx="654985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Anode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57A028-AA36-DA13-0F5A-718622F51808}"/>
                </a:ext>
              </a:extLst>
            </p:cNvPr>
            <p:cNvSpPr txBox="1"/>
            <p:nvPr/>
          </p:nvSpPr>
          <p:spPr>
            <a:xfrm>
              <a:off x="6208999" y="318298"/>
              <a:ext cx="648573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>
                  <a:ln>
                    <a:noFill/>
                  </a:ln>
                  <a:solidFill>
                    <a:srgbClr val="525252"/>
                  </a:solidFill>
                  <a:effectLst/>
                  <a:highlight>
                    <a:srgbClr val="00FF00"/>
                  </a:highlight>
                  <a:uFillTx/>
                  <a:latin typeface="IntelOne Text Light"/>
                  <a:ea typeface="IntelOne Text Light"/>
                  <a:cs typeface="IntelOne Text Light"/>
                  <a:sym typeface="IntelOne Text Light"/>
                </a:rPr>
                <a:t>PMOS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3452865-53DE-2E67-2622-A3D39ACA4C51}"/>
              </a:ext>
            </a:extLst>
          </p:cNvPr>
          <p:cNvSpPr/>
          <p:nvPr/>
        </p:nvSpPr>
        <p:spPr>
          <a:xfrm>
            <a:off x="2029074" y="4459307"/>
            <a:ext cx="1630805" cy="1346086"/>
          </a:xfrm>
          <a:prstGeom prst="rect">
            <a:avLst/>
          </a:prstGeom>
          <a:noFill/>
          <a:ln w="38100" cap="flat">
            <a:solidFill>
              <a:srgbClr val="00B0F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525252"/>
              </a:solidFill>
              <a:effectLst/>
              <a:uFillTx/>
              <a:latin typeface="IntelOne Text Light"/>
              <a:ea typeface="IntelOne Text Light"/>
              <a:cs typeface="IntelOne Text Light"/>
              <a:sym typeface="IntelOne Text Ligh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A85587-0401-4FB4-8209-DE518DCB9539}"/>
              </a:ext>
            </a:extLst>
          </p:cNvPr>
          <p:cNvSpPr txBox="1"/>
          <p:nvPr/>
        </p:nvSpPr>
        <p:spPr>
          <a:xfrm>
            <a:off x="4788401" y="2684281"/>
            <a:ext cx="610759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GNAC,GNAC,CNODE,FAKE_NMOS_BULK,nhpblvt,46,12,2,1,40,2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5E967F-190F-88C4-5F2A-B40B4D0FD498}"/>
              </a:ext>
            </a:extLst>
          </p:cNvPr>
          <p:cNvSpPr txBox="1"/>
          <p:nvPr/>
        </p:nvSpPr>
        <p:spPr>
          <a:xfrm>
            <a:off x="4806055" y="4631079"/>
            <a:ext cx="610759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float,GNAC,GNAC,FAKE_NMOS_BULK,nhpblvt,46,12,2,1,80,1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61346E-0C42-72C5-AFAE-3FA391346D4B}"/>
              </a:ext>
            </a:extLst>
          </p:cNvPr>
          <p:cNvSpPr txBox="1"/>
          <p:nvPr/>
        </p:nvSpPr>
        <p:spPr>
          <a:xfrm>
            <a:off x="4894052" y="2201875"/>
            <a:ext cx="601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Gangs = 2, stacked legs =2, instances=80, shared leg =1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F7DBF7-F41C-FB36-6761-1D49E1181A5E}"/>
              </a:ext>
            </a:extLst>
          </p:cNvPr>
          <p:cNvSpPr txBox="1"/>
          <p:nvPr/>
        </p:nvSpPr>
        <p:spPr>
          <a:xfrm>
            <a:off x="4876398" y="4148673"/>
            <a:ext cx="601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Gangs = 2, stacked legs =1, instances=80, shared leg =1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35BA0F-5804-5AB0-75E5-7081F6033026}"/>
              </a:ext>
            </a:extLst>
          </p:cNvPr>
          <p:cNvSpPr txBox="1"/>
          <p:nvPr/>
        </p:nvSpPr>
        <p:spPr>
          <a:xfrm>
            <a:off x="7436532" y="3859839"/>
            <a:ext cx="1484155" cy="383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err="1">
                <a:highlight>
                  <a:srgbClr val="00FFFF"/>
                </a:highlight>
              </a:rPr>
              <a:t>nonActive</a:t>
            </a:r>
            <a:r>
              <a:rPr lang="en-US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442CA-4B4C-C18D-EA07-41CACCC7226B}"/>
              </a:ext>
            </a:extLst>
          </p:cNvPr>
          <p:cNvSpPr txBox="1"/>
          <p:nvPr/>
        </p:nvSpPr>
        <p:spPr>
          <a:xfrm>
            <a:off x="7436531" y="1796136"/>
            <a:ext cx="1484155" cy="383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highlight>
                  <a:srgbClr val="00FFFF"/>
                </a:highlight>
              </a:rPr>
              <a:t>Active</a:t>
            </a:r>
            <a:r>
              <a:rPr lang="en-US"/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E70DFE-BEBC-012F-3A98-37524F4863AA}"/>
              </a:ext>
            </a:extLst>
          </p:cNvPr>
          <p:cNvSpPr txBox="1"/>
          <p:nvPr/>
        </p:nvSpPr>
        <p:spPr>
          <a:xfrm>
            <a:off x="27730" y="60667"/>
            <a:ext cx="241027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>
                <a:solidFill>
                  <a:schemeClr val="bg1">
                    <a:lumMod val="10000"/>
                  </a:schemeClr>
                </a:solidFill>
                <a:latin typeface="IntelOne Text Light"/>
                <a:ea typeface="IntelOne Text Light"/>
                <a:cs typeface="IntelOne Text Light"/>
                <a:sym typeface="IntelOne Text Light"/>
              </a:rPr>
              <a:t>P</a:t>
            </a: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MOS GNAC</a:t>
            </a:r>
          </a:p>
        </p:txBody>
      </p:sp>
    </p:spTree>
    <p:extLst>
      <p:ext uri="{BB962C8B-B14F-4D97-AF65-F5344CB8AC3E}">
        <p14:creationId xmlns:p14="http://schemas.microsoft.com/office/powerpoint/2010/main" val="198653355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8D406-2B0C-66EC-31C9-DD9C2DDF567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1DE26-636D-6CC2-9BDE-8D143A9D2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54" y="2414091"/>
            <a:ext cx="4813605" cy="2726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4A132E-CF88-0295-8693-2D38C659741E}"/>
              </a:ext>
            </a:extLst>
          </p:cNvPr>
          <p:cNvSpPr txBox="1"/>
          <p:nvPr/>
        </p:nvSpPr>
        <p:spPr>
          <a:xfrm>
            <a:off x="5585096" y="1952401"/>
            <a:ext cx="646449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DF,GF,SF,TAP,nhpblvt,46,12,1,1,105,3;</a:t>
            </a:r>
            <a:endParaRPr lang="en-US"/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TAP, GF, TAP, FAKE_PMOS_BULK,phpalvt,46,12,1,1,105,3</a:t>
            </a:r>
            <a:endParaRPr lang="en-US"/>
          </a:p>
          <a:p>
            <a:endParaRPr lang="en-US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16977-CD27-D031-F331-44A873136AC2}"/>
              </a:ext>
            </a:extLst>
          </p:cNvPr>
          <p:cNvSpPr txBox="1"/>
          <p:nvPr/>
        </p:nvSpPr>
        <p:spPr>
          <a:xfrm>
            <a:off x="5872480" y="387568"/>
            <a:ext cx="6096000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General Format:</a:t>
            </a:r>
          </a:p>
          <a:p>
            <a:pPr lvl="2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&lt;Drain Pin&gt;,&lt;Gate Pin&gt;,&lt;Source Pin&gt;,&lt;Bulk&gt;,&lt;Model&gt;,&lt;Diffusion Width (nm)&gt;,&lt;Poly CD (nm)&gt;,&lt;Num Gangs&gt;,&lt;Legs Stacked&gt;,&lt;Num Instances&gt;,&lt;Legs Shared&gt;;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9D9A36-84CE-AC83-6EB5-3B1EFBE38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321942"/>
            <a:ext cx="2011680" cy="31412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1949EC-5AB4-2ACA-8C40-63B5ABF63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057" y="2801257"/>
            <a:ext cx="6574972" cy="522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33FA79-836E-8C03-DDF0-B924716CF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" y="680"/>
            <a:ext cx="16668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4542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593B-D0D4-4A65-0FF7-1DA5595B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04">
            <a:extLst>
              <a:ext uri="{FF2B5EF4-FFF2-40B4-BE49-F238E27FC236}">
                <a16:creationId xmlns:a16="http://schemas.microsoft.com/office/drawing/2014/main" id="{B29ED6E7-7C42-78C1-2677-BDA97679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09" y="1421516"/>
            <a:ext cx="3482432" cy="46537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B7AE10-A063-0005-8434-085807BB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lvsDeviceData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Parameter Examples (Multi-Gang)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0DC85-1D7F-FAC4-EFFC-40A5F299AEFC}"/>
              </a:ext>
            </a:extLst>
          </p:cNvPr>
          <p:cNvSpPr txBox="1"/>
          <p:nvPr/>
        </p:nvSpPr>
        <p:spPr>
          <a:xfrm>
            <a:off x="372644" y="1409502"/>
            <a:ext cx="61022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General Format:</a:t>
            </a:r>
          </a:p>
          <a:p>
            <a:pPr lvl="2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&lt;Drain Pin&gt;,&lt;Gate Pin&gt;,&lt;Source Pin&gt;,&lt;Bulk&gt;,&lt;Model&gt;,&lt;Diffusion Width (nm)&gt;,&lt;Poly CD (nm)&gt;,&lt;Num Gangs&gt;,&lt;Legs Stacked&gt;,&lt;Num Instances&gt;,&lt;Legs Shared&gt;;</a:t>
            </a: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Input: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DF1,GATE1,SF1,NMOS,nhpalvt,35,14,2,1,1,1;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float,GATE1,SF1,NMOS,nhpalvt,35,14,2,1,1,1</a:t>
            </a:r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Netlist: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M1 DF1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m=2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M2 float_1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m=2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BD473-0412-9369-1B6A-1BB551A75F0E}"/>
              </a:ext>
            </a:extLst>
          </p:cNvPr>
          <p:cNvSpPr txBox="1"/>
          <p:nvPr/>
        </p:nvSpPr>
        <p:spPr>
          <a:xfrm>
            <a:off x="7738230" y="2177255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DF1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ECF03-7455-1CF7-F1AD-DEE92450B55C}"/>
              </a:ext>
            </a:extLst>
          </p:cNvPr>
          <p:cNvSpPr txBox="1"/>
          <p:nvPr/>
        </p:nvSpPr>
        <p:spPr>
          <a:xfrm>
            <a:off x="8336743" y="2211316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8BF80-A54B-0D92-81EC-D8EEEBC50D36}"/>
              </a:ext>
            </a:extLst>
          </p:cNvPr>
          <p:cNvSpPr txBox="1"/>
          <p:nvPr/>
        </p:nvSpPr>
        <p:spPr>
          <a:xfrm>
            <a:off x="8974078" y="1951620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SF1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D8C39-316E-4D98-ABF5-64908B3E912D}"/>
              </a:ext>
            </a:extLst>
          </p:cNvPr>
          <p:cNvSpPr txBox="1"/>
          <p:nvPr/>
        </p:nvSpPr>
        <p:spPr>
          <a:xfrm>
            <a:off x="9611413" y="2217919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5EB64-26CE-70D3-5303-C01CFD309B78}"/>
              </a:ext>
            </a:extLst>
          </p:cNvPr>
          <p:cNvSpPr txBox="1"/>
          <p:nvPr/>
        </p:nvSpPr>
        <p:spPr>
          <a:xfrm>
            <a:off x="10224950" y="1390324"/>
            <a:ext cx="765659" cy="3470310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FLOAT1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2BFD6-60B9-7196-D8FB-170937012A51}"/>
              </a:ext>
            </a:extLst>
          </p:cNvPr>
          <p:cNvSpPr txBox="1"/>
          <p:nvPr/>
        </p:nvSpPr>
        <p:spPr>
          <a:xfrm>
            <a:off x="9940424" y="34400"/>
            <a:ext cx="225157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ACK: Nicholas Denu</a:t>
            </a:r>
          </a:p>
        </p:txBody>
      </p:sp>
    </p:spTree>
    <p:extLst>
      <p:ext uri="{BB962C8B-B14F-4D97-AF65-F5344CB8AC3E}">
        <p14:creationId xmlns:p14="http://schemas.microsoft.com/office/powerpoint/2010/main" val="3313421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7E6E9-3118-76CD-780A-7EF731E7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6D8973-54F9-7DFC-471E-E549511C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751" y="1011284"/>
            <a:ext cx="4111405" cy="47051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833E6-15F3-120F-C88B-C4EC0C51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lvsDeviceData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Parameter Examples (Stacked)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CC421-9BA2-FB3C-3741-A2EC959E4D96}"/>
              </a:ext>
            </a:extLst>
          </p:cNvPr>
          <p:cNvSpPr txBox="1"/>
          <p:nvPr/>
        </p:nvSpPr>
        <p:spPr>
          <a:xfrm>
            <a:off x="372644" y="1409502"/>
            <a:ext cx="610223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General Format:</a:t>
            </a:r>
          </a:p>
          <a:p>
            <a:pPr lvl="2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&lt;Drain Pin&gt;,&lt;Gate Pin&gt;,&lt;Source Pin&gt;,&lt;Bulk&gt;,&lt;Model&gt;,&lt;Diffusion Width (nm)&gt;,&lt;Poly CD (nm)&gt;,&lt;Num Gangs&gt;,&lt;Legs Stacked&gt;,&lt;Num Instances&gt;,&lt;Legs Shared&gt;;</a:t>
            </a: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Input: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DF1,GATE1,SF1,NMOS,nhpalvt,35,14,2,2,1,1</a:t>
            </a: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Netlist: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M1 DF1 GATE1 float_1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m=2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M2 float_1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m=2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2126-B08F-FD6B-3C84-FB16E663E0E6}"/>
              </a:ext>
            </a:extLst>
          </p:cNvPr>
          <p:cNvSpPr txBox="1"/>
          <p:nvPr/>
        </p:nvSpPr>
        <p:spPr>
          <a:xfrm>
            <a:off x="7809073" y="3464384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DF1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CF3DB-5A41-43CB-2213-12833826ABE6}"/>
              </a:ext>
            </a:extLst>
          </p:cNvPr>
          <p:cNvSpPr txBox="1"/>
          <p:nvPr/>
        </p:nvSpPr>
        <p:spPr>
          <a:xfrm>
            <a:off x="8337095" y="2563664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0473B-ED5E-D21E-6DC0-8BD9189F8D02}"/>
              </a:ext>
            </a:extLst>
          </p:cNvPr>
          <p:cNvSpPr txBox="1"/>
          <p:nvPr/>
        </p:nvSpPr>
        <p:spPr>
          <a:xfrm>
            <a:off x="8894064" y="1141607"/>
            <a:ext cx="765659" cy="3570421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FLOAT1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26537-C07A-7A4F-182C-D3B3A73683AA}"/>
              </a:ext>
            </a:extLst>
          </p:cNvPr>
          <p:cNvSpPr txBox="1"/>
          <p:nvPr/>
        </p:nvSpPr>
        <p:spPr>
          <a:xfrm>
            <a:off x="10094378" y="1762242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SF1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DF625-B59E-82E5-A103-6852C8B23357}"/>
              </a:ext>
            </a:extLst>
          </p:cNvPr>
          <p:cNvSpPr txBox="1"/>
          <p:nvPr/>
        </p:nvSpPr>
        <p:spPr>
          <a:xfrm>
            <a:off x="9460349" y="2563664"/>
            <a:ext cx="765659" cy="204320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24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9FBE2-895A-ECE7-3902-68E644C90943}"/>
              </a:ext>
            </a:extLst>
          </p:cNvPr>
          <p:cNvSpPr txBox="1"/>
          <p:nvPr/>
        </p:nvSpPr>
        <p:spPr>
          <a:xfrm>
            <a:off x="9940424" y="34400"/>
            <a:ext cx="225157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ACK: Nicholas Denu</a:t>
            </a:r>
          </a:p>
        </p:txBody>
      </p:sp>
    </p:spTree>
    <p:extLst>
      <p:ext uri="{BB962C8B-B14F-4D97-AF65-F5344CB8AC3E}">
        <p14:creationId xmlns:p14="http://schemas.microsoft.com/office/powerpoint/2010/main" val="3491145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1F71-D4C6-B9D0-B2AA-256271D0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3532-5C45-85D5-C51F-D742BFDA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lvsDeviceData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Parameter Examples (Shared Leg)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DCAF5-8931-FC6F-7D79-7AAC33E13C7E}"/>
              </a:ext>
            </a:extLst>
          </p:cNvPr>
          <p:cNvSpPr txBox="1"/>
          <p:nvPr/>
        </p:nvSpPr>
        <p:spPr>
          <a:xfrm>
            <a:off x="372644" y="1409502"/>
            <a:ext cx="610223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General Format:</a:t>
            </a:r>
          </a:p>
          <a:p>
            <a:pPr lvl="2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&lt;Drain Pin&gt;,&lt;Gate Pin&gt;,&lt;Source Pin&gt;,&lt;Bulk&gt;,&lt;Model&gt;,&lt;Diffusion Width (nm)&gt;,&lt;Poly CD (nm)&gt;,&lt;Num Gangs&gt;,&lt;Legs Stacked&gt;,&lt;Num Instances&gt;,&lt;Legs Shared&gt;;</a:t>
            </a: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Input: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DF1,GATE1,SF1,NMOS,nhpalvt,35,14,1,2,1,2;</a:t>
            </a: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Netlist: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M1 DF1 GATE1 float_1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M2 float_1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M3 DF1 GATE1 float_2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M4 float_2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endParaRPr lang="en-US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6A990A-2A59-7064-1A35-C217869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878" y="2889504"/>
            <a:ext cx="5241529" cy="1806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BE97D0-3B35-3AB4-FDC2-FE993F951600}"/>
              </a:ext>
            </a:extLst>
          </p:cNvPr>
          <p:cNvSpPr txBox="1"/>
          <p:nvPr/>
        </p:nvSpPr>
        <p:spPr>
          <a:xfrm>
            <a:off x="7935272" y="2913255"/>
            <a:ext cx="426720" cy="153819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FLOAT1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C0CA7-E173-9F44-9BEA-D7DADC4A751A}"/>
              </a:ext>
            </a:extLst>
          </p:cNvPr>
          <p:cNvSpPr txBox="1"/>
          <p:nvPr/>
        </p:nvSpPr>
        <p:spPr>
          <a:xfrm>
            <a:off x="9578534" y="2867535"/>
            <a:ext cx="426720" cy="1538197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FLOAT2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A7114-4BBA-CC72-87F2-5A0CC9F69582}"/>
              </a:ext>
            </a:extLst>
          </p:cNvPr>
          <p:cNvSpPr txBox="1"/>
          <p:nvPr/>
        </p:nvSpPr>
        <p:spPr>
          <a:xfrm>
            <a:off x="8682596" y="2867535"/>
            <a:ext cx="572080" cy="171981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6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SF1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E9A19-0E3D-2279-6AAC-DB5ABD80CA31}"/>
              </a:ext>
            </a:extLst>
          </p:cNvPr>
          <p:cNvSpPr txBox="1"/>
          <p:nvPr/>
        </p:nvSpPr>
        <p:spPr>
          <a:xfrm>
            <a:off x="7006657" y="2913255"/>
            <a:ext cx="572080" cy="171981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6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DF1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43D81-CAF8-7E70-80CB-B4C5ADB95825}"/>
              </a:ext>
            </a:extLst>
          </p:cNvPr>
          <p:cNvSpPr txBox="1"/>
          <p:nvPr/>
        </p:nvSpPr>
        <p:spPr>
          <a:xfrm>
            <a:off x="10358535" y="2976087"/>
            <a:ext cx="572080" cy="171981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6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DF1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A5778-C0F4-AFB9-2B1B-EE7F2B4C4BCC}"/>
              </a:ext>
            </a:extLst>
          </p:cNvPr>
          <p:cNvSpPr txBox="1"/>
          <p:nvPr/>
        </p:nvSpPr>
        <p:spPr>
          <a:xfrm>
            <a:off x="9940424" y="34400"/>
            <a:ext cx="225157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525252"/>
                </a:solidFill>
                <a:effectLst/>
                <a:uFillTx/>
                <a:latin typeface="IntelOne Text Light"/>
                <a:ea typeface="IntelOne Text Light"/>
                <a:cs typeface="IntelOne Text Light"/>
                <a:sym typeface="IntelOne Text Light"/>
              </a:rPr>
              <a:t>ACK: Nicholas Denu</a:t>
            </a:r>
          </a:p>
        </p:txBody>
      </p:sp>
    </p:spTree>
    <p:extLst>
      <p:ext uri="{BB962C8B-B14F-4D97-AF65-F5344CB8AC3E}">
        <p14:creationId xmlns:p14="http://schemas.microsoft.com/office/powerpoint/2010/main" val="874146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8078-11BD-3C41-1304-72467F6FC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4511-F2E7-1EEF-D5CC-55A805FC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lvsDeviceData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Parameter Examples (Multiple Instances)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59E35-4D2D-AB6F-4E4E-931753830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511" y="1421517"/>
            <a:ext cx="5371958" cy="3872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793B4-416D-35E4-6373-0EBDF0B144B5}"/>
              </a:ext>
            </a:extLst>
          </p:cNvPr>
          <p:cNvSpPr txBox="1"/>
          <p:nvPr/>
        </p:nvSpPr>
        <p:spPr>
          <a:xfrm>
            <a:off x="372644" y="1409502"/>
            <a:ext cx="610223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General Format:</a:t>
            </a:r>
          </a:p>
          <a:p>
            <a:pPr lvl="2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&lt;Drain Pin&gt;,&lt;Gate Pin&gt;,&lt;Source Pin&gt;,&lt;Bulk&gt;,&lt;Model&gt;,&lt;Diffusion Width (nm)&gt;,&lt;Poly CD (nm)&gt;,&lt;Num Gangs&gt;,&lt;Legs Stacked&gt;,&lt;Num Instances&gt;,&lt;Legs Shared&gt;;</a:t>
            </a: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Input: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DF1,GATE1,SF1,NMOS,nhpalvt,35,14,1,1,2,1;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float,GATE1,SF1,PMOS,phpalvt,35,14,1,1,2,1</a:t>
            </a:r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endParaRPr lang="en-US" b="1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Netlist: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M1 DF1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M2 DF1 GATE1 SF1 FAKE_NMOS_BULK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nhpalvt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w=35nm l=14nm m=1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M3 float_1 GATE1 SF1 FAKE_PMOS_BULK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phpalvt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r>
              <a:rPr lang="en-US">
                <a:solidFill>
                  <a:schemeClr val="tx1">
                    <a:lumMod val="50000"/>
                  </a:schemeClr>
                </a:solidFill>
              </a:rPr>
              <a:t>M4 float_2 GATE1 SF1 FAKE_PMOS_BULK </a:t>
            </a:r>
            <a:r>
              <a:rPr lang="en-US" err="1">
                <a:solidFill>
                  <a:schemeClr val="tx1">
                    <a:lumMod val="50000"/>
                  </a:schemeClr>
                </a:solidFill>
              </a:rPr>
              <a:t>phpalvt</a:t>
            </a:r>
            <a:r>
              <a:rPr lang="en-US">
                <a:solidFill>
                  <a:schemeClr val="tx1">
                    <a:lumMod val="50000"/>
                  </a:schemeClr>
                </a:solidFill>
              </a:rPr>
              <a:t>  w=35nm l=14nm m=1</a:t>
            </a:r>
          </a:p>
          <a:p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57DE3-9449-0288-9ADC-BFF2FC627EAA}"/>
              </a:ext>
            </a:extLst>
          </p:cNvPr>
          <p:cNvSpPr txBox="1"/>
          <p:nvPr/>
        </p:nvSpPr>
        <p:spPr>
          <a:xfrm>
            <a:off x="6498850" y="1919514"/>
            <a:ext cx="354136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7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FLOAT1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AF958-1AF8-E405-D067-1089137B12A3}"/>
              </a:ext>
            </a:extLst>
          </p:cNvPr>
          <p:cNvSpPr txBox="1"/>
          <p:nvPr/>
        </p:nvSpPr>
        <p:spPr>
          <a:xfrm>
            <a:off x="6474878" y="3731330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DF1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A9BA6D-2FAD-7C51-76A7-68C75D4D4E85}"/>
              </a:ext>
            </a:extLst>
          </p:cNvPr>
          <p:cNvSpPr txBox="1"/>
          <p:nvPr/>
        </p:nvSpPr>
        <p:spPr>
          <a:xfrm>
            <a:off x="6790985" y="3189228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02B5D-BC38-BB74-202C-CB68A3E914AB}"/>
              </a:ext>
            </a:extLst>
          </p:cNvPr>
          <p:cNvSpPr txBox="1"/>
          <p:nvPr/>
        </p:nvSpPr>
        <p:spPr>
          <a:xfrm>
            <a:off x="6797559" y="1971809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369CD0-81F4-D834-40B4-496CF5C8EEE1}"/>
              </a:ext>
            </a:extLst>
          </p:cNvPr>
          <p:cNvSpPr txBox="1"/>
          <p:nvPr/>
        </p:nvSpPr>
        <p:spPr>
          <a:xfrm>
            <a:off x="7115597" y="2364913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SF1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4622BA-282E-6923-3FE9-6A465168A906}"/>
              </a:ext>
            </a:extLst>
          </p:cNvPr>
          <p:cNvSpPr txBox="1"/>
          <p:nvPr/>
        </p:nvSpPr>
        <p:spPr>
          <a:xfrm>
            <a:off x="10680600" y="3182432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D0A090-439D-7A1E-075A-728A421D89EC}"/>
              </a:ext>
            </a:extLst>
          </p:cNvPr>
          <p:cNvSpPr txBox="1"/>
          <p:nvPr/>
        </p:nvSpPr>
        <p:spPr>
          <a:xfrm>
            <a:off x="10699153" y="2011156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M4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365A4C-6062-8C32-8BAB-39B93B5090FB}"/>
              </a:ext>
            </a:extLst>
          </p:cNvPr>
          <p:cNvSpPr txBox="1"/>
          <p:nvPr/>
        </p:nvSpPr>
        <p:spPr>
          <a:xfrm>
            <a:off x="11047060" y="1912694"/>
            <a:ext cx="354136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7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FLOAT2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1127B5-3D7A-BBCC-B4EC-965155C2B455}"/>
              </a:ext>
            </a:extLst>
          </p:cNvPr>
          <p:cNvSpPr txBox="1"/>
          <p:nvPr/>
        </p:nvSpPr>
        <p:spPr>
          <a:xfrm>
            <a:off x="10974476" y="3778407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DF1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9ADE0-57E4-0907-243F-9053B9267311}"/>
              </a:ext>
            </a:extLst>
          </p:cNvPr>
          <p:cNvSpPr txBox="1"/>
          <p:nvPr/>
        </p:nvSpPr>
        <p:spPr>
          <a:xfrm>
            <a:off x="10355988" y="2364913"/>
            <a:ext cx="426720" cy="110650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sz="1000" b="1" spc="-300">
                <a:solidFill>
                  <a:srgbClr val="FF0000"/>
                </a:solidFill>
                <a:latin typeface="IntelOne Display AR Bold" panose="020B0803020203020204" pitchFamily="34" charset="-78"/>
                <a:ea typeface="Intel Clear Pro" panose="020B0804020202060201" pitchFamily="34" charset="0"/>
                <a:cs typeface="IntelOne Display AR Bold" panose="020B0803020203020204" pitchFamily="34" charset="-78"/>
              </a:rPr>
              <a:t>SF1</a:t>
            </a:r>
          </a:p>
        </p:txBody>
      </p:sp>
    </p:spTree>
    <p:extLst>
      <p:ext uri="{BB962C8B-B14F-4D97-AF65-F5344CB8AC3E}">
        <p14:creationId xmlns:p14="http://schemas.microsoft.com/office/powerpoint/2010/main" val="1618820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heme1">
  <a:themeElements>
    <a:clrScheme name="Theme1">
      <a:dk1>
        <a:srgbClr val="525252"/>
      </a:dk1>
      <a:lt1>
        <a:srgbClr val="F2F2F2"/>
      </a:lt1>
      <a:dk2>
        <a:srgbClr val="A7A7A7"/>
      </a:dk2>
      <a:lt2>
        <a:srgbClr val="535353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00FF"/>
      </a:hlink>
      <a:folHlink>
        <a:srgbClr val="FF00FF"/>
      </a:folHlink>
    </a:clrScheme>
    <a:fontScheme name="Theme1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heme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25252"/>
            </a:solidFill>
            <a:effectLst/>
            <a:uFillTx/>
            <a:latin typeface="IntelOne Text Light"/>
            <a:ea typeface="IntelOne Text Light"/>
            <a:cs typeface="IntelOne Text Light"/>
            <a:sym typeface="IntelOne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25252"/>
            </a:solidFill>
            <a:effectLst/>
            <a:uFillTx/>
            <a:latin typeface="IntelOne Text Light"/>
            <a:ea typeface="IntelOne Text Light"/>
            <a:cs typeface="IntelOne Text Light"/>
            <a:sym typeface="IntelOne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6" id="{12AB0EF1-CBBE-403F-9208-DF7B6F5A6044}" vid="{47E4F8DD-6E3D-4B86-9E41-5516C305AB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8c5c7c43-7776-4be4-9b66-f0e598a006f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5A87B4EF6DD84787A84E450FC83619" ma:contentTypeVersion="9" ma:contentTypeDescription="Create a new document." ma:contentTypeScope="" ma:versionID="b8cef7a8758fd6bdb0b69f3476572ce4">
  <xsd:schema xmlns:xsd="http://www.w3.org/2001/XMLSchema" xmlns:xs="http://www.w3.org/2001/XMLSchema" xmlns:p="http://schemas.microsoft.com/office/2006/metadata/properties" xmlns:ns2="8c5c7c43-7776-4be4-9b66-f0e598a006f2" targetNamespace="http://schemas.microsoft.com/office/2006/metadata/properties" ma:root="true" ma:fieldsID="9b1b2d49d7ec805e09513a7667e84765" ns2:_="">
    <xsd:import namespace="8c5c7c43-7776-4be4-9b66-f0e598a006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Comment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c7c43-7776-4be4-9b66-f0e598a006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mment" ma:index="12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3EC581-791C-43C0-B087-CF732C6404C3}">
  <ds:schemaRefs>
    <ds:schemaRef ds:uri="8c5c7c43-7776-4be4-9b66-f0e598a006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2F42AAC-762A-45FE-9AA2-BDBB65E63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F64CC8-EF95-4AC4-9364-FC57712E8246}">
  <ds:schemaRefs>
    <ds:schemaRef ds:uri="8c5c7c43-7776-4be4-9b66-f0e598a00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2_LTD_P1281_Device PPT Template</Template>
  <Application>Microsoft Office PowerPoint</Application>
  <PresentationFormat>Widescreen</PresentationFormat>
  <Slides>16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1_Theme1</vt:lpstr>
      <vt:lpstr>LVS Parameters</vt:lpstr>
      <vt:lpstr>Check List to create LVS string</vt:lpstr>
      <vt:lpstr>Identifying Active and Nonactive Device</vt:lpstr>
      <vt:lpstr>Identify Pins</vt:lpstr>
      <vt:lpstr>Identify Model,Vt and Diff</vt:lpstr>
      <vt:lpstr>Identify Poly CD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lvsDeviceData Parameter Examples (Multi-Gang)</vt:lpstr>
      <vt:lpstr>lvsDeviceData Parameter Examples (Stacked)</vt:lpstr>
      <vt:lpstr>lvsDeviceData Parameter Examples (Shared Leg)</vt:lpstr>
      <vt:lpstr>lvsDeviceData Parameter Examples (Multiple Instances)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Walke, Amey Mahadev</dc:creator>
  <cp:revision>1</cp:revision>
  <dcterms:created xsi:type="dcterms:W3CDTF">2026-06-29T23:42:09Z</dcterms:created>
  <dcterms:modified xsi:type="dcterms:W3CDTF">2026-07-27T23:49:07Z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0x010100DF5A87B4EF6DD84787A84E450FC83619</vt:lpwstr>
  </property>
</Properties>
</file>