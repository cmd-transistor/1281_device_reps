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theme/theme2.xml" ContentType="application/vnd.openxmlformats-officedocument.theme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theme/theme3.xml" ContentType="application/vnd.openxmlformats-officedocument.theme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96" r:id="rId4"/>
    <p:sldMasterId id="2147483744" r:id="rId5"/>
    <p:sldMasterId id="2147483769" r:id="rId6"/>
    <p:sldMasterId id="2147483795" r:id="rId7"/>
  </p:sldMasterIdLst>
  <p:notesMasterIdLst>
    <p:notesMasterId r:id="rId28"/>
  </p:notesMasterIdLst>
  <p:handoutMasterIdLst>
    <p:handoutMasterId r:id="rId29"/>
  </p:handoutMasterIdLst>
  <p:sldIdLst>
    <p:sldId id="333" r:id="rId8"/>
    <p:sldId id="266" r:id="rId9"/>
    <p:sldId id="2147471839" r:id="rId10"/>
    <p:sldId id="2147471827" r:id="rId11"/>
    <p:sldId id="2147471848" r:id="rId12"/>
    <p:sldId id="2147471846" r:id="rId13"/>
    <p:sldId id="2147471849" r:id="rId14"/>
    <p:sldId id="2147471800" r:id="rId15"/>
    <p:sldId id="2147471802" r:id="rId16"/>
    <p:sldId id="2147471850" r:id="rId17"/>
    <p:sldId id="2147471851" r:id="rId18"/>
    <p:sldId id="2147471843" r:id="rId19"/>
    <p:sldId id="2147471844" r:id="rId20"/>
    <p:sldId id="2147471806" r:id="rId21"/>
    <p:sldId id="2147471807" r:id="rId22"/>
    <p:sldId id="2147471845" r:id="rId23"/>
    <p:sldId id="2147471804" r:id="rId24"/>
    <p:sldId id="2147471852" r:id="rId25"/>
    <p:sldId id="2147471853" r:id="rId26"/>
    <p:sldId id="292" r:id="rId27"/>
  </p:sldIdLst>
  <p:sldSz cx="12192000" cy="6858000"/>
  <p:notesSz cx="6858000" cy="9144000"/>
  <p:embeddedFontLst>
    <p:embeddedFont>
      <p:font typeface="Helvetica Neue Medium" panose="020B0604020202020204" charset="0"/>
      <p:regular r:id="rId30"/>
    </p:embeddedFont>
    <p:embeddedFont>
      <p:font typeface="Intel Clear" panose="020B0604020203020204" pitchFamily="34" charset="0"/>
      <p:regular r:id="rId31"/>
      <p:bold r:id="rId32"/>
      <p:italic r:id="rId33"/>
      <p:boldItalic r:id="rId34"/>
    </p:embeddedFont>
    <p:embeddedFont>
      <p:font typeface="IntelOne Display AR Medium" panose="020B0703020203020204" pitchFamily="34" charset="-78"/>
      <p:regular r:id="rId35"/>
    </p:embeddedFont>
    <p:embeddedFont>
      <p:font typeface="IntelOne Display Medium" panose="020B0703020203020204" pitchFamily="34" charset="0"/>
      <p:regular r:id="rId36"/>
    </p:embeddedFont>
    <p:embeddedFont>
      <p:font typeface="IntelOne Display Regular" panose="020B0503020203020204" pitchFamily="34" charset="0"/>
      <p:regular r:id="rId37"/>
    </p:embeddedFont>
    <p:embeddedFont>
      <p:font typeface="IntelOne Text" panose="020B0503020203020204" pitchFamily="34" charset="0"/>
      <p:regular r:id="rId38"/>
      <p:italic r:id="rId39"/>
    </p:embeddedFont>
    <p:embeddedFont>
      <p:font typeface="IntelOne Text Light" panose="020B0403020203020204" pitchFamily="34" charset="0"/>
      <p:regular r:id="rId40"/>
      <p:italic r:id="rId4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7" d="100"/>
          <a:sy n="147" d="100"/>
        </p:scale>
        <p:origin x="696" y="12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slide" Target="slides/slide19.xml"/><Relationship Id="rId39" Type="http://schemas.openxmlformats.org/officeDocument/2006/relationships/font" Target="fonts/font10.fntdata"/><Relationship Id="rId21" Type="http://schemas.openxmlformats.org/officeDocument/2006/relationships/slide" Target="slides/slide14.xml"/><Relationship Id="rId34" Type="http://schemas.openxmlformats.org/officeDocument/2006/relationships/font" Target="fonts/font5.fntdata"/><Relationship Id="rId42" Type="http://schemas.openxmlformats.org/officeDocument/2006/relationships/presProps" Target="presProps.xml"/><Relationship Id="rId7" Type="http://schemas.openxmlformats.org/officeDocument/2006/relationships/slideMaster" Target="slideMasters/slideMaster4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9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font" Target="fonts/font3.fntdata"/><Relationship Id="rId37" Type="http://schemas.openxmlformats.org/officeDocument/2006/relationships/font" Target="fonts/font8.fntdata"/><Relationship Id="rId40" Type="http://schemas.openxmlformats.org/officeDocument/2006/relationships/font" Target="fonts/font11.fntdata"/><Relationship Id="rId45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notesMaster" Target="notesMasters/notesMaster1.xml"/><Relationship Id="rId36" Type="http://schemas.openxmlformats.org/officeDocument/2006/relationships/font" Target="fonts/font7.fntdata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openxmlformats.org/officeDocument/2006/relationships/font" Target="fonts/font2.fntdata"/><Relationship Id="rId44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font" Target="fonts/font1.fntdata"/><Relationship Id="rId35" Type="http://schemas.openxmlformats.org/officeDocument/2006/relationships/font" Target="fonts/font6.fntdata"/><Relationship Id="rId43" Type="http://schemas.openxmlformats.org/officeDocument/2006/relationships/viewProps" Target="viewProps.xml"/><Relationship Id="rId8" Type="http://schemas.openxmlformats.org/officeDocument/2006/relationships/slide" Target="slides/slide1.xml"/><Relationship Id="rId3" Type="http://schemas.openxmlformats.org/officeDocument/2006/relationships/customXml" Target="../customXml/item3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font" Target="fonts/font4.fntdata"/><Relationship Id="rId38" Type="http://schemas.openxmlformats.org/officeDocument/2006/relationships/font" Target="fonts/font9.fntdata"/><Relationship Id="rId20" Type="http://schemas.openxmlformats.org/officeDocument/2006/relationships/slide" Target="slides/slide13.xml"/><Relationship Id="rId41" Type="http://schemas.openxmlformats.org/officeDocument/2006/relationships/font" Target="fonts/font12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211007-55DD-4953-AA4C-568C7B96070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0567F65-DC68-4D72-B0D6-C6DEFAE5AD3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64F017-A209-439E-A6E7-15E23391106E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566DC2-A8B8-4C33-A060-005B53726CC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8570C6-85C2-4AE0-96F9-E1FC620A573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2D0A4D-AC6F-4705-8F3E-F6ED0C7AB3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9309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3EC105-3E63-4709-9ECA-2EB22CB2AA3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D92567-D7D7-4223-A842-9A06E6D4E1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7566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21261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4596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07860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3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3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3.xml"/></Relationships>
</file>

<file path=ppt/slideLayouts/_rels/slideLayout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3.xml"/></Relationships>
</file>

<file path=ppt/slideLayouts/_rels/slideLayout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3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3.xml"/></Relationships>
</file>

<file path=ppt/slideLayouts/_rels/slideLayout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4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4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4.xml"/></Relationships>
</file>

<file path=ppt/slideLayouts/_rels/slideLayout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4.xml"/></Relationships>
</file>

<file path=ppt/slideLayouts/_rels/slideLayout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4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4.xml"/></Relationships>
</file>

<file path=ppt/slideLayouts/_rels/slideLayout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A9F8D4CB-DB57-4130-8BDE-86D5A4C11D49}"/>
              </a:ext>
            </a:extLst>
          </p:cNvPr>
          <p:cNvSpPr/>
          <p:nvPr/>
        </p:nvSpPr>
        <p:spPr>
          <a:xfrm>
            <a:off x="1468406" y="0"/>
            <a:ext cx="3430768" cy="539087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825262-3F6E-4DC6-AA53-E30B25B1583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651286" y="990599"/>
            <a:ext cx="9899364" cy="557784"/>
          </a:xfrm>
        </p:spPr>
        <p:txBody>
          <a:bodyPr anchor="b" anchorCtr="0">
            <a:normAutofit/>
          </a:bodyPr>
          <a:lstStyle>
            <a:lvl1pPr marL="0" indent="0">
              <a:buFontTx/>
              <a:buNone/>
              <a:defRPr sz="1600">
                <a:solidFill>
                  <a:schemeClr val="accent1"/>
                </a:solidFill>
                <a:latin typeface="IntelOne Text" panose="020B0503020203020204" pitchFamily="34" charset="77"/>
              </a:defRPr>
            </a:lvl1pPr>
          </a:lstStyle>
          <a:p>
            <a:pPr lvl="0"/>
            <a:r>
              <a:rPr lang="en-US" dirty="0"/>
              <a:t>Click to edit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E6BC2F-544E-4727-A6CC-2BE3B3E01B5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651286" y="1635111"/>
            <a:ext cx="9899364" cy="1874852"/>
          </a:xfrm>
        </p:spPr>
        <p:txBody>
          <a:bodyPr anchor="b"/>
          <a:lstStyle>
            <a:lvl1pPr algn="l"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F0B31C-0AD0-4CC0-BF2B-DECE53E6665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651286" y="3602038"/>
            <a:ext cx="9899364" cy="1605952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subtitle style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F4567CD-F1DA-4E8F-ADDF-371B07892411}"/>
              </a:ext>
            </a:extLst>
          </p:cNvPr>
          <p:cNvSpPr/>
          <p:nvPr/>
        </p:nvSpPr>
        <p:spPr>
          <a:xfrm>
            <a:off x="860457" y="4951823"/>
            <a:ext cx="158111" cy="158111"/>
          </a:xfrm>
          <a:prstGeom prst="rect">
            <a:avLst/>
          </a:prstGeom>
          <a:solidFill>
            <a:srgbClr val="00A3F6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F16119A-1487-48A7-9CC6-71F9F9535C16}"/>
              </a:ext>
            </a:extLst>
          </p:cNvPr>
          <p:cNvSpPr/>
          <p:nvPr/>
        </p:nvSpPr>
        <p:spPr>
          <a:xfrm>
            <a:off x="573803" y="5104242"/>
            <a:ext cx="286654" cy="286654"/>
          </a:xfrm>
          <a:prstGeom prst="rect">
            <a:avLst/>
          </a:prstGeom>
          <a:solidFill>
            <a:srgbClr val="76CEFF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3CF0AA4-E89F-418F-83F2-0CC0FB3DF16B}"/>
              </a:ext>
            </a:extLst>
          </p:cNvPr>
          <p:cNvSpPr/>
          <p:nvPr/>
        </p:nvSpPr>
        <p:spPr>
          <a:xfrm>
            <a:off x="861107" y="5390896"/>
            <a:ext cx="610214" cy="610214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Helvetica Neue Medium"/>
              <a:cs typeface="Helvetica Neue Medium"/>
              <a:sym typeface="Helvetica Neue Medium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502BD194-F320-4426-964A-1D4F58024C5F}"/>
              </a:ext>
            </a:extLst>
          </p:cNvPr>
          <p:cNvGrpSpPr>
            <a:grpSpLocks noChangeAspect="1"/>
          </p:cNvGrpSpPr>
          <p:nvPr/>
        </p:nvGrpSpPr>
        <p:grpSpPr>
          <a:xfrm>
            <a:off x="1468406" y="5995719"/>
            <a:ext cx="940785" cy="396801"/>
            <a:chOff x="1314450" y="6391094"/>
            <a:chExt cx="997266" cy="420623"/>
          </a:xfrm>
          <a:solidFill>
            <a:schemeClr val="tx1"/>
          </a:solidFill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1C32755-5BE0-4F78-B52A-08742A60A8EF}"/>
                </a:ext>
              </a:extLst>
            </p:cNvPr>
            <p:cNvSpPr/>
            <p:nvPr/>
          </p:nvSpPr>
          <p:spPr>
            <a:xfrm>
              <a:off x="1314450" y="6396809"/>
              <a:ext cx="78581" cy="78581"/>
            </a:xfrm>
            <a:custGeom>
              <a:avLst/>
              <a:gdLst>
                <a:gd name="connsiteX0" fmla="*/ 0 w 78581"/>
                <a:gd name="connsiteY0" fmla="*/ 0 h 78581"/>
                <a:gd name="connsiteX1" fmla="*/ 78581 w 78581"/>
                <a:gd name="connsiteY1" fmla="*/ 0 h 78581"/>
                <a:gd name="connsiteX2" fmla="*/ 78581 w 78581"/>
                <a:gd name="connsiteY2" fmla="*/ 78581 h 78581"/>
                <a:gd name="connsiteX3" fmla="*/ 0 w 78581"/>
                <a:gd name="connsiteY3" fmla="*/ 78581 h 785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581" h="78581">
                  <a:moveTo>
                    <a:pt x="0" y="0"/>
                  </a:moveTo>
                  <a:lnTo>
                    <a:pt x="78581" y="0"/>
                  </a:lnTo>
                  <a:lnTo>
                    <a:pt x="78581" y="78581"/>
                  </a:lnTo>
                  <a:lnTo>
                    <a:pt x="0" y="78581"/>
                  </a:lnTo>
                  <a:close/>
                </a:path>
              </a:pathLst>
            </a:custGeom>
            <a:solidFill>
              <a:srgbClr val="00C7F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+mn-lt"/>
                <a:ea typeface="Intel Clear" panose="020B060402020302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3F9D2F-6ED9-4D82-B111-BEFD50CBB7B2}"/>
                </a:ext>
              </a:extLst>
            </p:cNvPr>
            <p:cNvSpPr/>
            <p:nvPr/>
          </p:nvSpPr>
          <p:spPr>
            <a:xfrm>
              <a:off x="1316545" y="6391094"/>
              <a:ext cx="995171" cy="420623"/>
            </a:xfrm>
            <a:custGeom>
              <a:avLst/>
              <a:gdLst>
                <a:gd name="connsiteX0" fmla="*/ 74486 w 995171"/>
                <a:gd name="connsiteY0" fmla="*/ 131921 h 420623"/>
                <a:gd name="connsiteX1" fmla="*/ 0 w 995171"/>
                <a:gd name="connsiteY1" fmla="*/ 131921 h 420623"/>
                <a:gd name="connsiteX2" fmla="*/ 0 w 995171"/>
                <a:gd name="connsiteY2" fmla="*/ 414719 h 420623"/>
                <a:gd name="connsiteX3" fmla="*/ 74486 w 995171"/>
                <a:gd name="connsiteY3" fmla="*/ 414719 h 420623"/>
                <a:gd name="connsiteX4" fmla="*/ 74486 w 995171"/>
                <a:gd name="connsiteY4" fmla="*/ 131921 h 420623"/>
                <a:gd name="connsiteX5" fmla="*/ 568262 w 995171"/>
                <a:gd name="connsiteY5" fmla="*/ 417576 h 420623"/>
                <a:gd name="connsiteX6" fmla="*/ 568262 w 995171"/>
                <a:gd name="connsiteY6" fmla="*/ 348234 h 420623"/>
                <a:gd name="connsiteX7" fmla="*/ 541306 w 995171"/>
                <a:gd name="connsiteY7" fmla="*/ 346520 h 420623"/>
                <a:gd name="connsiteX8" fmla="*/ 523780 w 995171"/>
                <a:gd name="connsiteY8" fmla="*/ 338804 h 420623"/>
                <a:gd name="connsiteX9" fmla="*/ 516065 w 995171"/>
                <a:gd name="connsiteY9" fmla="*/ 321945 h 420623"/>
                <a:gd name="connsiteX10" fmla="*/ 514350 w 995171"/>
                <a:gd name="connsiteY10" fmla="*/ 294608 h 420623"/>
                <a:gd name="connsiteX11" fmla="*/ 514350 w 995171"/>
                <a:gd name="connsiteY11" fmla="*/ 195644 h 420623"/>
                <a:gd name="connsiteX12" fmla="*/ 568262 w 995171"/>
                <a:gd name="connsiteY12" fmla="*/ 195644 h 420623"/>
                <a:gd name="connsiteX13" fmla="*/ 568262 w 995171"/>
                <a:gd name="connsiteY13" fmla="*/ 131921 h 420623"/>
                <a:gd name="connsiteX14" fmla="*/ 514350 w 995171"/>
                <a:gd name="connsiteY14" fmla="*/ 131921 h 420623"/>
                <a:gd name="connsiteX15" fmla="*/ 514350 w 995171"/>
                <a:gd name="connsiteY15" fmla="*/ 21812 h 420623"/>
                <a:gd name="connsiteX16" fmla="*/ 439865 w 995171"/>
                <a:gd name="connsiteY16" fmla="*/ 21812 h 420623"/>
                <a:gd name="connsiteX17" fmla="*/ 439865 w 995171"/>
                <a:gd name="connsiteY17" fmla="*/ 295180 h 420623"/>
                <a:gd name="connsiteX18" fmla="*/ 445865 w 995171"/>
                <a:gd name="connsiteY18" fmla="*/ 353473 h 420623"/>
                <a:gd name="connsiteX19" fmla="*/ 465677 w 995171"/>
                <a:gd name="connsiteY19" fmla="*/ 391001 h 420623"/>
                <a:gd name="connsiteX20" fmla="*/ 502063 w 995171"/>
                <a:gd name="connsiteY20" fmla="*/ 411385 h 420623"/>
                <a:gd name="connsiteX21" fmla="*/ 558927 w 995171"/>
                <a:gd name="connsiteY21" fmla="*/ 417671 h 420623"/>
                <a:gd name="connsiteX22" fmla="*/ 568262 w 995171"/>
                <a:gd name="connsiteY22" fmla="*/ 417671 h 420623"/>
                <a:gd name="connsiteX23" fmla="*/ 995172 w 995171"/>
                <a:gd name="connsiteY23" fmla="*/ 0 h 420623"/>
                <a:gd name="connsiteX24" fmla="*/ 920687 w 995171"/>
                <a:gd name="connsiteY24" fmla="*/ 0 h 420623"/>
                <a:gd name="connsiteX25" fmla="*/ 920687 w 995171"/>
                <a:gd name="connsiteY25" fmla="*/ 414719 h 420623"/>
                <a:gd name="connsiteX26" fmla="*/ 995172 w 995171"/>
                <a:gd name="connsiteY26" fmla="*/ 414719 h 420623"/>
                <a:gd name="connsiteX27" fmla="*/ 995172 w 995171"/>
                <a:gd name="connsiteY27" fmla="*/ 0 h 420623"/>
                <a:gd name="connsiteX28" fmla="*/ 367951 w 995171"/>
                <a:gd name="connsiteY28" fmla="*/ 159830 h 420623"/>
                <a:gd name="connsiteX29" fmla="*/ 281273 w 995171"/>
                <a:gd name="connsiteY29" fmla="*/ 126206 h 420623"/>
                <a:gd name="connsiteX30" fmla="*/ 232410 w 995171"/>
                <a:gd name="connsiteY30" fmla="*/ 137065 h 420623"/>
                <a:gd name="connsiteX31" fmla="*/ 195358 w 995171"/>
                <a:gd name="connsiteY31" fmla="*/ 167259 h 420623"/>
                <a:gd name="connsiteX32" fmla="*/ 191262 w 995171"/>
                <a:gd name="connsiteY32" fmla="*/ 172498 h 420623"/>
                <a:gd name="connsiteX33" fmla="*/ 191262 w 995171"/>
                <a:gd name="connsiteY33" fmla="*/ 167831 h 420623"/>
                <a:gd name="connsiteX34" fmla="*/ 191262 w 995171"/>
                <a:gd name="connsiteY34" fmla="*/ 132017 h 420623"/>
                <a:gd name="connsiteX35" fmla="*/ 117920 w 995171"/>
                <a:gd name="connsiteY35" fmla="*/ 132017 h 420623"/>
                <a:gd name="connsiteX36" fmla="*/ 117920 w 995171"/>
                <a:gd name="connsiteY36" fmla="*/ 414814 h 420623"/>
                <a:gd name="connsiteX37" fmla="*/ 191929 w 995171"/>
                <a:gd name="connsiteY37" fmla="*/ 414814 h 420623"/>
                <a:gd name="connsiteX38" fmla="*/ 191929 w 995171"/>
                <a:gd name="connsiteY38" fmla="*/ 264128 h 420623"/>
                <a:gd name="connsiteX39" fmla="*/ 192024 w 995171"/>
                <a:gd name="connsiteY39" fmla="*/ 274606 h 420623"/>
                <a:gd name="connsiteX40" fmla="*/ 192119 w 995171"/>
                <a:gd name="connsiteY40" fmla="*/ 269558 h 420623"/>
                <a:gd name="connsiteX41" fmla="*/ 211741 w 995171"/>
                <a:gd name="connsiteY41" fmla="*/ 210884 h 420623"/>
                <a:gd name="connsiteX42" fmla="*/ 258985 w 995171"/>
                <a:gd name="connsiteY42" fmla="*/ 190786 h 420623"/>
                <a:gd name="connsiteX43" fmla="*/ 307753 w 995171"/>
                <a:gd name="connsiteY43" fmla="*/ 210407 h 420623"/>
                <a:gd name="connsiteX44" fmla="*/ 323945 w 995171"/>
                <a:gd name="connsiteY44" fmla="*/ 264605 h 420623"/>
                <a:gd name="connsiteX45" fmla="*/ 323945 w 995171"/>
                <a:gd name="connsiteY45" fmla="*/ 264605 h 420623"/>
                <a:gd name="connsiteX46" fmla="*/ 323945 w 995171"/>
                <a:gd name="connsiteY46" fmla="*/ 265176 h 420623"/>
                <a:gd name="connsiteX47" fmla="*/ 323945 w 995171"/>
                <a:gd name="connsiteY47" fmla="*/ 265271 h 420623"/>
                <a:gd name="connsiteX48" fmla="*/ 323945 w 995171"/>
                <a:gd name="connsiteY48" fmla="*/ 414814 h 420623"/>
                <a:gd name="connsiteX49" fmla="*/ 399098 w 995171"/>
                <a:gd name="connsiteY49" fmla="*/ 414814 h 420623"/>
                <a:gd name="connsiteX50" fmla="*/ 399098 w 995171"/>
                <a:gd name="connsiteY50" fmla="*/ 254222 h 420623"/>
                <a:gd name="connsiteX51" fmla="*/ 367951 w 995171"/>
                <a:gd name="connsiteY51" fmla="*/ 159830 h 420623"/>
                <a:gd name="connsiteX52" fmla="*/ 881825 w 995171"/>
                <a:gd name="connsiteY52" fmla="*/ 272796 h 420623"/>
                <a:gd name="connsiteX53" fmla="*/ 871061 w 995171"/>
                <a:gd name="connsiteY53" fmla="*/ 215646 h 420623"/>
                <a:gd name="connsiteX54" fmla="*/ 841057 w 995171"/>
                <a:gd name="connsiteY54" fmla="*/ 168974 h 420623"/>
                <a:gd name="connsiteX55" fmla="*/ 794957 w 995171"/>
                <a:gd name="connsiteY55" fmla="*/ 137636 h 420623"/>
                <a:gd name="connsiteX56" fmla="*/ 735806 w 995171"/>
                <a:gd name="connsiteY56" fmla="*/ 126302 h 420623"/>
                <a:gd name="connsiteX57" fmla="*/ 678371 w 995171"/>
                <a:gd name="connsiteY57" fmla="*/ 137922 h 420623"/>
                <a:gd name="connsiteX58" fmla="*/ 631698 w 995171"/>
                <a:gd name="connsiteY58" fmla="*/ 169355 h 420623"/>
                <a:gd name="connsiteX59" fmla="*/ 600266 w 995171"/>
                <a:gd name="connsiteY59" fmla="*/ 216027 h 420623"/>
                <a:gd name="connsiteX60" fmla="*/ 588645 w 995171"/>
                <a:gd name="connsiteY60" fmla="*/ 273463 h 420623"/>
                <a:gd name="connsiteX61" fmla="*/ 599694 w 995171"/>
                <a:gd name="connsiteY61" fmla="*/ 330899 h 420623"/>
                <a:gd name="connsiteX62" fmla="*/ 630269 w 995171"/>
                <a:gd name="connsiteY62" fmla="*/ 377571 h 420623"/>
                <a:gd name="connsiteX63" fmla="*/ 677513 w 995171"/>
                <a:gd name="connsiteY63" fmla="*/ 409004 h 420623"/>
                <a:gd name="connsiteX64" fmla="*/ 738092 w 995171"/>
                <a:gd name="connsiteY64" fmla="*/ 420624 h 420623"/>
                <a:gd name="connsiteX65" fmla="*/ 863918 w 995171"/>
                <a:gd name="connsiteY65" fmla="*/ 365093 h 420623"/>
                <a:gd name="connsiteX66" fmla="*/ 810292 w 995171"/>
                <a:gd name="connsiteY66" fmla="*/ 324231 h 420623"/>
                <a:gd name="connsiteX67" fmla="*/ 738664 w 995171"/>
                <a:gd name="connsiteY67" fmla="*/ 355854 h 420623"/>
                <a:gd name="connsiteX68" fmla="*/ 687229 w 995171"/>
                <a:gd name="connsiteY68" fmla="*/ 341376 h 420623"/>
                <a:gd name="connsiteX69" fmla="*/ 660368 w 995171"/>
                <a:gd name="connsiteY69" fmla="*/ 302133 h 420623"/>
                <a:gd name="connsiteX70" fmla="*/ 659606 w 995171"/>
                <a:gd name="connsiteY70" fmla="*/ 299466 h 420623"/>
                <a:gd name="connsiteX71" fmla="*/ 881825 w 995171"/>
                <a:gd name="connsiteY71" fmla="*/ 299466 h 420623"/>
                <a:gd name="connsiteX72" fmla="*/ 881825 w 995171"/>
                <a:gd name="connsiteY72" fmla="*/ 272796 h 420623"/>
                <a:gd name="connsiteX73" fmla="*/ 660368 w 995171"/>
                <a:gd name="connsiteY73" fmla="*/ 246793 h 420623"/>
                <a:gd name="connsiteX74" fmla="*/ 735330 w 995171"/>
                <a:gd name="connsiteY74" fmla="*/ 189929 h 420623"/>
                <a:gd name="connsiteX75" fmla="*/ 810387 w 995171"/>
                <a:gd name="connsiteY75" fmla="*/ 246698 h 420623"/>
                <a:gd name="connsiteX76" fmla="*/ 660368 w 995171"/>
                <a:gd name="connsiteY76" fmla="*/ 246793 h 420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995171" h="420623">
                  <a:moveTo>
                    <a:pt x="74486" y="131921"/>
                  </a:moveTo>
                  <a:lnTo>
                    <a:pt x="0" y="131921"/>
                  </a:lnTo>
                  <a:lnTo>
                    <a:pt x="0" y="414719"/>
                  </a:lnTo>
                  <a:lnTo>
                    <a:pt x="74486" y="414719"/>
                  </a:lnTo>
                  <a:lnTo>
                    <a:pt x="74486" y="131921"/>
                  </a:lnTo>
                  <a:close/>
                  <a:moveTo>
                    <a:pt x="568262" y="417576"/>
                  </a:moveTo>
                  <a:lnTo>
                    <a:pt x="568262" y="348234"/>
                  </a:lnTo>
                  <a:cubicBezTo>
                    <a:pt x="557308" y="348139"/>
                    <a:pt x="548259" y="347567"/>
                    <a:pt x="541306" y="346520"/>
                  </a:cubicBezTo>
                  <a:cubicBezTo>
                    <a:pt x="533591" y="345281"/>
                    <a:pt x="527685" y="342710"/>
                    <a:pt x="523780" y="338804"/>
                  </a:cubicBezTo>
                  <a:cubicBezTo>
                    <a:pt x="519875" y="334899"/>
                    <a:pt x="517303" y="329184"/>
                    <a:pt x="516065" y="321945"/>
                  </a:cubicBezTo>
                  <a:cubicBezTo>
                    <a:pt x="514922" y="314992"/>
                    <a:pt x="514350" y="305753"/>
                    <a:pt x="514350" y="294608"/>
                  </a:cubicBezTo>
                  <a:lnTo>
                    <a:pt x="514350" y="195644"/>
                  </a:lnTo>
                  <a:lnTo>
                    <a:pt x="568262" y="195644"/>
                  </a:lnTo>
                  <a:lnTo>
                    <a:pt x="568262" y="131921"/>
                  </a:lnTo>
                  <a:lnTo>
                    <a:pt x="514350" y="131921"/>
                  </a:lnTo>
                  <a:lnTo>
                    <a:pt x="514350" y="21812"/>
                  </a:lnTo>
                  <a:lnTo>
                    <a:pt x="439865" y="21812"/>
                  </a:lnTo>
                  <a:lnTo>
                    <a:pt x="439865" y="295180"/>
                  </a:lnTo>
                  <a:cubicBezTo>
                    <a:pt x="439865" y="318230"/>
                    <a:pt x="441865" y="337852"/>
                    <a:pt x="445865" y="353473"/>
                  </a:cubicBezTo>
                  <a:cubicBezTo>
                    <a:pt x="449771" y="368903"/>
                    <a:pt x="456438" y="381572"/>
                    <a:pt x="465677" y="391001"/>
                  </a:cubicBezTo>
                  <a:cubicBezTo>
                    <a:pt x="474917" y="400431"/>
                    <a:pt x="487204" y="407289"/>
                    <a:pt x="502063" y="411385"/>
                  </a:cubicBezTo>
                  <a:cubicBezTo>
                    <a:pt x="517112" y="415481"/>
                    <a:pt x="536258" y="417671"/>
                    <a:pt x="558927" y="417671"/>
                  </a:cubicBezTo>
                  <a:lnTo>
                    <a:pt x="568262" y="417671"/>
                  </a:lnTo>
                  <a:close/>
                  <a:moveTo>
                    <a:pt x="995172" y="0"/>
                  </a:moveTo>
                  <a:lnTo>
                    <a:pt x="920687" y="0"/>
                  </a:lnTo>
                  <a:lnTo>
                    <a:pt x="920687" y="414719"/>
                  </a:lnTo>
                  <a:lnTo>
                    <a:pt x="995172" y="414719"/>
                  </a:lnTo>
                  <a:lnTo>
                    <a:pt x="995172" y="0"/>
                  </a:lnTo>
                  <a:close/>
                  <a:moveTo>
                    <a:pt x="367951" y="159830"/>
                  </a:moveTo>
                  <a:cubicBezTo>
                    <a:pt x="347282" y="137541"/>
                    <a:pt x="318135" y="126206"/>
                    <a:pt x="281273" y="126206"/>
                  </a:cubicBezTo>
                  <a:cubicBezTo>
                    <a:pt x="263462" y="126206"/>
                    <a:pt x="247079" y="129921"/>
                    <a:pt x="232410" y="137065"/>
                  </a:cubicBezTo>
                  <a:cubicBezTo>
                    <a:pt x="217742" y="144304"/>
                    <a:pt x="205264" y="154496"/>
                    <a:pt x="195358" y="167259"/>
                  </a:cubicBezTo>
                  <a:lnTo>
                    <a:pt x="191262" y="172498"/>
                  </a:lnTo>
                  <a:lnTo>
                    <a:pt x="191262" y="167831"/>
                  </a:lnTo>
                  <a:lnTo>
                    <a:pt x="191262" y="132017"/>
                  </a:lnTo>
                  <a:lnTo>
                    <a:pt x="117920" y="132017"/>
                  </a:lnTo>
                  <a:lnTo>
                    <a:pt x="117920" y="414814"/>
                  </a:lnTo>
                  <a:lnTo>
                    <a:pt x="191929" y="414814"/>
                  </a:lnTo>
                  <a:lnTo>
                    <a:pt x="191929" y="264128"/>
                  </a:lnTo>
                  <a:lnTo>
                    <a:pt x="192024" y="274606"/>
                  </a:lnTo>
                  <a:cubicBezTo>
                    <a:pt x="192024" y="272891"/>
                    <a:pt x="192024" y="271177"/>
                    <a:pt x="192119" y="269558"/>
                  </a:cubicBezTo>
                  <a:cubicBezTo>
                    <a:pt x="192881" y="243173"/>
                    <a:pt x="199454" y="223456"/>
                    <a:pt x="211741" y="210884"/>
                  </a:cubicBezTo>
                  <a:cubicBezTo>
                    <a:pt x="224790" y="197549"/>
                    <a:pt x="240697" y="190786"/>
                    <a:pt x="258985" y="190786"/>
                  </a:cubicBezTo>
                  <a:cubicBezTo>
                    <a:pt x="280511" y="190786"/>
                    <a:pt x="296894" y="197358"/>
                    <a:pt x="307753" y="210407"/>
                  </a:cubicBezTo>
                  <a:cubicBezTo>
                    <a:pt x="318421" y="223171"/>
                    <a:pt x="323850" y="241364"/>
                    <a:pt x="323945" y="264605"/>
                  </a:cubicBezTo>
                  <a:lnTo>
                    <a:pt x="323945" y="264605"/>
                  </a:lnTo>
                  <a:lnTo>
                    <a:pt x="323945" y="265176"/>
                  </a:lnTo>
                  <a:lnTo>
                    <a:pt x="323945" y="265271"/>
                  </a:lnTo>
                  <a:lnTo>
                    <a:pt x="323945" y="414814"/>
                  </a:lnTo>
                  <a:lnTo>
                    <a:pt x="399098" y="414814"/>
                  </a:lnTo>
                  <a:lnTo>
                    <a:pt x="399098" y="254222"/>
                  </a:lnTo>
                  <a:cubicBezTo>
                    <a:pt x="399193" y="213931"/>
                    <a:pt x="388620" y="182118"/>
                    <a:pt x="367951" y="159830"/>
                  </a:cubicBezTo>
                  <a:moveTo>
                    <a:pt x="881825" y="272796"/>
                  </a:moveTo>
                  <a:cubicBezTo>
                    <a:pt x="881825" y="252508"/>
                    <a:pt x="878205" y="233267"/>
                    <a:pt x="871061" y="215646"/>
                  </a:cubicBezTo>
                  <a:cubicBezTo>
                    <a:pt x="863918" y="198025"/>
                    <a:pt x="853821" y="182309"/>
                    <a:pt x="841057" y="168974"/>
                  </a:cubicBezTo>
                  <a:cubicBezTo>
                    <a:pt x="828294" y="155639"/>
                    <a:pt x="812768" y="145066"/>
                    <a:pt x="794957" y="137636"/>
                  </a:cubicBezTo>
                  <a:cubicBezTo>
                    <a:pt x="777145" y="130112"/>
                    <a:pt x="757238" y="126302"/>
                    <a:pt x="735806" y="126302"/>
                  </a:cubicBezTo>
                  <a:cubicBezTo>
                    <a:pt x="715518" y="126302"/>
                    <a:pt x="696182" y="130207"/>
                    <a:pt x="678371" y="137922"/>
                  </a:cubicBezTo>
                  <a:cubicBezTo>
                    <a:pt x="660559" y="145637"/>
                    <a:pt x="644843" y="156210"/>
                    <a:pt x="631698" y="169355"/>
                  </a:cubicBezTo>
                  <a:cubicBezTo>
                    <a:pt x="618554" y="182499"/>
                    <a:pt x="607981" y="198215"/>
                    <a:pt x="600266" y="216027"/>
                  </a:cubicBezTo>
                  <a:cubicBezTo>
                    <a:pt x="592550" y="233839"/>
                    <a:pt x="588645" y="253175"/>
                    <a:pt x="588645" y="273463"/>
                  </a:cubicBezTo>
                  <a:cubicBezTo>
                    <a:pt x="588645" y="293751"/>
                    <a:pt x="592360" y="313087"/>
                    <a:pt x="599694" y="330899"/>
                  </a:cubicBezTo>
                  <a:cubicBezTo>
                    <a:pt x="607028" y="348710"/>
                    <a:pt x="617315" y="364426"/>
                    <a:pt x="630269" y="377571"/>
                  </a:cubicBezTo>
                  <a:cubicBezTo>
                    <a:pt x="643223" y="390716"/>
                    <a:pt x="659130" y="401288"/>
                    <a:pt x="677513" y="409004"/>
                  </a:cubicBezTo>
                  <a:cubicBezTo>
                    <a:pt x="695897" y="416719"/>
                    <a:pt x="716280" y="420624"/>
                    <a:pt x="738092" y="420624"/>
                  </a:cubicBezTo>
                  <a:cubicBezTo>
                    <a:pt x="801148" y="420624"/>
                    <a:pt x="840391" y="391954"/>
                    <a:pt x="863918" y="365093"/>
                  </a:cubicBezTo>
                  <a:lnTo>
                    <a:pt x="810292" y="324231"/>
                  </a:lnTo>
                  <a:cubicBezTo>
                    <a:pt x="798957" y="337661"/>
                    <a:pt x="772192" y="355854"/>
                    <a:pt x="738664" y="355854"/>
                  </a:cubicBezTo>
                  <a:cubicBezTo>
                    <a:pt x="717614" y="355854"/>
                    <a:pt x="700373" y="350996"/>
                    <a:pt x="687229" y="341376"/>
                  </a:cubicBezTo>
                  <a:cubicBezTo>
                    <a:pt x="674084" y="331756"/>
                    <a:pt x="665036" y="318611"/>
                    <a:pt x="660368" y="302133"/>
                  </a:cubicBezTo>
                  <a:lnTo>
                    <a:pt x="659606" y="299466"/>
                  </a:lnTo>
                  <a:lnTo>
                    <a:pt x="881825" y="299466"/>
                  </a:lnTo>
                  <a:lnTo>
                    <a:pt x="881825" y="272796"/>
                  </a:lnTo>
                  <a:close/>
                  <a:moveTo>
                    <a:pt x="660368" y="246793"/>
                  </a:moveTo>
                  <a:cubicBezTo>
                    <a:pt x="660368" y="226124"/>
                    <a:pt x="684086" y="189929"/>
                    <a:pt x="735330" y="189929"/>
                  </a:cubicBezTo>
                  <a:cubicBezTo>
                    <a:pt x="786575" y="189929"/>
                    <a:pt x="810387" y="226028"/>
                    <a:pt x="810387" y="246698"/>
                  </a:cubicBezTo>
                  <a:lnTo>
                    <a:pt x="660368" y="24679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+mn-lt"/>
                <a:ea typeface="Intel Clear" panose="020B0604020203020204" pitchFamily="34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60264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8B3840B9-4318-376A-B099-8D012DB9862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4" y="283"/>
            <a:ext cx="12190992" cy="6857433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1F4567CD-F1DA-4E8F-ADDF-371B07892411}"/>
              </a:ext>
            </a:extLst>
          </p:cNvPr>
          <p:cNvSpPr/>
          <p:nvPr/>
        </p:nvSpPr>
        <p:spPr>
          <a:xfrm>
            <a:off x="860457" y="4951823"/>
            <a:ext cx="158111" cy="158111"/>
          </a:xfrm>
          <a:prstGeom prst="rect">
            <a:avLst/>
          </a:prstGeom>
          <a:solidFill>
            <a:srgbClr val="00A3F6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F16119A-1487-48A7-9CC6-71F9F9535C16}"/>
              </a:ext>
            </a:extLst>
          </p:cNvPr>
          <p:cNvSpPr/>
          <p:nvPr/>
        </p:nvSpPr>
        <p:spPr>
          <a:xfrm>
            <a:off x="573803" y="5104242"/>
            <a:ext cx="286654" cy="286654"/>
          </a:xfrm>
          <a:prstGeom prst="rect">
            <a:avLst/>
          </a:prstGeom>
          <a:solidFill>
            <a:srgbClr val="76CEFF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3CF0AA4-E89F-418F-83F2-0CC0FB3DF16B}"/>
              </a:ext>
            </a:extLst>
          </p:cNvPr>
          <p:cNvSpPr/>
          <p:nvPr/>
        </p:nvSpPr>
        <p:spPr>
          <a:xfrm>
            <a:off x="861107" y="5390896"/>
            <a:ext cx="610214" cy="610214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9F8D4CB-DB57-4130-8BDE-86D5A4C11D49}"/>
              </a:ext>
            </a:extLst>
          </p:cNvPr>
          <p:cNvSpPr/>
          <p:nvPr/>
        </p:nvSpPr>
        <p:spPr>
          <a:xfrm>
            <a:off x="1468406" y="0"/>
            <a:ext cx="3430768" cy="5390870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825262-3F6E-4DC6-AA53-E30B25B1583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651285" y="990600"/>
            <a:ext cx="9899361" cy="557784"/>
          </a:xfrm>
        </p:spPr>
        <p:txBody>
          <a:bodyPr anchor="b" anchorCtr="0">
            <a:normAutofit/>
          </a:bodyPr>
          <a:lstStyle>
            <a:lvl1pPr marL="0" indent="0">
              <a:buFontTx/>
              <a:buNone/>
              <a:defRPr sz="1600">
                <a:solidFill>
                  <a:schemeClr val="bg1"/>
                </a:solidFill>
                <a:latin typeface="IntelOne Text" panose="020B0503020203020204" pitchFamily="34" charset="77"/>
              </a:defRPr>
            </a:lvl1pPr>
          </a:lstStyle>
          <a:p>
            <a:pPr lvl="0"/>
            <a:r>
              <a:rPr lang="en-US" dirty="0"/>
              <a:t>Click to edit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E6BC2F-544E-4727-A6CC-2BE3B3E01B5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651285" y="1635111"/>
            <a:ext cx="9899361" cy="1874852"/>
          </a:xfrm>
        </p:spPr>
        <p:txBody>
          <a:bodyPr anchor="b"/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F0B31C-0AD0-4CC0-BF2B-DECE53E6665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651285" y="3602038"/>
            <a:ext cx="9899361" cy="1609344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subtitle style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767FE53-89F1-445A-1E7D-90F2F08F1FFD}"/>
              </a:ext>
            </a:extLst>
          </p:cNvPr>
          <p:cNvGrpSpPr>
            <a:grpSpLocks noChangeAspect="1"/>
          </p:cNvGrpSpPr>
          <p:nvPr/>
        </p:nvGrpSpPr>
        <p:grpSpPr>
          <a:xfrm>
            <a:off x="1468406" y="5995719"/>
            <a:ext cx="940785" cy="396801"/>
            <a:chOff x="1314450" y="6391094"/>
            <a:chExt cx="997266" cy="420623"/>
          </a:xfrm>
          <a:solidFill>
            <a:schemeClr val="tx1"/>
          </a:solidFill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5563E119-CCF2-6841-4F5E-AA79170F6AE8}"/>
                </a:ext>
              </a:extLst>
            </p:cNvPr>
            <p:cNvSpPr/>
            <p:nvPr/>
          </p:nvSpPr>
          <p:spPr>
            <a:xfrm>
              <a:off x="1314450" y="6396809"/>
              <a:ext cx="78581" cy="78581"/>
            </a:xfrm>
            <a:custGeom>
              <a:avLst/>
              <a:gdLst>
                <a:gd name="connsiteX0" fmla="*/ 0 w 78581"/>
                <a:gd name="connsiteY0" fmla="*/ 0 h 78581"/>
                <a:gd name="connsiteX1" fmla="*/ 78581 w 78581"/>
                <a:gd name="connsiteY1" fmla="*/ 0 h 78581"/>
                <a:gd name="connsiteX2" fmla="*/ 78581 w 78581"/>
                <a:gd name="connsiteY2" fmla="*/ 78581 h 78581"/>
                <a:gd name="connsiteX3" fmla="*/ 0 w 78581"/>
                <a:gd name="connsiteY3" fmla="*/ 78581 h 785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581" h="78581">
                  <a:moveTo>
                    <a:pt x="0" y="0"/>
                  </a:moveTo>
                  <a:lnTo>
                    <a:pt x="78581" y="0"/>
                  </a:lnTo>
                  <a:lnTo>
                    <a:pt x="78581" y="78581"/>
                  </a:lnTo>
                  <a:lnTo>
                    <a:pt x="0" y="78581"/>
                  </a:lnTo>
                  <a:close/>
                </a:path>
              </a:pathLst>
            </a:custGeom>
            <a:solidFill>
              <a:srgbClr val="00C7F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+mn-lt"/>
                <a:ea typeface="Intel Clear" panose="020B060402020302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F05F9759-969D-F3E7-C261-98AC9DF8577F}"/>
                </a:ext>
              </a:extLst>
            </p:cNvPr>
            <p:cNvSpPr/>
            <p:nvPr/>
          </p:nvSpPr>
          <p:spPr>
            <a:xfrm>
              <a:off x="1316545" y="6391094"/>
              <a:ext cx="995171" cy="420623"/>
            </a:xfrm>
            <a:custGeom>
              <a:avLst/>
              <a:gdLst>
                <a:gd name="connsiteX0" fmla="*/ 74486 w 995171"/>
                <a:gd name="connsiteY0" fmla="*/ 131921 h 420623"/>
                <a:gd name="connsiteX1" fmla="*/ 0 w 995171"/>
                <a:gd name="connsiteY1" fmla="*/ 131921 h 420623"/>
                <a:gd name="connsiteX2" fmla="*/ 0 w 995171"/>
                <a:gd name="connsiteY2" fmla="*/ 414719 h 420623"/>
                <a:gd name="connsiteX3" fmla="*/ 74486 w 995171"/>
                <a:gd name="connsiteY3" fmla="*/ 414719 h 420623"/>
                <a:gd name="connsiteX4" fmla="*/ 74486 w 995171"/>
                <a:gd name="connsiteY4" fmla="*/ 131921 h 420623"/>
                <a:gd name="connsiteX5" fmla="*/ 568262 w 995171"/>
                <a:gd name="connsiteY5" fmla="*/ 417576 h 420623"/>
                <a:gd name="connsiteX6" fmla="*/ 568262 w 995171"/>
                <a:gd name="connsiteY6" fmla="*/ 348234 h 420623"/>
                <a:gd name="connsiteX7" fmla="*/ 541306 w 995171"/>
                <a:gd name="connsiteY7" fmla="*/ 346520 h 420623"/>
                <a:gd name="connsiteX8" fmla="*/ 523780 w 995171"/>
                <a:gd name="connsiteY8" fmla="*/ 338804 h 420623"/>
                <a:gd name="connsiteX9" fmla="*/ 516065 w 995171"/>
                <a:gd name="connsiteY9" fmla="*/ 321945 h 420623"/>
                <a:gd name="connsiteX10" fmla="*/ 514350 w 995171"/>
                <a:gd name="connsiteY10" fmla="*/ 294608 h 420623"/>
                <a:gd name="connsiteX11" fmla="*/ 514350 w 995171"/>
                <a:gd name="connsiteY11" fmla="*/ 195644 h 420623"/>
                <a:gd name="connsiteX12" fmla="*/ 568262 w 995171"/>
                <a:gd name="connsiteY12" fmla="*/ 195644 h 420623"/>
                <a:gd name="connsiteX13" fmla="*/ 568262 w 995171"/>
                <a:gd name="connsiteY13" fmla="*/ 131921 h 420623"/>
                <a:gd name="connsiteX14" fmla="*/ 514350 w 995171"/>
                <a:gd name="connsiteY14" fmla="*/ 131921 h 420623"/>
                <a:gd name="connsiteX15" fmla="*/ 514350 w 995171"/>
                <a:gd name="connsiteY15" fmla="*/ 21812 h 420623"/>
                <a:gd name="connsiteX16" fmla="*/ 439865 w 995171"/>
                <a:gd name="connsiteY16" fmla="*/ 21812 h 420623"/>
                <a:gd name="connsiteX17" fmla="*/ 439865 w 995171"/>
                <a:gd name="connsiteY17" fmla="*/ 295180 h 420623"/>
                <a:gd name="connsiteX18" fmla="*/ 445865 w 995171"/>
                <a:gd name="connsiteY18" fmla="*/ 353473 h 420623"/>
                <a:gd name="connsiteX19" fmla="*/ 465677 w 995171"/>
                <a:gd name="connsiteY19" fmla="*/ 391001 h 420623"/>
                <a:gd name="connsiteX20" fmla="*/ 502063 w 995171"/>
                <a:gd name="connsiteY20" fmla="*/ 411385 h 420623"/>
                <a:gd name="connsiteX21" fmla="*/ 558927 w 995171"/>
                <a:gd name="connsiteY21" fmla="*/ 417671 h 420623"/>
                <a:gd name="connsiteX22" fmla="*/ 568262 w 995171"/>
                <a:gd name="connsiteY22" fmla="*/ 417671 h 420623"/>
                <a:gd name="connsiteX23" fmla="*/ 995172 w 995171"/>
                <a:gd name="connsiteY23" fmla="*/ 0 h 420623"/>
                <a:gd name="connsiteX24" fmla="*/ 920687 w 995171"/>
                <a:gd name="connsiteY24" fmla="*/ 0 h 420623"/>
                <a:gd name="connsiteX25" fmla="*/ 920687 w 995171"/>
                <a:gd name="connsiteY25" fmla="*/ 414719 h 420623"/>
                <a:gd name="connsiteX26" fmla="*/ 995172 w 995171"/>
                <a:gd name="connsiteY26" fmla="*/ 414719 h 420623"/>
                <a:gd name="connsiteX27" fmla="*/ 995172 w 995171"/>
                <a:gd name="connsiteY27" fmla="*/ 0 h 420623"/>
                <a:gd name="connsiteX28" fmla="*/ 367951 w 995171"/>
                <a:gd name="connsiteY28" fmla="*/ 159830 h 420623"/>
                <a:gd name="connsiteX29" fmla="*/ 281273 w 995171"/>
                <a:gd name="connsiteY29" fmla="*/ 126206 h 420623"/>
                <a:gd name="connsiteX30" fmla="*/ 232410 w 995171"/>
                <a:gd name="connsiteY30" fmla="*/ 137065 h 420623"/>
                <a:gd name="connsiteX31" fmla="*/ 195358 w 995171"/>
                <a:gd name="connsiteY31" fmla="*/ 167259 h 420623"/>
                <a:gd name="connsiteX32" fmla="*/ 191262 w 995171"/>
                <a:gd name="connsiteY32" fmla="*/ 172498 h 420623"/>
                <a:gd name="connsiteX33" fmla="*/ 191262 w 995171"/>
                <a:gd name="connsiteY33" fmla="*/ 167831 h 420623"/>
                <a:gd name="connsiteX34" fmla="*/ 191262 w 995171"/>
                <a:gd name="connsiteY34" fmla="*/ 132017 h 420623"/>
                <a:gd name="connsiteX35" fmla="*/ 117920 w 995171"/>
                <a:gd name="connsiteY35" fmla="*/ 132017 h 420623"/>
                <a:gd name="connsiteX36" fmla="*/ 117920 w 995171"/>
                <a:gd name="connsiteY36" fmla="*/ 414814 h 420623"/>
                <a:gd name="connsiteX37" fmla="*/ 191929 w 995171"/>
                <a:gd name="connsiteY37" fmla="*/ 414814 h 420623"/>
                <a:gd name="connsiteX38" fmla="*/ 191929 w 995171"/>
                <a:gd name="connsiteY38" fmla="*/ 264128 h 420623"/>
                <a:gd name="connsiteX39" fmla="*/ 192024 w 995171"/>
                <a:gd name="connsiteY39" fmla="*/ 274606 h 420623"/>
                <a:gd name="connsiteX40" fmla="*/ 192119 w 995171"/>
                <a:gd name="connsiteY40" fmla="*/ 269558 h 420623"/>
                <a:gd name="connsiteX41" fmla="*/ 211741 w 995171"/>
                <a:gd name="connsiteY41" fmla="*/ 210884 h 420623"/>
                <a:gd name="connsiteX42" fmla="*/ 258985 w 995171"/>
                <a:gd name="connsiteY42" fmla="*/ 190786 h 420623"/>
                <a:gd name="connsiteX43" fmla="*/ 307753 w 995171"/>
                <a:gd name="connsiteY43" fmla="*/ 210407 h 420623"/>
                <a:gd name="connsiteX44" fmla="*/ 323945 w 995171"/>
                <a:gd name="connsiteY44" fmla="*/ 264605 h 420623"/>
                <a:gd name="connsiteX45" fmla="*/ 323945 w 995171"/>
                <a:gd name="connsiteY45" fmla="*/ 264605 h 420623"/>
                <a:gd name="connsiteX46" fmla="*/ 323945 w 995171"/>
                <a:gd name="connsiteY46" fmla="*/ 265176 h 420623"/>
                <a:gd name="connsiteX47" fmla="*/ 323945 w 995171"/>
                <a:gd name="connsiteY47" fmla="*/ 265271 h 420623"/>
                <a:gd name="connsiteX48" fmla="*/ 323945 w 995171"/>
                <a:gd name="connsiteY48" fmla="*/ 414814 h 420623"/>
                <a:gd name="connsiteX49" fmla="*/ 399098 w 995171"/>
                <a:gd name="connsiteY49" fmla="*/ 414814 h 420623"/>
                <a:gd name="connsiteX50" fmla="*/ 399098 w 995171"/>
                <a:gd name="connsiteY50" fmla="*/ 254222 h 420623"/>
                <a:gd name="connsiteX51" fmla="*/ 367951 w 995171"/>
                <a:gd name="connsiteY51" fmla="*/ 159830 h 420623"/>
                <a:gd name="connsiteX52" fmla="*/ 881825 w 995171"/>
                <a:gd name="connsiteY52" fmla="*/ 272796 h 420623"/>
                <a:gd name="connsiteX53" fmla="*/ 871061 w 995171"/>
                <a:gd name="connsiteY53" fmla="*/ 215646 h 420623"/>
                <a:gd name="connsiteX54" fmla="*/ 841057 w 995171"/>
                <a:gd name="connsiteY54" fmla="*/ 168974 h 420623"/>
                <a:gd name="connsiteX55" fmla="*/ 794957 w 995171"/>
                <a:gd name="connsiteY55" fmla="*/ 137636 h 420623"/>
                <a:gd name="connsiteX56" fmla="*/ 735806 w 995171"/>
                <a:gd name="connsiteY56" fmla="*/ 126302 h 420623"/>
                <a:gd name="connsiteX57" fmla="*/ 678371 w 995171"/>
                <a:gd name="connsiteY57" fmla="*/ 137922 h 420623"/>
                <a:gd name="connsiteX58" fmla="*/ 631698 w 995171"/>
                <a:gd name="connsiteY58" fmla="*/ 169355 h 420623"/>
                <a:gd name="connsiteX59" fmla="*/ 600266 w 995171"/>
                <a:gd name="connsiteY59" fmla="*/ 216027 h 420623"/>
                <a:gd name="connsiteX60" fmla="*/ 588645 w 995171"/>
                <a:gd name="connsiteY60" fmla="*/ 273463 h 420623"/>
                <a:gd name="connsiteX61" fmla="*/ 599694 w 995171"/>
                <a:gd name="connsiteY61" fmla="*/ 330899 h 420623"/>
                <a:gd name="connsiteX62" fmla="*/ 630269 w 995171"/>
                <a:gd name="connsiteY62" fmla="*/ 377571 h 420623"/>
                <a:gd name="connsiteX63" fmla="*/ 677513 w 995171"/>
                <a:gd name="connsiteY63" fmla="*/ 409004 h 420623"/>
                <a:gd name="connsiteX64" fmla="*/ 738092 w 995171"/>
                <a:gd name="connsiteY64" fmla="*/ 420624 h 420623"/>
                <a:gd name="connsiteX65" fmla="*/ 863918 w 995171"/>
                <a:gd name="connsiteY65" fmla="*/ 365093 h 420623"/>
                <a:gd name="connsiteX66" fmla="*/ 810292 w 995171"/>
                <a:gd name="connsiteY66" fmla="*/ 324231 h 420623"/>
                <a:gd name="connsiteX67" fmla="*/ 738664 w 995171"/>
                <a:gd name="connsiteY67" fmla="*/ 355854 h 420623"/>
                <a:gd name="connsiteX68" fmla="*/ 687229 w 995171"/>
                <a:gd name="connsiteY68" fmla="*/ 341376 h 420623"/>
                <a:gd name="connsiteX69" fmla="*/ 660368 w 995171"/>
                <a:gd name="connsiteY69" fmla="*/ 302133 h 420623"/>
                <a:gd name="connsiteX70" fmla="*/ 659606 w 995171"/>
                <a:gd name="connsiteY70" fmla="*/ 299466 h 420623"/>
                <a:gd name="connsiteX71" fmla="*/ 881825 w 995171"/>
                <a:gd name="connsiteY71" fmla="*/ 299466 h 420623"/>
                <a:gd name="connsiteX72" fmla="*/ 881825 w 995171"/>
                <a:gd name="connsiteY72" fmla="*/ 272796 h 420623"/>
                <a:gd name="connsiteX73" fmla="*/ 660368 w 995171"/>
                <a:gd name="connsiteY73" fmla="*/ 246793 h 420623"/>
                <a:gd name="connsiteX74" fmla="*/ 735330 w 995171"/>
                <a:gd name="connsiteY74" fmla="*/ 189929 h 420623"/>
                <a:gd name="connsiteX75" fmla="*/ 810387 w 995171"/>
                <a:gd name="connsiteY75" fmla="*/ 246698 h 420623"/>
                <a:gd name="connsiteX76" fmla="*/ 660368 w 995171"/>
                <a:gd name="connsiteY76" fmla="*/ 246793 h 420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995171" h="420623">
                  <a:moveTo>
                    <a:pt x="74486" y="131921"/>
                  </a:moveTo>
                  <a:lnTo>
                    <a:pt x="0" y="131921"/>
                  </a:lnTo>
                  <a:lnTo>
                    <a:pt x="0" y="414719"/>
                  </a:lnTo>
                  <a:lnTo>
                    <a:pt x="74486" y="414719"/>
                  </a:lnTo>
                  <a:lnTo>
                    <a:pt x="74486" y="131921"/>
                  </a:lnTo>
                  <a:close/>
                  <a:moveTo>
                    <a:pt x="568262" y="417576"/>
                  </a:moveTo>
                  <a:lnTo>
                    <a:pt x="568262" y="348234"/>
                  </a:lnTo>
                  <a:cubicBezTo>
                    <a:pt x="557308" y="348139"/>
                    <a:pt x="548259" y="347567"/>
                    <a:pt x="541306" y="346520"/>
                  </a:cubicBezTo>
                  <a:cubicBezTo>
                    <a:pt x="533591" y="345281"/>
                    <a:pt x="527685" y="342710"/>
                    <a:pt x="523780" y="338804"/>
                  </a:cubicBezTo>
                  <a:cubicBezTo>
                    <a:pt x="519875" y="334899"/>
                    <a:pt x="517303" y="329184"/>
                    <a:pt x="516065" y="321945"/>
                  </a:cubicBezTo>
                  <a:cubicBezTo>
                    <a:pt x="514922" y="314992"/>
                    <a:pt x="514350" y="305753"/>
                    <a:pt x="514350" y="294608"/>
                  </a:cubicBezTo>
                  <a:lnTo>
                    <a:pt x="514350" y="195644"/>
                  </a:lnTo>
                  <a:lnTo>
                    <a:pt x="568262" y="195644"/>
                  </a:lnTo>
                  <a:lnTo>
                    <a:pt x="568262" y="131921"/>
                  </a:lnTo>
                  <a:lnTo>
                    <a:pt x="514350" y="131921"/>
                  </a:lnTo>
                  <a:lnTo>
                    <a:pt x="514350" y="21812"/>
                  </a:lnTo>
                  <a:lnTo>
                    <a:pt x="439865" y="21812"/>
                  </a:lnTo>
                  <a:lnTo>
                    <a:pt x="439865" y="295180"/>
                  </a:lnTo>
                  <a:cubicBezTo>
                    <a:pt x="439865" y="318230"/>
                    <a:pt x="441865" y="337852"/>
                    <a:pt x="445865" y="353473"/>
                  </a:cubicBezTo>
                  <a:cubicBezTo>
                    <a:pt x="449771" y="368903"/>
                    <a:pt x="456438" y="381572"/>
                    <a:pt x="465677" y="391001"/>
                  </a:cubicBezTo>
                  <a:cubicBezTo>
                    <a:pt x="474917" y="400431"/>
                    <a:pt x="487204" y="407289"/>
                    <a:pt x="502063" y="411385"/>
                  </a:cubicBezTo>
                  <a:cubicBezTo>
                    <a:pt x="517112" y="415481"/>
                    <a:pt x="536258" y="417671"/>
                    <a:pt x="558927" y="417671"/>
                  </a:cubicBezTo>
                  <a:lnTo>
                    <a:pt x="568262" y="417671"/>
                  </a:lnTo>
                  <a:close/>
                  <a:moveTo>
                    <a:pt x="995172" y="0"/>
                  </a:moveTo>
                  <a:lnTo>
                    <a:pt x="920687" y="0"/>
                  </a:lnTo>
                  <a:lnTo>
                    <a:pt x="920687" y="414719"/>
                  </a:lnTo>
                  <a:lnTo>
                    <a:pt x="995172" y="414719"/>
                  </a:lnTo>
                  <a:lnTo>
                    <a:pt x="995172" y="0"/>
                  </a:lnTo>
                  <a:close/>
                  <a:moveTo>
                    <a:pt x="367951" y="159830"/>
                  </a:moveTo>
                  <a:cubicBezTo>
                    <a:pt x="347282" y="137541"/>
                    <a:pt x="318135" y="126206"/>
                    <a:pt x="281273" y="126206"/>
                  </a:cubicBezTo>
                  <a:cubicBezTo>
                    <a:pt x="263462" y="126206"/>
                    <a:pt x="247079" y="129921"/>
                    <a:pt x="232410" y="137065"/>
                  </a:cubicBezTo>
                  <a:cubicBezTo>
                    <a:pt x="217742" y="144304"/>
                    <a:pt x="205264" y="154496"/>
                    <a:pt x="195358" y="167259"/>
                  </a:cubicBezTo>
                  <a:lnTo>
                    <a:pt x="191262" y="172498"/>
                  </a:lnTo>
                  <a:lnTo>
                    <a:pt x="191262" y="167831"/>
                  </a:lnTo>
                  <a:lnTo>
                    <a:pt x="191262" y="132017"/>
                  </a:lnTo>
                  <a:lnTo>
                    <a:pt x="117920" y="132017"/>
                  </a:lnTo>
                  <a:lnTo>
                    <a:pt x="117920" y="414814"/>
                  </a:lnTo>
                  <a:lnTo>
                    <a:pt x="191929" y="414814"/>
                  </a:lnTo>
                  <a:lnTo>
                    <a:pt x="191929" y="264128"/>
                  </a:lnTo>
                  <a:lnTo>
                    <a:pt x="192024" y="274606"/>
                  </a:lnTo>
                  <a:cubicBezTo>
                    <a:pt x="192024" y="272891"/>
                    <a:pt x="192024" y="271177"/>
                    <a:pt x="192119" y="269558"/>
                  </a:cubicBezTo>
                  <a:cubicBezTo>
                    <a:pt x="192881" y="243173"/>
                    <a:pt x="199454" y="223456"/>
                    <a:pt x="211741" y="210884"/>
                  </a:cubicBezTo>
                  <a:cubicBezTo>
                    <a:pt x="224790" y="197549"/>
                    <a:pt x="240697" y="190786"/>
                    <a:pt x="258985" y="190786"/>
                  </a:cubicBezTo>
                  <a:cubicBezTo>
                    <a:pt x="280511" y="190786"/>
                    <a:pt x="296894" y="197358"/>
                    <a:pt x="307753" y="210407"/>
                  </a:cubicBezTo>
                  <a:cubicBezTo>
                    <a:pt x="318421" y="223171"/>
                    <a:pt x="323850" y="241364"/>
                    <a:pt x="323945" y="264605"/>
                  </a:cubicBezTo>
                  <a:lnTo>
                    <a:pt x="323945" y="264605"/>
                  </a:lnTo>
                  <a:lnTo>
                    <a:pt x="323945" y="265176"/>
                  </a:lnTo>
                  <a:lnTo>
                    <a:pt x="323945" y="265271"/>
                  </a:lnTo>
                  <a:lnTo>
                    <a:pt x="323945" y="414814"/>
                  </a:lnTo>
                  <a:lnTo>
                    <a:pt x="399098" y="414814"/>
                  </a:lnTo>
                  <a:lnTo>
                    <a:pt x="399098" y="254222"/>
                  </a:lnTo>
                  <a:cubicBezTo>
                    <a:pt x="399193" y="213931"/>
                    <a:pt x="388620" y="182118"/>
                    <a:pt x="367951" y="159830"/>
                  </a:cubicBezTo>
                  <a:moveTo>
                    <a:pt x="881825" y="272796"/>
                  </a:moveTo>
                  <a:cubicBezTo>
                    <a:pt x="881825" y="252508"/>
                    <a:pt x="878205" y="233267"/>
                    <a:pt x="871061" y="215646"/>
                  </a:cubicBezTo>
                  <a:cubicBezTo>
                    <a:pt x="863918" y="198025"/>
                    <a:pt x="853821" y="182309"/>
                    <a:pt x="841057" y="168974"/>
                  </a:cubicBezTo>
                  <a:cubicBezTo>
                    <a:pt x="828294" y="155639"/>
                    <a:pt x="812768" y="145066"/>
                    <a:pt x="794957" y="137636"/>
                  </a:cubicBezTo>
                  <a:cubicBezTo>
                    <a:pt x="777145" y="130112"/>
                    <a:pt x="757238" y="126302"/>
                    <a:pt x="735806" y="126302"/>
                  </a:cubicBezTo>
                  <a:cubicBezTo>
                    <a:pt x="715518" y="126302"/>
                    <a:pt x="696182" y="130207"/>
                    <a:pt x="678371" y="137922"/>
                  </a:cubicBezTo>
                  <a:cubicBezTo>
                    <a:pt x="660559" y="145637"/>
                    <a:pt x="644843" y="156210"/>
                    <a:pt x="631698" y="169355"/>
                  </a:cubicBezTo>
                  <a:cubicBezTo>
                    <a:pt x="618554" y="182499"/>
                    <a:pt x="607981" y="198215"/>
                    <a:pt x="600266" y="216027"/>
                  </a:cubicBezTo>
                  <a:cubicBezTo>
                    <a:pt x="592550" y="233839"/>
                    <a:pt x="588645" y="253175"/>
                    <a:pt x="588645" y="273463"/>
                  </a:cubicBezTo>
                  <a:cubicBezTo>
                    <a:pt x="588645" y="293751"/>
                    <a:pt x="592360" y="313087"/>
                    <a:pt x="599694" y="330899"/>
                  </a:cubicBezTo>
                  <a:cubicBezTo>
                    <a:pt x="607028" y="348710"/>
                    <a:pt x="617315" y="364426"/>
                    <a:pt x="630269" y="377571"/>
                  </a:cubicBezTo>
                  <a:cubicBezTo>
                    <a:pt x="643223" y="390716"/>
                    <a:pt x="659130" y="401288"/>
                    <a:pt x="677513" y="409004"/>
                  </a:cubicBezTo>
                  <a:cubicBezTo>
                    <a:pt x="695897" y="416719"/>
                    <a:pt x="716280" y="420624"/>
                    <a:pt x="738092" y="420624"/>
                  </a:cubicBezTo>
                  <a:cubicBezTo>
                    <a:pt x="801148" y="420624"/>
                    <a:pt x="840391" y="391954"/>
                    <a:pt x="863918" y="365093"/>
                  </a:cubicBezTo>
                  <a:lnTo>
                    <a:pt x="810292" y="324231"/>
                  </a:lnTo>
                  <a:cubicBezTo>
                    <a:pt x="798957" y="337661"/>
                    <a:pt x="772192" y="355854"/>
                    <a:pt x="738664" y="355854"/>
                  </a:cubicBezTo>
                  <a:cubicBezTo>
                    <a:pt x="717614" y="355854"/>
                    <a:pt x="700373" y="350996"/>
                    <a:pt x="687229" y="341376"/>
                  </a:cubicBezTo>
                  <a:cubicBezTo>
                    <a:pt x="674084" y="331756"/>
                    <a:pt x="665036" y="318611"/>
                    <a:pt x="660368" y="302133"/>
                  </a:cubicBezTo>
                  <a:lnTo>
                    <a:pt x="659606" y="299466"/>
                  </a:lnTo>
                  <a:lnTo>
                    <a:pt x="881825" y="299466"/>
                  </a:lnTo>
                  <a:lnTo>
                    <a:pt x="881825" y="272796"/>
                  </a:lnTo>
                  <a:close/>
                  <a:moveTo>
                    <a:pt x="660368" y="246793"/>
                  </a:moveTo>
                  <a:cubicBezTo>
                    <a:pt x="660368" y="226124"/>
                    <a:pt x="684086" y="189929"/>
                    <a:pt x="735330" y="189929"/>
                  </a:cubicBezTo>
                  <a:cubicBezTo>
                    <a:pt x="786575" y="189929"/>
                    <a:pt x="810387" y="226028"/>
                    <a:pt x="810387" y="246698"/>
                  </a:cubicBezTo>
                  <a:lnTo>
                    <a:pt x="660368" y="246793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+mn-lt"/>
                <a:ea typeface="Intel Clear" panose="020B0604020203020204" pitchFamily="34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1243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825262-3F6E-4DC6-AA53-E30B25B1583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54758" y="457200"/>
            <a:ext cx="5195891" cy="557784"/>
          </a:xfrm>
        </p:spPr>
        <p:txBody>
          <a:bodyPr anchor="b" anchorCtr="0">
            <a:normAutofit/>
          </a:bodyPr>
          <a:lstStyle>
            <a:lvl1pPr marL="0" indent="0">
              <a:buFontTx/>
              <a:buNone/>
              <a:defRPr sz="1600">
                <a:solidFill>
                  <a:schemeClr val="accent1"/>
                </a:solidFill>
                <a:latin typeface="IntelOne Text" panose="020B0503020203020204" pitchFamily="34" charset="77"/>
              </a:defRPr>
            </a:lvl1pPr>
          </a:lstStyle>
          <a:p>
            <a:pPr lvl="0"/>
            <a:r>
              <a:rPr lang="en-US" dirty="0"/>
              <a:t>Click to edit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E6BC2F-544E-4727-A6CC-2BE3B3E01B5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54758" y="1200041"/>
            <a:ext cx="5195891" cy="3383280"/>
          </a:xfrm>
        </p:spPr>
        <p:txBody>
          <a:bodyPr anchor="b"/>
          <a:lstStyle>
            <a:lvl1pPr algn="l"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F0B31C-0AD0-4CC0-BF2B-DECE53E6665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354758" y="4675396"/>
            <a:ext cx="5195891" cy="1541254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subtitle style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33BCA1F-B7C3-7403-37D5-8DAEE5C3C3A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0"/>
            <a:ext cx="601065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00374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A8C51-69D0-4653-9DD4-C9657C8565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9762" y="2229178"/>
            <a:ext cx="10910888" cy="1199822"/>
          </a:xfrm>
        </p:spPr>
        <p:txBody>
          <a:bodyPr anchor="b" anchorCtr="0">
            <a:normAutofit/>
          </a:bodyPr>
          <a:lstStyle>
            <a:lvl1pPr>
              <a:defRPr sz="4800"/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0A8B5C-DC90-4F60-9A7A-08826CF8083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9762" y="3521075"/>
            <a:ext cx="10910888" cy="681935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accent1"/>
                </a:solidFill>
                <a:latin typeface="IntelOne Text" panose="020B0503020203020204" pitchFamily="34" charset="77"/>
              </a:defRPr>
            </a:lvl1pPr>
          </a:lstStyle>
          <a:p>
            <a:pPr lvl="0"/>
            <a:r>
              <a:rPr lang="en-US" dirty="0"/>
              <a:t>Click to edit text styles</a:t>
            </a:r>
          </a:p>
        </p:txBody>
      </p:sp>
    </p:spTree>
    <p:extLst>
      <p:ext uri="{BB962C8B-B14F-4D97-AF65-F5344CB8AC3E}">
        <p14:creationId xmlns:p14="http://schemas.microsoft.com/office/powerpoint/2010/main" val="1519646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A8C51-69D0-4653-9DD4-C9657C8565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6412" y="1930709"/>
            <a:ext cx="4694237" cy="1828800"/>
          </a:xfrm>
        </p:spPr>
        <p:txBody>
          <a:bodyPr anchor="b" anchorCtr="0">
            <a:normAutofit/>
          </a:bodyPr>
          <a:lstStyle>
            <a:lvl1pPr>
              <a:defRPr sz="4800"/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0A8B5C-DC90-4F60-9A7A-08826CF8083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856412" y="3851583"/>
            <a:ext cx="4694237" cy="1736725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accent1"/>
                </a:solidFill>
                <a:latin typeface="IntelOne Text" panose="020B0503020203020204" pitchFamily="34" charset="77"/>
              </a:defRPr>
            </a:lvl1pPr>
          </a:lstStyle>
          <a:p>
            <a:pPr lvl="0"/>
            <a:r>
              <a:rPr lang="en-US" dirty="0"/>
              <a:t>Click to edit text styles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97948E5E-5D17-0E8B-32D3-2E9410BD0AD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39763" y="639762"/>
            <a:ext cx="5576887" cy="5576887"/>
          </a:xfrm>
        </p:spPr>
        <p:txBody>
          <a:bodyPr anchor="ctr"/>
          <a:lstStyle>
            <a:lvl1pPr marL="0" indent="0" algn="ctr">
              <a:buFontTx/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7287158-3025-7C8A-CD6D-9232B9F1AEAD}"/>
              </a:ext>
            </a:extLst>
          </p:cNvPr>
          <p:cNvSpPr/>
          <p:nvPr/>
        </p:nvSpPr>
        <p:spPr>
          <a:xfrm>
            <a:off x="6216650" y="0"/>
            <a:ext cx="639762" cy="63976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137160" rIns="137160" bIns="137160"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D3BA077-38B4-932B-1303-E56A14D9ECE1}"/>
              </a:ext>
            </a:extLst>
          </p:cNvPr>
          <p:cNvSpPr/>
          <p:nvPr/>
        </p:nvSpPr>
        <p:spPr>
          <a:xfrm>
            <a:off x="6856412" y="639762"/>
            <a:ext cx="286654" cy="286654"/>
          </a:xfrm>
          <a:prstGeom prst="rect">
            <a:avLst/>
          </a:prstGeom>
          <a:solidFill>
            <a:srgbClr val="76CEFF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42585256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A8C51-69D0-4653-9DD4-C9657C8565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61464" y="1942307"/>
            <a:ext cx="8790774" cy="2789237"/>
          </a:xfrm>
        </p:spPr>
        <p:txBody>
          <a:bodyPr anchor="ctr" anchorCtr="0">
            <a:normAutofit/>
          </a:bodyPr>
          <a:lstStyle>
            <a:lvl1pPr>
              <a:defRPr sz="4800"/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6766CE9-DB9D-D512-C765-A7750094FCE7}"/>
              </a:ext>
            </a:extLst>
          </p:cNvPr>
          <p:cNvSpPr>
            <a:spLocks noChangeAspect="1"/>
          </p:cNvSpPr>
          <p:nvPr/>
        </p:nvSpPr>
        <p:spPr>
          <a:xfrm>
            <a:off x="862742" y="1888664"/>
            <a:ext cx="571500" cy="571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137160" rIns="137160" bIns="137160"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5E9D9BD-6129-A8E6-7A06-F4625BCAE927}"/>
              </a:ext>
            </a:extLst>
          </p:cNvPr>
          <p:cNvSpPr>
            <a:spLocks noChangeAspect="1"/>
          </p:cNvSpPr>
          <p:nvPr/>
        </p:nvSpPr>
        <p:spPr>
          <a:xfrm>
            <a:off x="1421892" y="4524668"/>
            <a:ext cx="571500" cy="571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137160" rIns="137160" bIns="137160"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A30731C-F30B-06E1-F3B3-B408AC4D4E6E}"/>
              </a:ext>
            </a:extLst>
          </p:cNvPr>
          <p:cNvSpPr>
            <a:spLocks noChangeAspect="1"/>
          </p:cNvSpPr>
          <p:nvPr/>
        </p:nvSpPr>
        <p:spPr>
          <a:xfrm>
            <a:off x="1993392" y="4228623"/>
            <a:ext cx="292608" cy="292608"/>
          </a:xfrm>
          <a:prstGeom prst="rect">
            <a:avLst/>
          </a:prstGeom>
          <a:solidFill>
            <a:srgbClr val="7085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137160" rIns="137160" bIns="137160"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8D3E06A-0066-0A52-CB3C-65C3FAA549F7}"/>
              </a:ext>
            </a:extLst>
          </p:cNvPr>
          <p:cNvSpPr>
            <a:spLocks noChangeAspect="1"/>
          </p:cNvSpPr>
          <p:nvPr/>
        </p:nvSpPr>
        <p:spPr>
          <a:xfrm>
            <a:off x="3054096" y="5682994"/>
            <a:ext cx="146304" cy="146304"/>
          </a:xfrm>
          <a:prstGeom prst="rect">
            <a:avLst/>
          </a:prstGeom>
          <a:solidFill>
            <a:srgbClr val="0095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137160" rIns="137160" bIns="137160"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46456D1-D3AF-E959-3FBD-26D180E4609A}"/>
              </a:ext>
            </a:extLst>
          </p:cNvPr>
          <p:cNvSpPr>
            <a:spLocks noChangeAspect="1"/>
          </p:cNvSpPr>
          <p:nvPr/>
        </p:nvSpPr>
        <p:spPr>
          <a:xfrm>
            <a:off x="2761464" y="5390388"/>
            <a:ext cx="292608" cy="2926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137160" rIns="137160" bIns="137160"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C694FD6-7516-97B9-98BA-2A9F5F20E11E}"/>
              </a:ext>
            </a:extLst>
          </p:cNvPr>
          <p:cNvSpPr>
            <a:spLocks noChangeAspect="1"/>
          </p:cNvSpPr>
          <p:nvPr/>
        </p:nvSpPr>
        <p:spPr>
          <a:xfrm>
            <a:off x="1764792" y="1327150"/>
            <a:ext cx="146304" cy="146304"/>
          </a:xfrm>
          <a:prstGeom prst="rect">
            <a:avLst/>
          </a:prstGeom>
          <a:solidFill>
            <a:srgbClr val="004A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137160" rIns="137160" bIns="137160" rtlCol="0" anchor="ctr"/>
          <a:lstStyle/>
          <a:p>
            <a:pPr algn="ctr"/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38EC434-389C-9A27-15E6-16D925C7E18F}"/>
              </a:ext>
            </a:extLst>
          </p:cNvPr>
          <p:cNvSpPr>
            <a:spLocks noChangeAspect="1"/>
          </p:cNvSpPr>
          <p:nvPr/>
        </p:nvSpPr>
        <p:spPr>
          <a:xfrm>
            <a:off x="1911096" y="184150"/>
            <a:ext cx="1143000" cy="1143000"/>
          </a:xfrm>
          <a:custGeom>
            <a:avLst/>
            <a:gdLst>
              <a:gd name="connsiteX0" fmla="*/ 36576 w 1143000"/>
              <a:gd name="connsiteY0" fmla="*/ 36576 h 1143000"/>
              <a:gd name="connsiteX1" fmla="*/ 36576 w 1143000"/>
              <a:gd name="connsiteY1" fmla="*/ 1106424 h 1143000"/>
              <a:gd name="connsiteX2" fmla="*/ 1106424 w 1143000"/>
              <a:gd name="connsiteY2" fmla="*/ 1106424 h 1143000"/>
              <a:gd name="connsiteX3" fmla="*/ 1106424 w 1143000"/>
              <a:gd name="connsiteY3" fmla="*/ 36576 h 1143000"/>
              <a:gd name="connsiteX4" fmla="*/ 0 w 1143000"/>
              <a:gd name="connsiteY4" fmla="*/ 0 h 1143000"/>
              <a:gd name="connsiteX5" fmla="*/ 1143000 w 1143000"/>
              <a:gd name="connsiteY5" fmla="*/ 0 h 1143000"/>
              <a:gd name="connsiteX6" fmla="*/ 1143000 w 1143000"/>
              <a:gd name="connsiteY6" fmla="*/ 1143000 h 1143000"/>
              <a:gd name="connsiteX7" fmla="*/ 0 w 1143000"/>
              <a:gd name="connsiteY7" fmla="*/ 1143000 h 1143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43000" h="1143000">
                <a:moveTo>
                  <a:pt x="36576" y="36576"/>
                </a:moveTo>
                <a:lnTo>
                  <a:pt x="36576" y="1106424"/>
                </a:lnTo>
                <a:lnTo>
                  <a:pt x="1106424" y="1106424"/>
                </a:lnTo>
                <a:lnTo>
                  <a:pt x="1106424" y="36576"/>
                </a:lnTo>
                <a:close/>
                <a:moveTo>
                  <a:pt x="0" y="0"/>
                </a:moveTo>
                <a:lnTo>
                  <a:pt x="1143000" y="0"/>
                </a:lnTo>
                <a:lnTo>
                  <a:pt x="1143000" y="1143000"/>
                </a:lnTo>
                <a:lnTo>
                  <a:pt x="0" y="1143000"/>
                </a:lnTo>
                <a:close/>
              </a:path>
            </a:pathLst>
          </a:custGeom>
          <a:solidFill>
            <a:srgbClr val="0068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604D412-0457-431A-0856-3D7AD43610FA}"/>
              </a:ext>
            </a:extLst>
          </p:cNvPr>
          <p:cNvSpPr>
            <a:spLocks noChangeAspect="1"/>
          </p:cNvSpPr>
          <p:nvPr/>
        </p:nvSpPr>
        <p:spPr>
          <a:xfrm>
            <a:off x="1434242" y="1742360"/>
            <a:ext cx="146304" cy="146304"/>
          </a:xfrm>
          <a:prstGeom prst="rect">
            <a:avLst/>
          </a:prstGeom>
          <a:solidFill>
            <a:srgbClr val="FF8F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137160" rIns="137160" bIns="137160"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6DBF31D-E816-C919-5BD6-C33BD2E29F78}"/>
              </a:ext>
            </a:extLst>
          </p:cNvPr>
          <p:cNvSpPr>
            <a:spLocks noChangeAspect="1"/>
          </p:cNvSpPr>
          <p:nvPr/>
        </p:nvSpPr>
        <p:spPr>
          <a:xfrm>
            <a:off x="0" y="5645150"/>
            <a:ext cx="571500" cy="571500"/>
          </a:xfrm>
          <a:prstGeom prst="rect">
            <a:avLst/>
          </a:prstGeom>
          <a:solidFill>
            <a:srgbClr val="8F5D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137160" rIns="137160" bIns="137160"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DA0ABEB-65FA-CB8F-3215-D35C27869A63}"/>
              </a:ext>
            </a:extLst>
          </p:cNvPr>
          <p:cNvSpPr>
            <a:spLocks noChangeAspect="1"/>
          </p:cNvSpPr>
          <p:nvPr/>
        </p:nvSpPr>
        <p:spPr>
          <a:xfrm>
            <a:off x="568325" y="5352542"/>
            <a:ext cx="292608" cy="292608"/>
          </a:xfrm>
          <a:prstGeom prst="rect">
            <a:avLst/>
          </a:prstGeom>
          <a:solidFill>
            <a:srgbClr val="6531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137160" rIns="137160" bIns="137160"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F65477C-9314-178F-E07D-947D6EAAB623}"/>
              </a:ext>
            </a:extLst>
          </p:cNvPr>
          <p:cNvSpPr>
            <a:spLocks noChangeAspect="1"/>
          </p:cNvSpPr>
          <p:nvPr/>
        </p:nvSpPr>
        <p:spPr>
          <a:xfrm>
            <a:off x="422021" y="5206238"/>
            <a:ext cx="146304" cy="146304"/>
          </a:xfrm>
          <a:prstGeom prst="rect">
            <a:avLst/>
          </a:prstGeom>
          <a:solidFill>
            <a:srgbClr val="CC94D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137160" rIns="137160" bIns="137160"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16B8BED-96A8-DE3E-C1B2-173F76DC9EA5}"/>
              </a:ext>
            </a:extLst>
          </p:cNvPr>
          <p:cNvSpPr>
            <a:spLocks noChangeAspect="1"/>
          </p:cNvSpPr>
          <p:nvPr/>
        </p:nvSpPr>
        <p:spPr>
          <a:xfrm>
            <a:off x="1434242" y="2460164"/>
            <a:ext cx="292608" cy="292608"/>
          </a:xfrm>
          <a:prstGeom prst="rect">
            <a:avLst/>
          </a:prstGeom>
          <a:solidFill>
            <a:srgbClr val="B245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137160" rIns="137160" bIns="137160" rtlCol="0" anchor="ctr"/>
          <a:lstStyle/>
          <a:p>
            <a:pPr algn="ctr"/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163B3A5-5A83-9CCD-3D60-6E17AB1EA834}"/>
              </a:ext>
            </a:extLst>
          </p:cNvPr>
          <p:cNvSpPr>
            <a:spLocks noChangeAspect="1"/>
          </p:cNvSpPr>
          <p:nvPr/>
        </p:nvSpPr>
        <p:spPr>
          <a:xfrm>
            <a:off x="621792" y="4087582"/>
            <a:ext cx="146304" cy="146304"/>
          </a:xfrm>
          <a:prstGeom prst="rect">
            <a:avLst/>
          </a:prstGeom>
          <a:solidFill>
            <a:srgbClr val="FFE1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137160" rIns="137160" bIns="137160" rtlCol="0" anchor="ctr"/>
          <a:lstStyle/>
          <a:p>
            <a:pPr algn="ctr"/>
            <a:endParaRPr lang="en-US" dirty="0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99C0E50C-DE90-1557-7030-99CDEF42AAD9}"/>
              </a:ext>
            </a:extLst>
          </p:cNvPr>
          <p:cNvSpPr>
            <a:spLocks noChangeAspect="1"/>
          </p:cNvSpPr>
          <p:nvPr/>
        </p:nvSpPr>
        <p:spPr>
          <a:xfrm>
            <a:off x="768096" y="3516082"/>
            <a:ext cx="571500" cy="571500"/>
          </a:xfrm>
          <a:custGeom>
            <a:avLst/>
            <a:gdLst>
              <a:gd name="connsiteX0" fmla="*/ 36576 w 571500"/>
              <a:gd name="connsiteY0" fmla="*/ 36576 h 571500"/>
              <a:gd name="connsiteX1" fmla="*/ 36576 w 571500"/>
              <a:gd name="connsiteY1" fmla="*/ 534924 h 571500"/>
              <a:gd name="connsiteX2" fmla="*/ 534924 w 571500"/>
              <a:gd name="connsiteY2" fmla="*/ 534924 h 571500"/>
              <a:gd name="connsiteX3" fmla="*/ 534924 w 571500"/>
              <a:gd name="connsiteY3" fmla="*/ 36576 h 571500"/>
              <a:gd name="connsiteX4" fmla="*/ 0 w 571500"/>
              <a:gd name="connsiteY4" fmla="*/ 0 h 571500"/>
              <a:gd name="connsiteX5" fmla="*/ 571500 w 571500"/>
              <a:gd name="connsiteY5" fmla="*/ 0 h 571500"/>
              <a:gd name="connsiteX6" fmla="*/ 571500 w 571500"/>
              <a:gd name="connsiteY6" fmla="*/ 571500 h 571500"/>
              <a:gd name="connsiteX7" fmla="*/ 0 w 571500"/>
              <a:gd name="connsiteY7" fmla="*/ 571500 h 571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71500" h="571500">
                <a:moveTo>
                  <a:pt x="36576" y="36576"/>
                </a:moveTo>
                <a:lnTo>
                  <a:pt x="36576" y="534924"/>
                </a:lnTo>
                <a:lnTo>
                  <a:pt x="534924" y="534924"/>
                </a:lnTo>
                <a:lnTo>
                  <a:pt x="534924" y="36576"/>
                </a:lnTo>
                <a:close/>
                <a:moveTo>
                  <a:pt x="0" y="0"/>
                </a:moveTo>
                <a:lnTo>
                  <a:pt x="571500" y="0"/>
                </a:lnTo>
                <a:lnTo>
                  <a:pt x="571500" y="571500"/>
                </a:lnTo>
                <a:lnTo>
                  <a:pt x="0" y="57150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2845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A8C51-69D0-4653-9DD4-C9657C8565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49346" y="1942307"/>
            <a:ext cx="7902892" cy="2789237"/>
          </a:xfrm>
        </p:spPr>
        <p:txBody>
          <a:bodyPr anchor="ctr" anchorCtr="0">
            <a:normAutofit/>
          </a:bodyPr>
          <a:lstStyle>
            <a:lvl1pPr>
              <a:defRPr sz="4800"/>
            </a:lvl1pPr>
          </a:lstStyle>
          <a:p>
            <a:r>
              <a:rPr lang="en-US" dirty="0"/>
              <a:t>Click to edit title style</a:t>
            </a:r>
          </a:p>
        </p:txBody>
      </p:sp>
    </p:spTree>
    <p:extLst>
      <p:ext uri="{BB962C8B-B14F-4D97-AF65-F5344CB8AC3E}">
        <p14:creationId xmlns:p14="http://schemas.microsoft.com/office/powerpoint/2010/main" val="42324482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757C7E27-4D13-40CC-BD02-3CD7453D0B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96000" y="457201"/>
            <a:ext cx="5454650" cy="5759450"/>
          </a:xfrm>
          <a:prstGeom prst="rect">
            <a:avLst/>
          </a:prstGeom>
          <a:solidFill>
            <a:srgbClr val="E9E9E9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EA8C51-69D0-4653-9DD4-C9657C8565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9764" y="2936063"/>
            <a:ext cx="4816473" cy="3098025"/>
          </a:xfrm>
        </p:spPr>
        <p:txBody>
          <a:bodyPr anchor="t" anchorCtr="0">
            <a:normAutofit/>
          </a:bodyPr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0A8B5C-DC90-4F60-9A7A-08826CF8083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78563" y="639763"/>
            <a:ext cx="5089524" cy="914400"/>
          </a:xfrm>
        </p:spPr>
        <p:txBody>
          <a:bodyPr anchor="b" anchorCtr="0">
            <a:noAutofit/>
          </a:bodyPr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text styles</a:t>
            </a:r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5706ADC8-E536-415C-9589-A82AD6F7BDD1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278563" y="1919923"/>
            <a:ext cx="5089524" cy="411416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3E42F70-ADFC-0CF5-A74D-1BC115862B76}"/>
              </a:ext>
            </a:extLst>
          </p:cNvPr>
          <p:cNvSpPr/>
          <p:nvPr/>
        </p:nvSpPr>
        <p:spPr>
          <a:xfrm flipH="1" flipV="1">
            <a:off x="481653" y="2777953"/>
            <a:ext cx="158111" cy="158111"/>
          </a:xfrm>
          <a:prstGeom prst="rect">
            <a:avLst/>
          </a:prstGeom>
          <a:solidFill>
            <a:srgbClr val="00A3F6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CD3FE73-2866-D8A4-681F-C9451CCD37B0}"/>
              </a:ext>
            </a:extLst>
          </p:cNvPr>
          <p:cNvSpPr/>
          <p:nvPr/>
        </p:nvSpPr>
        <p:spPr>
          <a:xfrm flipH="1" flipV="1">
            <a:off x="-1" y="2296300"/>
            <a:ext cx="481653" cy="481653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4024301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757C7E27-4D13-40CC-BD02-3CD7453D0B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96000" y="457201"/>
            <a:ext cx="5454650" cy="5759450"/>
          </a:xfrm>
          <a:prstGeom prst="rect">
            <a:avLst/>
          </a:prstGeom>
          <a:solidFill>
            <a:srgbClr val="E9E9E9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EA8C51-69D0-4653-9DD4-C9657C8565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42099" y="1388966"/>
            <a:ext cx="4080066" cy="4080068"/>
          </a:xfrm>
        </p:spPr>
        <p:txBody>
          <a:bodyPr anchor="ctr" anchorCtr="0">
            <a:normAutofit/>
          </a:bodyPr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0A8B5C-DC90-4F60-9A7A-08826CF8083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78563" y="639763"/>
            <a:ext cx="5089524" cy="914400"/>
          </a:xfrm>
        </p:spPr>
        <p:txBody>
          <a:bodyPr anchor="b" anchorCtr="0">
            <a:noAutofit/>
          </a:bodyPr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text styles</a:t>
            </a:r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5706ADC8-E536-415C-9589-A82AD6F7BDD1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278563" y="1919923"/>
            <a:ext cx="5089524" cy="411416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B6F4F00-CDC9-6735-9D6B-2CCC0B146965}"/>
              </a:ext>
            </a:extLst>
          </p:cNvPr>
          <p:cNvSpPr/>
          <p:nvPr/>
        </p:nvSpPr>
        <p:spPr>
          <a:xfrm>
            <a:off x="353109" y="699977"/>
            <a:ext cx="286654" cy="286654"/>
          </a:xfrm>
          <a:prstGeom prst="rect">
            <a:avLst/>
          </a:prstGeom>
          <a:solidFill>
            <a:srgbClr val="004A86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AC39B61-727C-90C5-1B9E-2F00E28DFCE7}"/>
              </a:ext>
            </a:extLst>
          </p:cNvPr>
          <p:cNvSpPr/>
          <p:nvPr/>
        </p:nvSpPr>
        <p:spPr>
          <a:xfrm>
            <a:off x="639763" y="0"/>
            <a:ext cx="699977" cy="699977"/>
          </a:xfrm>
          <a:prstGeom prst="rect">
            <a:avLst/>
          </a:prstGeom>
          <a:solidFill>
            <a:srgbClr val="76CEFF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7026276-E330-3E18-B1EA-D74EADA3CA71}"/>
              </a:ext>
            </a:extLst>
          </p:cNvPr>
          <p:cNvSpPr>
            <a:spLocks noChangeAspect="1"/>
          </p:cNvSpPr>
          <p:nvPr/>
        </p:nvSpPr>
        <p:spPr>
          <a:xfrm>
            <a:off x="5737098" y="840327"/>
            <a:ext cx="146304" cy="146304"/>
          </a:xfrm>
          <a:prstGeom prst="rect">
            <a:avLst/>
          </a:prstGeom>
          <a:solidFill>
            <a:srgbClr val="7085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137160" rIns="137160" bIns="137160" rtlCol="0" anchor="ctr"/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917872D5-2AD5-9AC5-D538-3ABF7712A161}"/>
              </a:ext>
            </a:extLst>
          </p:cNvPr>
          <p:cNvSpPr>
            <a:spLocks noChangeAspect="1"/>
          </p:cNvSpPr>
          <p:nvPr/>
        </p:nvSpPr>
        <p:spPr>
          <a:xfrm>
            <a:off x="5165598" y="268827"/>
            <a:ext cx="571500" cy="571500"/>
          </a:xfrm>
          <a:custGeom>
            <a:avLst/>
            <a:gdLst>
              <a:gd name="connsiteX0" fmla="*/ 36576 w 571500"/>
              <a:gd name="connsiteY0" fmla="*/ 36576 h 571500"/>
              <a:gd name="connsiteX1" fmla="*/ 36576 w 571500"/>
              <a:gd name="connsiteY1" fmla="*/ 534924 h 571500"/>
              <a:gd name="connsiteX2" fmla="*/ 534924 w 571500"/>
              <a:gd name="connsiteY2" fmla="*/ 534924 h 571500"/>
              <a:gd name="connsiteX3" fmla="*/ 534924 w 571500"/>
              <a:gd name="connsiteY3" fmla="*/ 36576 h 571500"/>
              <a:gd name="connsiteX4" fmla="*/ 0 w 571500"/>
              <a:gd name="connsiteY4" fmla="*/ 0 h 571500"/>
              <a:gd name="connsiteX5" fmla="*/ 571500 w 571500"/>
              <a:gd name="connsiteY5" fmla="*/ 0 h 571500"/>
              <a:gd name="connsiteX6" fmla="*/ 571500 w 571500"/>
              <a:gd name="connsiteY6" fmla="*/ 571500 h 571500"/>
              <a:gd name="connsiteX7" fmla="*/ 0 w 571500"/>
              <a:gd name="connsiteY7" fmla="*/ 571500 h 571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71500" h="571500">
                <a:moveTo>
                  <a:pt x="36576" y="36576"/>
                </a:moveTo>
                <a:lnTo>
                  <a:pt x="36576" y="534924"/>
                </a:lnTo>
                <a:lnTo>
                  <a:pt x="534924" y="534924"/>
                </a:lnTo>
                <a:lnTo>
                  <a:pt x="534924" y="36576"/>
                </a:lnTo>
                <a:close/>
                <a:moveTo>
                  <a:pt x="0" y="0"/>
                </a:moveTo>
                <a:lnTo>
                  <a:pt x="571500" y="0"/>
                </a:lnTo>
                <a:lnTo>
                  <a:pt x="571500" y="571500"/>
                </a:lnTo>
                <a:lnTo>
                  <a:pt x="0" y="57150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53456B-AF9C-17F6-D519-DA302BACB8EB}"/>
              </a:ext>
            </a:extLst>
          </p:cNvPr>
          <p:cNvSpPr/>
          <p:nvPr/>
        </p:nvSpPr>
        <p:spPr>
          <a:xfrm>
            <a:off x="639763" y="986632"/>
            <a:ext cx="4884737" cy="4884737"/>
          </a:xfrm>
          <a:custGeom>
            <a:avLst/>
            <a:gdLst>
              <a:gd name="connsiteX0" fmla="*/ 36577 w 4884737"/>
              <a:gd name="connsiteY0" fmla="*/ 36577 h 4884737"/>
              <a:gd name="connsiteX1" fmla="*/ 36577 w 4884737"/>
              <a:gd name="connsiteY1" fmla="*/ 4848161 h 4884737"/>
              <a:gd name="connsiteX2" fmla="*/ 4848161 w 4884737"/>
              <a:gd name="connsiteY2" fmla="*/ 4848161 h 4884737"/>
              <a:gd name="connsiteX3" fmla="*/ 4848161 w 4884737"/>
              <a:gd name="connsiteY3" fmla="*/ 36577 h 4884737"/>
              <a:gd name="connsiteX4" fmla="*/ 0 w 4884737"/>
              <a:gd name="connsiteY4" fmla="*/ 0 h 4884737"/>
              <a:gd name="connsiteX5" fmla="*/ 4884737 w 4884737"/>
              <a:gd name="connsiteY5" fmla="*/ 0 h 4884737"/>
              <a:gd name="connsiteX6" fmla="*/ 4884737 w 4884737"/>
              <a:gd name="connsiteY6" fmla="*/ 4884737 h 4884737"/>
              <a:gd name="connsiteX7" fmla="*/ 0 w 4884737"/>
              <a:gd name="connsiteY7" fmla="*/ 4884737 h 48847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884737" h="4884737">
                <a:moveTo>
                  <a:pt x="36577" y="36577"/>
                </a:moveTo>
                <a:lnTo>
                  <a:pt x="36577" y="4848161"/>
                </a:lnTo>
                <a:lnTo>
                  <a:pt x="4848161" y="4848161"/>
                </a:lnTo>
                <a:lnTo>
                  <a:pt x="4848161" y="36577"/>
                </a:lnTo>
                <a:close/>
                <a:moveTo>
                  <a:pt x="0" y="0"/>
                </a:moveTo>
                <a:lnTo>
                  <a:pt x="4884737" y="0"/>
                </a:lnTo>
                <a:lnTo>
                  <a:pt x="4884737" y="4884737"/>
                </a:lnTo>
                <a:lnTo>
                  <a:pt x="0" y="4884737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7734E9D-E3E3-2788-907D-77C8F757FBA1}"/>
              </a:ext>
            </a:extLst>
          </p:cNvPr>
          <p:cNvSpPr>
            <a:spLocks noChangeAspect="1"/>
          </p:cNvSpPr>
          <p:nvPr/>
        </p:nvSpPr>
        <p:spPr>
          <a:xfrm>
            <a:off x="493459" y="6069087"/>
            <a:ext cx="146304" cy="146304"/>
          </a:xfrm>
          <a:prstGeom prst="rect">
            <a:avLst/>
          </a:prstGeom>
          <a:solidFill>
            <a:srgbClr val="FFE1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137160" rIns="137160" bIns="137160"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BB6C294-D920-E372-8644-89B2AFE503A8}"/>
              </a:ext>
            </a:extLst>
          </p:cNvPr>
          <p:cNvSpPr>
            <a:spLocks noChangeAspect="1"/>
          </p:cNvSpPr>
          <p:nvPr/>
        </p:nvSpPr>
        <p:spPr>
          <a:xfrm>
            <a:off x="197874" y="5781209"/>
            <a:ext cx="292608" cy="2926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137160" rIns="137160" bIns="137160"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06936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D23E5-8B42-FBB3-8E22-4702FB672B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0080" y="2193926"/>
            <a:ext cx="2286000" cy="2285999"/>
          </a:xfrm>
          <a:solidFill>
            <a:srgbClr val="E9E9E9"/>
          </a:solidFill>
        </p:spPr>
        <p:txBody>
          <a:bodyPr lIns="137160" tIns="137160" rIns="137160" bIns="137160" anchor="ctr"/>
          <a:lstStyle>
            <a:lvl1pPr algn="ctr"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768FF6-8FD0-4E13-A01B-AB7AF941CB4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011475" y="457200"/>
            <a:ext cx="7321306" cy="5759452"/>
          </a:xfrm>
        </p:spPr>
        <p:txBody>
          <a:bodyPr anchor="ctr">
            <a:normAutofit/>
          </a:bodyPr>
          <a:lstStyle>
            <a:lvl1pPr marL="282575" indent="-282575">
              <a:buClrTx/>
              <a:defRPr sz="2800"/>
            </a:lvl1pPr>
            <a:lvl2pPr marL="576263" indent="-283464">
              <a:buClrTx/>
              <a:defRPr sz="2800"/>
            </a:lvl2pPr>
            <a:lvl3pPr marL="860425" indent="-284163">
              <a:buClrTx/>
              <a:defRPr sz="2800"/>
            </a:lvl3pPr>
            <a:lvl4pPr marL="1143000" indent="-282575">
              <a:buClrTx/>
              <a:defRPr sz="2800"/>
            </a:lvl4pPr>
            <a:lvl5pPr marL="1425575" indent="-282575">
              <a:buClrTx/>
              <a:defRPr sz="2800"/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5B5CE75-DAC0-B85B-A46E-20FB088779F1}"/>
              </a:ext>
            </a:extLst>
          </p:cNvPr>
          <p:cNvSpPr/>
          <p:nvPr/>
        </p:nvSpPr>
        <p:spPr>
          <a:xfrm>
            <a:off x="640080" y="1267509"/>
            <a:ext cx="286654" cy="286654"/>
          </a:xfrm>
          <a:prstGeom prst="rect">
            <a:avLst/>
          </a:prstGeom>
          <a:solidFill>
            <a:srgbClr val="AEAEAE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A86A3D7-ABFA-1810-E27B-2203CCB7BFA7}"/>
              </a:ext>
            </a:extLst>
          </p:cNvPr>
          <p:cNvSpPr/>
          <p:nvPr/>
        </p:nvSpPr>
        <p:spPr>
          <a:xfrm>
            <a:off x="0" y="1554163"/>
            <a:ext cx="639763" cy="639763"/>
          </a:xfrm>
          <a:prstGeom prst="rect">
            <a:avLst/>
          </a:prstGeom>
          <a:solidFill>
            <a:srgbClr val="80808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F998457-FE99-752A-AEA8-4911FE9BA7D7}"/>
              </a:ext>
            </a:extLst>
          </p:cNvPr>
          <p:cNvCxnSpPr>
            <a:cxnSpLocks/>
          </p:cNvCxnSpPr>
          <p:nvPr/>
        </p:nvCxnSpPr>
        <p:spPr>
          <a:xfrm>
            <a:off x="3468777" y="892968"/>
            <a:ext cx="0" cy="5070475"/>
          </a:xfrm>
          <a:prstGeom prst="line">
            <a:avLst/>
          </a:prstGeom>
          <a:noFill/>
          <a:ln w="12700" cap="flat">
            <a:gradFill>
              <a:gsLst>
                <a:gs pos="0">
                  <a:srgbClr val="808080">
                    <a:alpha val="0"/>
                  </a:srgbClr>
                </a:gs>
                <a:gs pos="50000">
                  <a:srgbClr val="808080"/>
                </a:gs>
                <a:gs pos="100000">
                  <a:srgbClr val="808080">
                    <a:alpha val="0"/>
                  </a:srgbClr>
                </a:gs>
              </a:gsLst>
              <a:lin ang="5400000" scaled="1"/>
            </a:gra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12201514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4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D23E5-8B42-FBB3-8E22-4702FB672B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0080" y="470262"/>
            <a:ext cx="2286000" cy="2285999"/>
          </a:xfrm>
          <a:solidFill>
            <a:schemeClr val="accent1"/>
          </a:solidFill>
        </p:spPr>
        <p:txBody>
          <a:bodyPr lIns="137160" tIns="137160" rIns="137160" bIns="137160" anchor="ctr"/>
          <a:lstStyle>
            <a:lvl1pPr algn="ctr"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768FF6-8FD0-4E13-A01B-AB7AF941CB4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615799" y="674195"/>
            <a:ext cx="7716982" cy="5326729"/>
          </a:xfrm>
        </p:spPr>
        <p:txBody>
          <a:bodyPr anchor="ctr">
            <a:normAutofit/>
          </a:bodyPr>
          <a:lstStyle>
            <a:lvl1pPr marL="282575" indent="-282575">
              <a:buClr>
                <a:schemeClr val="accent1"/>
              </a:buClr>
              <a:defRPr sz="2800"/>
            </a:lvl1pPr>
            <a:lvl2pPr marL="576263" indent="-283464">
              <a:buClr>
                <a:schemeClr val="accent1"/>
              </a:buClr>
              <a:defRPr sz="2800"/>
            </a:lvl2pPr>
            <a:lvl3pPr marL="860425" indent="-284163">
              <a:buClr>
                <a:schemeClr val="accent1"/>
              </a:buClr>
              <a:defRPr sz="2800"/>
            </a:lvl3pPr>
            <a:lvl4pPr marL="1143000" indent="-282575">
              <a:buClr>
                <a:schemeClr val="accent1"/>
              </a:buClr>
              <a:defRPr sz="2800"/>
            </a:lvl4pPr>
            <a:lvl5pPr marL="1425575" indent="-282575">
              <a:buClr>
                <a:schemeClr val="accent1"/>
              </a:buClr>
              <a:defRPr sz="2800"/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98A8297-402E-2464-D5D4-50C39D7262FD}"/>
              </a:ext>
            </a:extLst>
          </p:cNvPr>
          <p:cNvSpPr/>
          <p:nvPr/>
        </p:nvSpPr>
        <p:spPr>
          <a:xfrm>
            <a:off x="635074" y="3042917"/>
            <a:ext cx="158111" cy="158111"/>
          </a:xfrm>
          <a:prstGeom prst="rect">
            <a:avLst/>
          </a:prstGeom>
          <a:solidFill>
            <a:srgbClr val="00A3F6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5B5CE75-DAC0-B85B-A46E-20FB088779F1}"/>
              </a:ext>
            </a:extLst>
          </p:cNvPr>
          <p:cNvSpPr/>
          <p:nvPr/>
        </p:nvSpPr>
        <p:spPr>
          <a:xfrm>
            <a:off x="353426" y="2756263"/>
            <a:ext cx="286654" cy="286654"/>
          </a:xfrm>
          <a:prstGeom prst="rect">
            <a:avLst/>
          </a:prstGeom>
          <a:solidFill>
            <a:srgbClr val="76CEFF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A86A3D7-ABFA-1810-E27B-2203CCB7BFA7}"/>
              </a:ext>
            </a:extLst>
          </p:cNvPr>
          <p:cNvSpPr/>
          <p:nvPr/>
        </p:nvSpPr>
        <p:spPr>
          <a:xfrm>
            <a:off x="2926080" y="-1"/>
            <a:ext cx="470263" cy="470263"/>
          </a:xfrm>
          <a:prstGeom prst="rect">
            <a:avLst/>
          </a:prstGeom>
          <a:solidFill>
            <a:srgbClr val="004A86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2D7F80F4-A0AA-A87A-F6A7-E2FC8FA3FBC1}"/>
              </a:ext>
            </a:extLst>
          </p:cNvPr>
          <p:cNvSpPr/>
          <p:nvPr/>
        </p:nvSpPr>
        <p:spPr>
          <a:xfrm>
            <a:off x="3396342" y="457200"/>
            <a:ext cx="8155895" cy="5759450"/>
          </a:xfrm>
          <a:custGeom>
            <a:avLst/>
            <a:gdLst>
              <a:gd name="connsiteX0" fmla="*/ 36577 w 8155895"/>
              <a:gd name="connsiteY0" fmla="*/ 36576 h 5759450"/>
              <a:gd name="connsiteX1" fmla="*/ 36577 w 8155895"/>
              <a:gd name="connsiteY1" fmla="*/ 5722874 h 5759450"/>
              <a:gd name="connsiteX2" fmla="*/ 8119319 w 8155895"/>
              <a:gd name="connsiteY2" fmla="*/ 5722874 h 5759450"/>
              <a:gd name="connsiteX3" fmla="*/ 8119319 w 8155895"/>
              <a:gd name="connsiteY3" fmla="*/ 36576 h 5759450"/>
              <a:gd name="connsiteX4" fmla="*/ 0 w 8155895"/>
              <a:gd name="connsiteY4" fmla="*/ 0 h 5759450"/>
              <a:gd name="connsiteX5" fmla="*/ 8155895 w 8155895"/>
              <a:gd name="connsiteY5" fmla="*/ 0 h 5759450"/>
              <a:gd name="connsiteX6" fmla="*/ 8155895 w 8155895"/>
              <a:gd name="connsiteY6" fmla="*/ 5759450 h 5759450"/>
              <a:gd name="connsiteX7" fmla="*/ 0 w 8155895"/>
              <a:gd name="connsiteY7" fmla="*/ 5759450 h 5759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55895" h="5759450">
                <a:moveTo>
                  <a:pt x="36577" y="36576"/>
                </a:moveTo>
                <a:lnTo>
                  <a:pt x="36577" y="5722874"/>
                </a:lnTo>
                <a:lnTo>
                  <a:pt x="8119319" y="5722874"/>
                </a:lnTo>
                <a:lnTo>
                  <a:pt x="8119319" y="36576"/>
                </a:lnTo>
                <a:close/>
                <a:moveTo>
                  <a:pt x="0" y="0"/>
                </a:moveTo>
                <a:lnTo>
                  <a:pt x="8155895" y="0"/>
                </a:lnTo>
                <a:lnTo>
                  <a:pt x="8155895" y="5759450"/>
                </a:lnTo>
                <a:lnTo>
                  <a:pt x="0" y="5759450"/>
                </a:lnTo>
                <a:close/>
              </a:path>
            </a:pathLst>
          </a:custGeom>
          <a:solidFill>
            <a:srgbClr val="E9E9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76398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4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2910AD50-8C19-CD36-303A-F51D4DFF754B}"/>
              </a:ext>
            </a:extLst>
          </p:cNvPr>
          <p:cNvSpPr txBox="1">
            <a:spLocks/>
          </p:cNvSpPr>
          <p:nvPr/>
        </p:nvSpPr>
        <p:spPr>
          <a:xfrm>
            <a:off x="640080" y="697552"/>
            <a:ext cx="2560320" cy="2560319"/>
          </a:xfrm>
          <a:custGeom>
            <a:avLst/>
            <a:gdLst>
              <a:gd name="connsiteX0" fmla="*/ 36576 w 2560320"/>
              <a:gd name="connsiteY0" fmla="*/ 36577 h 2560319"/>
              <a:gd name="connsiteX1" fmla="*/ 36576 w 2560320"/>
              <a:gd name="connsiteY1" fmla="*/ 2523743 h 2560319"/>
              <a:gd name="connsiteX2" fmla="*/ 2523744 w 2560320"/>
              <a:gd name="connsiteY2" fmla="*/ 2523743 h 2560319"/>
              <a:gd name="connsiteX3" fmla="*/ 2523744 w 2560320"/>
              <a:gd name="connsiteY3" fmla="*/ 36577 h 2560319"/>
              <a:gd name="connsiteX4" fmla="*/ 0 w 2560320"/>
              <a:gd name="connsiteY4" fmla="*/ 0 h 2560319"/>
              <a:gd name="connsiteX5" fmla="*/ 2560320 w 2560320"/>
              <a:gd name="connsiteY5" fmla="*/ 0 h 2560319"/>
              <a:gd name="connsiteX6" fmla="*/ 2560320 w 2560320"/>
              <a:gd name="connsiteY6" fmla="*/ 2560319 h 2560319"/>
              <a:gd name="connsiteX7" fmla="*/ 0 w 2560320"/>
              <a:gd name="connsiteY7" fmla="*/ 2560319 h 2560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560320" h="2560319">
                <a:moveTo>
                  <a:pt x="36576" y="36577"/>
                </a:moveTo>
                <a:lnTo>
                  <a:pt x="36576" y="2523743"/>
                </a:lnTo>
                <a:lnTo>
                  <a:pt x="2523744" y="2523743"/>
                </a:lnTo>
                <a:lnTo>
                  <a:pt x="2523744" y="36577"/>
                </a:lnTo>
                <a:close/>
                <a:moveTo>
                  <a:pt x="0" y="0"/>
                </a:moveTo>
                <a:lnTo>
                  <a:pt x="2560320" y="0"/>
                </a:lnTo>
                <a:lnTo>
                  <a:pt x="2560320" y="2560319"/>
                </a:lnTo>
                <a:lnTo>
                  <a:pt x="0" y="2560319"/>
                </a:lnTo>
                <a:close/>
              </a:path>
            </a:pathLst>
          </a:custGeom>
          <a:solidFill>
            <a:schemeClr val="accent1"/>
          </a:solidFill>
        </p:spPr>
        <p:txBody>
          <a:bodyPr vert="horz" wrap="square" lIns="0" tIns="0" rIns="0" bIns="0" rtlCol="0" anchor="ctr" anchorCtr="0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8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E68CCCA-E12E-BA3E-D20C-9FF3C8FD7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9536" y="917008"/>
            <a:ext cx="2121408" cy="2121406"/>
          </a:xfrm>
          <a:noFill/>
        </p:spPr>
        <p:txBody>
          <a:bodyPr anchor="ctr"/>
          <a:lstStyle>
            <a:lvl1pPr algn="ctr"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7FC8DD9D-57D0-2EF1-6584-8308A28B01F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97078" y="457200"/>
            <a:ext cx="6735702" cy="5759452"/>
          </a:xfrm>
        </p:spPr>
        <p:txBody>
          <a:bodyPr anchor="ctr">
            <a:normAutofit/>
          </a:bodyPr>
          <a:lstStyle>
            <a:lvl1pPr marL="282575" indent="-282575">
              <a:buClrTx/>
              <a:defRPr sz="2800"/>
            </a:lvl1pPr>
            <a:lvl2pPr marL="576263" indent="-283464">
              <a:buClrTx/>
              <a:defRPr sz="2800"/>
            </a:lvl2pPr>
            <a:lvl3pPr marL="860425" indent="-284163">
              <a:buClrTx/>
              <a:defRPr sz="2800"/>
            </a:lvl3pPr>
            <a:lvl4pPr marL="1143000" indent="-282575">
              <a:buClrTx/>
              <a:defRPr sz="2800"/>
            </a:lvl4pPr>
            <a:lvl5pPr marL="1425575" indent="-282575">
              <a:buClrTx/>
              <a:defRPr sz="2800"/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21A556D8-CAED-2868-AAAD-66700B840D8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40080" y="3415982"/>
            <a:ext cx="2560320" cy="2560320"/>
          </a:xfrm>
        </p:spPr>
        <p:txBody>
          <a:bodyPr anchor="ctr"/>
          <a:lstStyle>
            <a:lvl1pPr marL="0" indent="0" algn="ctr">
              <a:buFontTx/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6E2458D-429C-1318-494F-B8E6254F2BBC}"/>
              </a:ext>
            </a:extLst>
          </p:cNvPr>
          <p:cNvSpPr/>
          <p:nvPr/>
        </p:nvSpPr>
        <p:spPr>
          <a:xfrm>
            <a:off x="3200400" y="3257871"/>
            <a:ext cx="158111" cy="158111"/>
          </a:xfrm>
          <a:prstGeom prst="rect">
            <a:avLst/>
          </a:prstGeom>
          <a:solidFill>
            <a:srgbClr val="76CEFF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3D2431A-060A-AD47-811D-8AF193FAA5BD}"/>
              </a:ext>
            </a:extLst>
          </p:cNvPr>
          <p:cNvSpPr/>
          <p:nvPr/>
        </p:nvSpPr>
        <p:spPr>
          <a:xfrm>
            <a:off x="3200400" y="414088"/>
            <a:ext cx="283464" cy="283464"/>
          </a:xfrm>
          <a:prstGeom prst="rect">
            <a:avLst/>
          </a:prstGeom>
          <a:solidFill>
            <a:srgbClr val="004A86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E0553A6-A305-2BEA-F46C-8F995A4BAD61}"/>
              </a:ext>
            </a:extLst>
          </p:cNvPr>
          <p:cNvSpPr/>
          <p:nvPr/>
        </p:nvSpPr>
        <p:spPr>
          <a:xfrm>
            <a:off x="3670663" y="4839469"/>
            <a:ext cx="158111" cy="158111"/>
          </a:xfrm>
          <a:prstGeom prst="rect">
            <a:avLst/>
          </a:prstGeom>
          <a:solidFill>
            <a:srgbClr val="FFC599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35DEFA2-06A8-62A3-91A7-E22B08433932}"/>
              </a:ext>
            </a:extLst>
          </p:cNvPr>
          <p:cNvSpPr/>
          <p:nvPr/>
        </p:nvSpPr>
        <p:spPr>
          <a:xfrm>
            <a:off x="3384009" y="4552815"/>
            <a:ext cx="286654" cy="286654"/>
          </a:xfrm>
          <a:prstGeom prst="rect">
            <a:avLst/>
          </a:prstGeom>
          <a:solidFill>
            <a:srgbClr val="E96115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E0E3A83-C7BF-3FF6-F9FF-499299481C4D}"/>
              </a:ext>
            </a:extLst>
          </p:cNvPr>
          <p:cNvSpPr/>
          <p:nvPr/>
        </p:nvSpPr>
        <p:spPr>
          <a:xfrm>
            <a:off x="92134" y="5976302"/>
            <a:ext cx="286654" cy="286654"/>
          </a:xfrm>
          <a:custGeom>
            <a:avLst/>
            <a:gdLst>
              <a:gd name="connsiteX0" fmla="*/ 36576 w 286654"/>
              <a:gd name="connsiteY0" fmla="*/ 36576 h 286654"/>
              <a:gd name="connsiteX1" fmla="*/ 36576 w 286654"/>
              <a:gd name="connsiteY1" fmla="*/ 250078 h 286654"/>
              <a:gd name="connsiteX2" fmla="*/ 250078 w 286654"/>
              <a:gd name="connsiteY2" fmla="*/ 250078 h 286654"/>
              <a:gd name="connsiteX3" fmla="*/ 250078 w 286654"/>
              <a:gd name="connsiteY3" fmla="*/ 36576 h 286654"/>
              <a:gd name="connsiteX4" fmla="*/ 0 w 286654"/>
              <a:gd name="connsiteY4" fmla="*/ 0 h 286654"/>
              <a:gd name="connsiteX5" fmla="*/ 286654 w 286654"/>
              <a:gd name="connsiteY5" fmla="*/ 0 h 286654"/>
              <a:gd name="connsiteX6" fmla="*/ 286654 w 286654"/>
              <a:gd name="connsiteY6" fmla="*/ 286654 h 286654"/>
              <a:gd name="connsiteX7" fmla="*/ 0 w 286654"/>
              <a:gd name="connsiteY7" fmla="*/ 286654 h 2866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86654" h="286654">
                <a:moveTo>
                  <a:pt x="36576" y="36576"/>
                </a:moveTo>
                <a:lnTo>
                  <a:pt x="36576" y="250078"/>
                </a:lnTo>
                <a:lnTo>
                  <a:pt x="250078" y="250078"/>
                </a:lnTo>
                <a:lnTo>
                  <a:pt x="250078" y="36576"/>
                </a:lnTo>
                <a:close/>
                <a:moveTo>
                  <a:pt x="0" y="0"/>
                </a:moveTo>
                <a:lnTo>
                  <a:pt x="286654" y="0"/>
                </a:lnTo>
                <a:lnTo>
                  <a:pt x="286654" y="286654"/>
                </a:lnTo>
                <a:lnTo>
                  <a:pt x="0" y="286654"/>
                </a:lnTo>
                <a:close/>
              </a:path>
            </a:pathLst>
          </a:custGeom>
          <a:solidFill>
            <a:srgbClr val="EDB20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6105861-5266-1D25-AD0D-1C09B84E880E}"/>
              </a:ext>
            </a:extLst>
          </p:cNvPr>
          <p:cNvSpPr/>
          <p:nvPr/>
        </p:nvSpPr>
        <p:spPr>
          <a:xfrm>
            <a:off x="795528" y="0"/>
            <a:ext cx="470263" cy="470263"/>
          </a:xfrm>
          <a:prstGeom prst="rect">
            <a:avLst/>
          </a:prstGeom>
          <a:solidFill>
            <a:schemeClr val="accent6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257D416-B065-CF86-CF35-95E8F86E4CFC}"/>
              </a:ext>
            </a:extLst>
          </p:cNvPr>
          <p:cNvSpPr/>
          <p:nvPr/>
        </p:nvSpPr>
        <p:spPr>
          <a:xfrm>
            <a:off x="1265791" y="470263"/>
            <a:ext cx="155448" cy="155448"/>
          </a:xfrm>
          <a:prstGeom prst="rect">
            <a:avLst/>
          </a:prstGeom>
          <a:solidFill>
            <a:srgbClr val="D7F3A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20DFBD9-2D36-6FC9-6F5B-1FA1AE92FB11}"/>
              </a:ext>
            </a:extLst>
          </p:cNvPr>
          <p:cNvSpPr/>
          <p:nvPr/>
        </p:nvSpPr>
        <p:spPr>
          <a:xfrm>
            <a:off x="377415" y="5818191"/>
            <a:ext cx="158111" cy="158111"/>
          </a:xfrm>
          <a:prstGeom prst="rect">
            <a:avLst/>
          </a:prstGeom>
          <a:solidFill>
            <a:schemeClr val="accent3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8526496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4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Card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50BD236-A5FE-B377-4D89-6CC4416BEC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title style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9277DC75-5157-C2CA-7B3F-61A1DAA7F09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671295" y="5005070"/>
            <a:ext cx="3153060" cy="1211580"/>
          </a:xfrm>
        </p:spPr>
        <p:txBody>
          <a:bodyPr/>
          <a:lstStyle>
            <a:lvl1pPr marL="0" indent="0" algn="ctr">
              <a:spcAft>
                <a:spcPts val="300"/>
              </a:spcAft>
              <a:buFontTx/>
              <a:buNone/>
              <a:defRPr sz="1800">
                <a:latin typeface="IntelOne Text Medium" panose="020B0703020203020204" pitchFamily="34" charset="0"/>
              </a:defRPr>
            </a:lvl1pPr>
            <a:lvl2pPr marL="0" indent="0" algn="ctr">
              <a:spcAft>
                <a:spcPts val="300"/>
              </a:spcAft>
              <a:buFontTx/>
              <a:buNone/>
              <a:defRPr sz="1600"/>
            </a:lvl2pPr>
            <a:lvl3pPr marL="457200" indent="0" algn="ctr">
              <a:buFontTx/>
              <a:buNone/>
              <a:defRPr/>
            </a:lvl3pPr>
            <a:lvl4pPr marL="690562" indent="0" algn="ctr">
              <a:buFontTx/>
              <a:buNone/>
              <a:defRPr/>
            </a:lvl4pPr>
            <a:lvl5pPr marL="914400" indent="0" algn="ctr">
              <a:buFontTx/>
              <a:buNone/>
              <a:defRPr/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F9130EF7-7D8B-7C7C-EB2F-196CA108F1F5}"/>
              </a:ext>
            </a:extLst>
          </p:cNvPr>
          <p:cNvSpPr/>
          <p:nvPr/>
        </p:nvSpPr>
        <p:spPr>
          <a:xfrm>
            <a:off x="2490145" y="1352550"/>
            <a:ext cx="3515360" cy="3515360"/>
          </a:xfrm>
          <a:custGeom>
            <a:avLst/>
            <a:gdLst>
              <a:gd name="connsiteX0" fmla="*/ 36576 w 3515360"/>
              <a:gd name="connsiteY0" fmla="*/ 36576 h 3515360"/>
              <a:gd name="connsiteX1" fmla="*/ 36576 w 3515360"/>
              <a:gd name="connsiteY1" fmla="*/ 3478784 h 3515360"/>
              <a:gd name="connsiteX2" fmla="*/ 3478784 w 3515360"/>
              <a:gd name="connsiteY2" fmla="*/ 3478784 h 3515360"/>
              <a:gd name="connsiteX3" fmla="*/ 3478784 w 3515360"/>
              <a:gd name="connsiteY3" fmla="*/ 36576 h 3515360"/>
              <a:gd name="connsiteX4" fmla="*/ 0 w 3515360"/>
              <a:gd name="connsiteY4" fmla="*/ 0 h 3515360"/>
              <a:gd name="connsiteX5" fmla="*/ 3515360 w 3515360"/>
              <a:gd name="connsiteY5" fmla="*/ 0 h 3515360"/>
              <a:gd name="connsiteX6" fmla="*/ 3515360 w 3515360"/>
              <a:gd name="connsiteY6" fmla="*/ 3515360 h 3515360"/>
              <a:gd name="connsiteX7" fmla="*/ 0 w 3515360"/>
              <a:gd name="connsiteY7" fmla="*/ 3515360 h 3515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515360" h="3515360">
                <a:moveTo>
                  <a:pt x="36576" y="36576"/>
                </a:moveTo>
                <a:lnTo>
                  <a:pt x="36576" y="3478784"/>
                </a:lnTo>
                <a:lnTo>
                  <a:pt x="3478784" y="3478784"/>
                </a:lnTo>
                <a:lnTo>
                  <a:pt x="3478784" y="36576"/>
                </a:lnTo>
                <a:close/>
                <a:moveTo>
                  <a:pt x="0" y="0"/>
                </a:moveTo>
                <a:lnTo>
                  <a:pt x="3515360" y="0"/>
                </a:lnTo>
                <a:lnTo>
                  <a:pt x="3515360" y="3515360"/>
                </a:lnTo>
                <a:lnTo>
                  <a:pt x="0" y="351536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D1A772E1-CB6B-0FCE-F271-32750E54B46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673025" y="1535430"/>
            <a:ext cx="3147552" cy="3149600"/>
          </a:xfrm>
        </p:spPr>
        <p:txBody>
          <a:bodyPr anchor="ctr"/>
          <a:lstStyle>
            <a:lvl1pPr marL="0" indent="0" algn="ctr">
              <a:buFontTx/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3" name="Picture Placeholder 14">
            <a:extLst>
              <a:ext uri="{FF2B5EF4-FFF2-40B4-BE49-F238E27FC236}">
                <a16:creationId xmlns:a16="http://schemas.microsoft.com/office/drawing/2014/main" id="{73AB8505-B147-04F4-6FB2-028386A6471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371265" y="1535430"/>
            <a:ext cx="3147552" cy="3149600"/>
          </a:xfrm>
        </p:spPr>
        <p:txBody>
          <a:bodyPr anchor="ctr"/>
          <a:lstStyle>
            <a:lvl1pPr marL="0" indent="0" algn="ctr">
              <a:buFontTx/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5" name="Text Placeholder 19">
            <a:extLst>
              <a:ext uri="{FF2B5EF4-FFF2-40B4-BE49-F238E27FC236}">
                <a16:creationId xmlns:a16="http://schemas.microsoft.com/office/drawing/2014/main" id="{C185DD6D-E762-B896-E4CD-15C9118C92E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68511" y="5005070"/>
            <a:ext cx="3153060" cy="1211580"/>
          </a:xfrm>
        </p:spPr>
        <p:txBody>
          <a:bodyPr/>
          <a:lstStyle>
            <a:lvl1pPr marL="0" indent="0" algn="ctr">
              <a:spcAft>
                <a:spcPts val="300"/>
              </a:spcAft>
              <a:buFontTx/>
              <a:buNone/>
              <a:defRPr sz="1800">
                <a:latin typeface="IntelOne Text Medium" panose="020B0703020203020204" pitchFamily="34" charset="0"/>
              </a:defRPr>
            </a:lvl1pPr>
            <a:lvl2pPr marL="0" indent="0" algn="ctr">
              <a:spcAft>
                <a:spcPts val="300"/>
              </a:spcAft>
              <a:buFontTx/>
              <a:buNone/>
              <a:defRPr sz="1600"/>
            </a:lvl2pPr>
            <a:lvl3pPr marL="457200" indent="0" algn="ctr">
              <a:buFontTx/>
              <a:buNone/>
              <a:defRPr/>
            </a:lvl3pPr>
            <a:lvl4pPr marL="690562" indent="0" algn="ctr">
              <a:buFontTx/>
              <a:buNone/>
              <a:defRPr/>
            </a:lvl4pPr>
            <a:lvl5pPr marL="914400" indent="0" algn="ctr">
              <a:buFontTx/>
              <a:buNone/>
              <a:defRPr/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E4FF8D83-F067-882C-56BD-779B68B14501}"/>
              </a:ext>
            </a:extLst>
          </p:cNvPr>
          <p:cNvSpPr/>
          <p:nvPr/>
        </p:nvSpPr>
        <p:spPr>
          <a:xfrm>
            <a:off x="6188385" y="1352550"/>
            <a:ext cx="3515360" cy="3515360"/>
          </a:xfrm>
          <a:custGeom>
            <a:avLst/>
            <a:gdLst>
              <a:gd name="connsiteX0" fmla="*/ 36576 w 3515360"/>
              <a:gd name="connsiteY0" fmla="*/ 36576 h 3515360"/>
              <a:gd name="connsiteX1" fmla="*/ 36576 w 3515360"/>
              <a:gd name="connsiteY1" fmla="*/ 3478784 h 3515360"/>
              <a:gd name="connsiteX2" fmla="*/ 3478784 w 3515360"/>
              <a:gd name="connsiteY2" fmla="*/ 3478784 h 3515360"/>
              <a:gd name="connsiteX3" fmla="*/ 3478784 w 3515360"/>
              <a:gd name="connsiteY3" fmla="*/ 36576 h 3515360"/>
              <a:gd name="connsiteX4" fmla="*/ 0 w 3515360"/>
              <a:gd name="connsiteY4" fmla="*/ 0 h 3515360"/>
              <a:gd name="connsiteX5" fmla="*/ 3515360 w 3515360"/>
              <a:gd name="connsiteY5" fmla="*/ 0 h 3515360"/>
              <a:gd name="connsiteX6" fmla="*/ 3515360 w 3515360"/>
              <a:gd name="connsiteY6" fmla="*/ 3515360 h 3515360"/>
              <a:gd name="connsiteX7" fmla="*/ 0 w 3515360"/>
              <a:gd name="connsiteY7" fmla="*/ 3515360 h 3515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515360" h="3515360">
                <a:moveTo>
                  <a:pt x="36576" y="36576"/>
                </a:moveTo>
                <a:lnTo>
                  <a:pt x="36576" y="3478784"/>
                </a:lnTo>
                <a:lnTo>
                  <a:pt x="3478784" y="3478784"/>
                </a:lnTo>
                <a:lnTo>
                  <a:pt x="3478784" y="36576"/>
                </a:lnTo>
                <a:close/>
                <a:moveTo>
                  <a:pt x="0" y="0"/>
                </a:moveTo>
                <a:lnTo>
                  <a:pt x="3515360" y="0"/>
                </a:lnTo>
                <a:lnTo>
                  <a:pt x="3515360" y="3515360"/>
                </a:lnTo>
                <a:lnTo>
                  <a:pt x="0" y="351536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6862E453-1E44-E8BA-F1DB-51C147312B64}"/>
              </a:ext>
            </a:extLst>
          </p:cNvPr>
          <p:cNvSpPr/>
          <p:nvPr/>
        </p:nvSpPr>
        <p:spPr>
          <a:xfrm>
            <a:off x="639763" y="1352550"/>
            <a:ext cx="1665453" cy="3515360"/>
          </a:xfrm>
          <a:custGeom>
            <a:avLst/>
            <a:gdLst>
              <a:gd name="connsiteX0" fmla="*/ 0 w 1665453"/>
              <a:gd name="connsiteY0" fmla="*/ 0 h 3515360"/>
              <a:gd name="connsiteX1" fmla="*/ 1665453 w 1665453"/>
              <a:gd name="connsiteY1" fmla="*/ 0 h 3515360"/>
              <a:gd name="connsiteX2" fmla="*/ 1665453 w 1665453"/>
              <a:gd name="connsiteY2" fmla="*/ 3515360 h 3515360"/>
              <a:gd name="connsiteX3" fmla="*/ 0 w 1665453"/>
              <a:gd name="connsiteY3" fmla="*/ 3515360 h 3515360"/>
              <a:gd name="connsiteX4" fmla="*/ 0 w 1665453"/>
              <a:gd name="connsiteY4" fmla="*/ 3478784 h 3515360"/>
              <a:gd name="connsiteX5" fmla="*/ 1628877 w 1665453"/>
              <a:gd name="connsiteY5" fmla="*/ 3478784 h 3515360"/>
              <a:gd name="connsiteX6" fmla="*/ 1628877 w 1665453"/>
              <a:gd name="connsiteY6" fmla="*/ 36576 h 3515360"/>
              <a:gd name="connsiteX7" fmla="*/ 0 w 1665453"/>
              <a:gd name="connsiteY7" fmla="*/ 36576 h 3515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665453" h="3515360">
                <a:moveTo>
                  <a:pt x="0" y="0"/>
                </a:moveTo>
                <a:lnTo>
                  <a:pt x="1665453" y="0"/>
                </a:lnTo>
                <a:lnTo>
                  <a:pt x="1665453" y="3515360"/>
                </a:lnTo>
                <a:lnTo>
                  <a:pt x="0" y="3515360"/>
                </a:lnTo>
                <a:lnTo>
                  <a:pt x="0" y="3478784"/>
                </a:lnTo>
                <a:lnTo>
                  <a:pt x="1628877" y="3478784"/>
                </a:lnTo>
                <a:lnTo>
                  <a:pt x="1628877" y="36576"/>
                </a:lnTo>
                <a:lnTo>
                  <a:pt x="0" y="36576"/>
                </a:lnTo>
                <a:close/>
              </a:path>
            </a:pathLst>
          </a:custGeom>
          <a:gradFill flip="none" rotWithShape="1">
            <a:gsLst>
              <a:gs pos="0">
                <a:srgbClr val="86B3CA"/>
              </a:gs>
              <a:gs pos="80000">
                <a:srgbClr val="86B3CA">
                  <a:alpha val="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98C91797-B49C-0383-7391-6E8B0D133B68}"/>
              </a:ext>
            </a:extLst>
          </p:cNvPr>
          <p:cNvSpPr/>
          <p:nvPr/>
        </p:nvSpPr>
        <p:spPr>
          <a:xfrm>
            <a:off x="9884223" y="1352550"/>
            <a:ext cx="1667697" cy="3515360"/>
          </a:xfrm>
          <a:custGeom>
            <a:avLst/>
            <a:gdLst>
              <a:gd name="connsiteX0" fmla="*/ 0 w 1667697"/>
              <a:gd name="connsiteY0" fmla="*/ 0 h 3515360"/>
              <a:gd name="connsiteX1" fmla="*/ 1667697 w 1667697"/>
              <a:gd name="connsiteY1" fmla="*/ 0 h 3515360"/>
              <a:gd name="connsiteX2" fmla="*/ 1667697 w 1667697"/>
              <a:gd name="connsiteY2" fmla="*/ 36576 h 3515360"/>
              <a:gd name="connsiteX3" fmla="*/ 36576 w 1667697"/>
              <a:gd name="connsiteY3" fmla="*/ 36576 h 3515360"/>
              <a:gd name="connsiteX4" fmla="*/ 36576 w 1667697"/>
              <a:gd name="connsiteY4" fmla="*/ 3478784 h 3515360"/>
              <a:gd name="connsiteX5" fmla="*/ 1667697 w 1667697"/>
              <a:gd name="connsiteY5" fmla="*/ 3478784 h 3515360"/>
              <a:gd name="connsiteX6" fmla="*/ 1667697 w 1667697"/>
              <a:gd name="connsiteY6" fmla="*/ 3515360 h 3515360"/>
              <a:gd name="connsiteX7" fmla="*/ 0 w 1667697"/>
              <a:gd name="connsiteY7" fmla="*/ 3515360 h 3515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667697" h="3515360">
                <a:moveTo>
                  <a:pt x="0" y="0"/>
                </a:moveTo>
                <a:lnTo>
                  <a:pt x="1667697" y="0"/>
                </a:lnTo>
                <a:lnTo>
                  <a:pt x="1667697" y="36576"/>
                </a:lnTo>
                <a:lnTo>
                  <a:pt x="36576" y="36576"/>
                </a:lnTo>
                <a:lnTo>
                  <a:pt x="36576" y="3478784"/>
                </a:lnTo>
                <a:lnTo>
                  <a:pt x="1667697" y="3478784"/>
                </a:lnTo>
                <a:lnTo>
                  <a:pt x="1667697" y="3515360"/>
                </a:lnTo>
                <a:lnTo>
                  <a:pt x="0" y="3515360"/>
                </a:lnTo>
                <a:close/>
              </a:path>
            </a:pathLst>
          </a:custGeom>
          <a:gradFill flip="none" rotWithShape="1">
            <a:gsLst>
              <a:gs pos="0">
                <a:srgbClr val="86B3CA"/>
              </a:gs>
              <a:gs pos="80000">
                <a:srgbClr val="86B3CA">
                  <a:alpha val="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783576D-6512-4857-D8A3-6B4CDC9F1BD6}"/>
              </a:ext>
            </a:extLst>
          </p:cNvPr>
          <p:cNvSpPr/>
          <p:nvPr/>
        </p:nvSpPr>
        <p:spPr>
          <a:xfrm>
            <a:off x="9701343" y="1169670"/>
            <a:ext cx="182880" cy="182880"/>
          </a:xfrm>
          <a:prstGeom prst="rect">
            <a:avLst/>
          </a:prstGeom>
          <a:solidFill>
            <a:srgbClr val="548FAD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B1380A0-9A84-49A6-FE7C-4EF3E41BB687}"/>
              </a:ext>
            </a:extLst>
          </p:cNvPr>
          <p:cNvSpPr/>
          <p:nvPr/>
        </p:nvSpPr>
        <p:spPr>
          <a:xfrm>
            <a:off x="2490145" y="4689162"/>
            <a:ext cx="178748" cy="178748"/>
          </a:xfrm>
          <a:prstGeom prst="rect">
            <a:avLst/>
          </a:prstGeom>
          <a:solidFill>
            <a:srgbClr val="004A86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771878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Card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50BD236-A5FE-B377-4D89-6CC4416BEC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title style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9277DC75-5157-C2CA-7B3F-61A1DAA7F09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21230" y="5005070"/>
            <a:ext cx="3153060" cy="1211580"/>
          </a:xfrm>
        </p:spPr>
        <p:txBody>
          <a:bodyPr/>
          <a:lstStyle>
            <a:lvl1pPr marL="0" indent="0" algn="ctr">
              <a:spcAft>
                <a:spcPts val="300"/>
              </a:spcAft>
              <a:buFontTx/>
              <a:buNone/>
              <a:defRPr sz="1800">
                <a:latin typeface="IntelOne Text Medium" panose="020B0703020203020204" pitchFamily="34" charset="0"/>
              </a:defRPr>
            </a:lvl1pPr>
            <a:lvl2pPr marL="0" indent="0" algn="ctr">
              <a:spcAft>
                <a:spcPts val="300"/>
              </a:spcAft>
              <a:buFontTx/>
              <a:buNone/>
              <a:defRPr sz="1600"/>
            </a:lvl2pPr>
            <a:lvl3pPr marL="457200" indent="0" algn="ctr">
              <a:buFontTx/>
              <a:buNone/>
              <a:defRPr/>
            </a:lvl3pPr>
            <a:lvl4pPr marL="690562" indent="0" algn="ctr">
              <a:buFontTx/>
              <a:buNone/>
              <a:defRPr/>
            </a:lvl4pPr>
            <a:lvl5pPr marL="914400" indent="0" algn="ctr">
              <a:buFontTx/>
              <a:buNone/>
              <a:defRPr/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F9130EF7-7D8B-7C7C-EB2F-196CA108F1F5}"/>
              </a:ext>
            </a:extLst>
          </p:cNvPr>
          <p:cNvSpPr/>
          <p:nvPr/>
        </p:nvSpPr>
        <p:spPr>
          <a:xfrm>
            <a:off x="640080" y="1352550"/>
            <a:ext cx="3515360" cy="3515360"/>
          </a:xfrm>
          <a:custGeom>
            <a:avLst/>
            <a:gdLst>
              <a:gd name="connsiteX0" fmla="*/ 36576 w 3515360"/>
              <a:gd name="connsiteY0" fmla="*/ 36576 h 3515360"/>
              <a:gd name="connsiteX1" fmla="*/ 36576 w 3515360"/>
              <a:gd name="connsiteY1" fmla="*/ 3478784 h 3515360"/>
              <a:gd name="connsiteX2" fmla="*/ 3478784 w 3515360"/>
              <a:gd name="connsiteY2" fmla="*/ 3478784 h 3515360"/>
              <a:gd name="connsiteX3" fmla="*/ 3478784 w 3515360"/>
              <a:gd name="connsiteY3" fmla="*/ 36576 h 3515360"/>
              <a:gd name="connsiteX4" fmla="*/ 0 w 3515360"/>
              <a:gd name="connsiteY4" fmla="*/ 0 h 3515360"/>
              <a:gd name="connsiteX5" fmla="*/ 3515360 w 3515360"/>
              <a:gd name="connsiteY5" fmla="*/ 0 h 3515360"/>
              <a:gd name="connsiteX6" fmla="*/ 3515360 w 3515360"/>
              <a:gd name="connsiteY6" fmla="*/ 3515360 h 3515360"/>
              <a:gd name="connsiteX7" fmla="*/ 0 w 3515360"/>
              <a:gd name="connsiteY7" fmla="*/ 3515360 h 3515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515360" h="3515360">
                <a:moveTo>
                  <a:pt x="36576" y="36576"/>
                </a:moveTo>
                <a:lnTo>
                  <a:pt x="36576" y="3478784"/>
                </a:lnTo>
                <a:lnTo>
                  <a:pt x="3478784" y="3478784"/>
                </a:lnTo>
                <a:lnTo>
                  <a:pt x="3478784" y="36576"/>
                </a:lnTo>
                <a:close/>
                <a:moveTo>
                  <a:pt x="0" y="0"/>
                </a:moveTo>
                <a:lnTo>
                  <a:pt x="3515360" y="0"/>
                </a:lnTo>
                <a:lnTo>
                  <a:pt x="3515360" y="3515360"/>
                </a:lnTo>
                <a:lnTo>
                  <a:pt x="0" y="351536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D1A772E1-CB6B-0FCE-F271-32750E54B46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22960" y="1535430"/>
            <a:ext cx="3147552" cy="3149600"/>
          </a:xfrm>
        </p:spPr>
        <p:txBody>
          <a:bodyPr anchor="ctr"/>
          <a:lstStyle>
            <a:lvl1pPr marL="0" indent="0" algn="ctr">
              <a:buFontTx/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3" name="Picture Placeholder 14">
            <a:extLst>
              <a:ext uri="{FF2B5EF4-FFF2-40B4-BE49-F238E27FC236}">
                <a16:creationId xmlns:a16="http://schemas.microsoft.com/office/drawing/2014/main" id="{73AB8505-B147-04F4-6FB2-028386A6471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521200" y="1535430"/>
            <a:ext cx="3147552" cy="3149600"/>
          </a:xfrm>
        </p:spPr>
        <p:txBody>
          <a:bodyPr anchor="ctr"/>
          <a:lstStyle>
            <a:lvl1pPr marL="0" indent="0" algn="ctr">
              <a:buFontTx/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4" name="Picture Placeholder 14">
            <a:extLst>
              <a:ext uri="{FF2B5EF4-FFF2-40B4-BE49-F238E27FC236}">
                <a16:creationId xmlns:a16="http://schemas.microsoft.com/office/drawing/2014/main" id="{76993BB5-B7E1-5520-E4D0-29131531C9BB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221170" y="1535430"/>
            <a:ext cx="3147552" cy="3149600"/>
          </a:xfrm>
        </p:spPr>
        <p:txBody>
          <a:bodyPr anchor="ctr"/>
          <a:lstStyle>
            <a:lvl1pPr marL="0" indent="0" algn="ctr">
              <a:buFontTx/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5" name="Text Placeholder 19">
            <a:extLst>
              <a:ext uri="{FF2B5EF4-FFF2-40B4-BE49-F238E27FC236}">
                <a16:creationId xmlns:a16="http://schemas.microsoft.com/office/drawing/2014/main" id="{C185DD6D-E762-B896-E4CD-15C9118C92E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18446" y="5005070"/>
            <a:ext cx="3153060" cy="1211580"/>
          </a:xfrm>
        </p:spPr>
        <p:txBody>
          <a:bodyPr/>
          <a:lstStyle>
            <a:lvl1pPr marL="0" indent="0" algn="ctr">
              <a:spcAft>
                <a:spcPts val="300"/>
              </a:spcAft>
              <a:buFontTx/>
              <a:buNone/>
              <a:defRPr sz="1800">
                <a:latin typeface="IntelOne Text Medium" panose="020B0703020203020204" pitchFamily="34" charset="0"/>
              </a:defRPr>
            </a:lvl1pPr>
            <a:lvl2pPr marL="0" indent="0" algn="ctr">
              <a:spcAft>
                <a:spcPts val="300"/>
              </a:spcAft>
              <a:buFontTx/>
              <a:buNone/>
              <a:defRPr sz="1600"/>
            </a:lvl2pPr>
            <a:lvl3pPr marL="457200" indent="0" algn="ctr">
              <a:buFontTx/>
              <a:buNone/>
              <a:defRPr/>
            </a:lvl3pPr>
            <a:lvl4pPr marL="690562" indent="0" algn="ctr">
              <a:buFontTx/>
              <a:buNone/>
              <a:defRPr/>
            </a:lvl4pPr>
            <a:lvl5pPr marL="914400" indent="0" algn="ctr">
              <a:buFontTx/>
              <a:buNone/>
              <a:defRPr/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36" name="Text Placeholder 19">
            <a:extLst>
              <a:ext uri="{FF2B5EF4-FFF2-40B4-BE49-F238E27FC236}">
                <a16:creationId xmlns:a16="http://schemas.microsoft.com/office/drawing/2014/main" id="{2968E3E3-4352-FD22-6D2F-3D76996034A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215662" y="5005070"/>
            <a:ext cx="3153060" cy="1211580"/>
          </a:xfrm>
        </p:spPr>
        <p:txBody>
          <a:bodyPr/>
          <a:lstStyle>
            <a:lvl1pPr marL="0" indent="0" algn="ctr">
              <a:spcAft>
                <a:spcPts val="300"/>
              </a:spcAft>
              <a:buFontTx/>
              <a:buNone/>
              <a:defRPr sz="1800">
                <a:latin typeface="IntelOne Text Medium" panose="020B0703020203020204" pitchFamily="34" charset="0"/>
              </a:defRPr>
            </a:lvl1pPr>
            <a:lvl2pPr marL="0" indent="0" algn="ctr">
              <a:spcAft>
                <a:spcPts val="300"/>
              </a:spcAft>
              <a:buFontTx/>
              <a:buNone/>
              <a:defRPr sz="1600"/>
            </a:lvl2pPr>
            <a:lvl3pPr marL="457200" indent="0" algn="ctr">
              <a:buFontTx/>
              <a:buNone/>
              <a:defRPr/>
            </a:lvl3pPr>
            <a:lvl4pPr marL="690562" indent="0" algn="ctr">
              <a:buFontTx/>
              <a:buNone/>
              <a:defRPr/>
            </a:lvl4pPr>
            <a:lvl5pPr marL="914400" indent="0" algn="ctr">
              <a:buFontTx/>
              <a:buNone/>
              <a:defRPr/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ADFC9E0-6E6C-D9C3-D7A2-FAED0A6B3D98}"/>
              </a:ext>
            </a:extLst>
          </p:cNvPr>
          <p:cNvSpPr/>
          <p:nvPr/>
        </p:nvSpPr>
        <p:spPr>
          <a:xfrm>
            <a:off x="0" y="4867910"/>
            <a:ext cx="640080" cy="640080"/>
          </a:xfrm>
          <a:prstGeom prst="rect">
            <a:avLst/>
          </a:prstGeom>
          <a:solidFill>
            <a:srgbClr val="B4F0FF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ABACA07-3EC0-DA0C-A2CF-84B702B438DE}"/>
              </a:ext>
            </a:extLst>
          </p:cNvPr>
          <p:cNvSpPr/>
          <p:nvPr/>
        </p:nvSpPr>
        <p:spPr>
          <a:xfrm>
            <a:off x="11551920" y="1169670"/>
            <a:ext cx="182880" cy="182880"/>
          </a:xfrm>
          <a:prstGeom prst="rect">
            <a:avLst/>
          </a:prstGeom>
          <a:solidFill>
            <a:srgbClr val="B2450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32E336D-522A-336E-705F-3E4AF6947DFE}"/>
              </a:ext>
            </a:extLst>
          </p:cNvPr>
          <p:cNvSpPr/>
          <p:nvPr/>
        </p:nvSpPr>
        <p:spPr>
          <a:xfrm>
            <a:off x="11734800" y="1352550"/>
            <a:ext cx="286654" cy="286654"/>
          </a:xfrm>
          <a:prstGeom prst="rect">
            <a:avLst/>
          </a:prstGeom>
          <a:solidFill>
            <a:srgbClr val="FF8F5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E4FF8D83-F067-882C-56BD-779B68B14501}"/>
              </a:ext>
            </a:extLst>
          </p:cNvPr>
          <p:cNvSpPr/>
          <p:nvPr/>
        </p:nvSpPr>
        <p:spPr>
          <a:xfrm>
            <a:off x="4338320" y="1352550"/>
            <a:ext cx="3515360" cy="3515360"/>
          </a:xfrm>
          <a:custGeom>
            <a:avLst/>
            <a:gdLst>
              <a:gd name="connsiteX0" fmla="*/ 36576 w 3515360"/>
              <a:gd name="connsiteY0" fmla="*/ 36576 h 3515360"/>
              <a:gd name="connsiteX1" fmla="*/ 36576 w 3515360"/>
              <a:gd name="connsiteY1" fmla="*/ 3478784 h 3515360"/>
              <a:gd name="connsiteX2" fmla="*/ 3478784 w 3515360"/>
              <a:gd name="connsiteY2" fmla="*/ 3478784 h 3515360"/>
              <a:gd name="connsiteX3" fmla="*/ 3478784 w 3515360"/>
              <a:gd name="connsiteY3" fmla="*/ 36576 h 3515360"/>
              <a:gd name="connsiteX4" fmla="*/ 0 w 3515360"/>
              <a:gd name="connsiteY4" fmla="*/ 0 h 3515360"/>
              <a:gd name="connsiteX5" fmla="*/ 3515360 w 3515360"/>
              <a:gd name="connsiteY5" fmla="*/ 0 h 3515360"/>
              <a:gd name="connsiteX6" fmla="*/ 3515360 w 3515360"/>
              <a:gd name="connsiteY6" fmla="*/ 3515360 h 3515360"/>
              <a:gd name="connsiteX7" fmla="*/ 0 w 3515360"/>
              <a:gd name="connsiteY7" fmla="*/ 3515360 h 3515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515360" h="3515360">
                <a:moveTo>
                  <a:pt x="36576" y="36576"/>
                </a:moveTo>
                <a:lnTo>
                  <a:pt x="36576" y="3478784"/>
                </a:lnTo>
                <a:lnTo>
                  <a:pt x="3478784" y="3478784"/>
                </a:lnTo>
                <a:lnTo>
                  <a:pt x="3478784" y="36576"/>
                </a:lnTo>
                <a:close/>
                <a:moveTo>
                  <a:pt x="0" y="0"/>
                </a:moveTo>
                <a:lnTo>
                  <a:pt x="3515360" y="0"/>
                </a:lnTo>
                <a:lnTo>
                  <a:pt x="3515360" y="3515360"/>
                </a:lnTo>
                <a:lnTo>
                  <a:pt x="0" y="351536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7BCC1AE5-E280-D1E2-80C9-4B85D31EE107}"/>
              </a:ext>
            </a:extLst>
          </p:cNvPr>
          <p:cNvSpPr/>
          <p:nvPr/>
        </p:nvSpPr>
        <p:spPr>
          <a:xfrm>
            <a:off x="8036878" y="1352550"/>
            <a:ext cx="3515360" cy="3515360"/>
          </a:xfrm>
          <a:custGeom>
            <a:avLst/>
            <a:gdLst>
              <a:gd name="connsiteX0" fmla="*/ 36576 w 3515360"/>
              <a:gd name="connsiteY0" fmla="*/ 36576 h 3515360"/>
              <a:gd name="connsiteX1" fmla="*/ 36576 w 3515360"/>
              <a:gd name="connsiteY1" fmla="*/ 3478784 h 3515360"/>
              <a:gd name="connsiteX2" fmla="*/ 3478784 w 3515360"/>
              <a:gd name="connsiteY2" fmla="*/ 3478784 h 3515360"/>
              <a:gd name="connsiteX3" fmla="*/ 3478784 w 3515360"/>
              <a:gd name="connsiteY3" fmla="*/ 36576 h 3515360"/>
              <a:gd name="connsiteX4" fmla="*/ 0 w 3515360"/>
              <a:gd name="connsiteY4" fmla="*/ 0 h 3515360"/>
              <a:gd name="connsiteX5" fmla="*/ 3515360 w 3515360"/>
              <a:gd name="connsiteY5" fmla="*/ 0 h 3515360"/>
              <a:gd name="connsiteX6" fmla="*/ 3515360 w 3515360"/>
              <a:gd name="connsiteY6" fmla="*/ 3515360 h 3515360"/>
              <a:gd name="connsiteX7" fmla="*/ 0 w 3515360"/>
              <a:gd name="connsiteY7" fmla="*/ 3515360 h 3515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515360" h="3515360">
                <a:moveTo>
                  <a:pt x="36576" y="36576"/>
                </a:moveTo>
                <a:lnTo>
                  <a:pt x="36576" y="3478784"/>
                </a:lnTo>
                <a:lnTo>
                  <a:pt x="3478784" y="3478784"/>
                </a:lnTo>
                <a:lnTo>
                  <a:pt x="3478784" y="36576"/>
                </a:lnTo>
                <a:close/>
                <a:moveTo>
                  <a:pt x="0" y="0"/>
                </a:moveTo>
                <a:lnTo>
                  <a:pt x="3515360" y="0"/>
                </a:lnTo>
                <a:lnTo>
                  <a:pt x="3515360" y="3515360"/>
                </a:lnTo>
                <a:lnTo>
                  <a:pt x="0" y="351536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31CB3E84-D657-D83D-1F39-EC5F07FA0762}"/>
              </a:ext>
            </a:extLst>
          </p:cNvPr>
          <p:cNvSpPr/>
          <p:nvPr/>
        </p:nvSpPr>
        <p:spPr>
          <a:xfrm>
            <a:off x="4338479" y="4685030"/>
            <a:ext cx="182880" cy="182880"/>
          </a:xfrm>
          <a:prstGeom prst="rect">
            <a:avLst/>
          </a:prstGeom>
          <a:solidFill>
            <a:srgbClr val="515A3D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9819805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Card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50BD236-A5FE-B377-4D89-6CC4416BEC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title style</a:t>
            </a:r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F6DE0629-FBFE-230C-0DB8-72F1BFF91235}"/>
              </a:ext>
            </a:extLst>
          </p:cNvPr>
          <p:cNvSpPr/>
          <p:nvPr/>
        </p:nvSpPr>
        <p:spPr>
          <a:xfrm>
            <a:off x="640080" y="1352550"/>
            <a:ext cx="10912158" cy="2901137"/>
          </a:xfrm>
          <a:custGeom>
            <a:avLst/>
            <a:gdLst>
              <a:gd name="connsiteX0" fmla="*/ 36576 w 10912158"/>
              <a:gd name="connsiteY0" fmla="*/ 36577 h 2901137"/>
              <a:gd name="connsiteX1" fmla="*/ 36576 w 10912158"/>
              <a:gd name="connsiteY1" fmla="*/ 2864561 h 2901137"/>
              <a:gd name="connsiteX2" fmla="*/ 10875582 w 10912158"/>
              <a:gd name="connsiteY2" fmla="*/ 2864561 h 2901137"/>
              <a:gd name="connsiteX3" fmla="*/ 10875582 w 10912158"/>
              <a:gd name="connsiteY3" fmla="*/ 36577 h 2901137"/>
              <a:gd name="connsiteX4" fmla="*/ 0 w 10912158"/>
              <a:gd name="connsiteY4" fmla="*/ 0 h 2901137"/>
              <a:gd name="connsiteX5" fmla="*/ 10912158 w 10912158"/>
              <a:gd name="connsiteY5" fmla="*/ 0 h 2901137"/>
              <a:gd name="connsiteX6" fmla="*/ 10912158 w 10912158"/>
              <a:gd name="connsiteY6" fmla="*/ 2901137 h 2901137"/>
              <a:gd name="connsiteX7" fmla="*/ 0 w 10912158"/>
              <a:gd name="connsiteY7" fmla="*/ 2901137 h 2901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912158" h="2901137">
                <a:moveTo>
                  <a:pt x="36576" y="36577"/>
                </a:moveTo>
                <a:lnTo>
                  <a:pt x="36576" y="2864561"/>
                </a:lnTo>
                <a:lnTo>
                  <a:pt x="10875582" y="2864561"/>
                </a:lnTo>
                <a:lnTo>
                  <a:pt x="10875582" y="36577"/>
                </a:lnTo>
                <a:close/>
                <a:moveTo>
                  <a:pt x="0" y="0"/>
                </a:moveTo>
                <a:lnTo>
                  <a:pt x="10912158" y="0"/>
                </a:lnTo>
                <a:lnTo>
                  <a:pt x="10912158" y="2901137"/>
                </a:lnTo>
                <a:lnTo>
                  <a:pt x="0" y="290113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D1A772E1-CB6B-0FCE-F271-32750E54B46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22960" y="1535430"/>
            <a:ext cx="2533729" cy="2535377"/>
          </a:xfrm>
        </p:spPr>
        <p:txBody>
          <a:bodyPr anchor="ctr"/>
          <a:lstStyle>
            <a:lvl1pPr marL="0" indent="0" algn="ctr">
              <a:buFontTx/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9277DC75-5157-C2CA-7B3F-61A1DAA7F09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22960" y="4390848"/>
            <a:ext cx="2533729" cy="1825802"/>
          </a:xfrm>
        </p:spPr>
        <p:txBody>
          <a:bodyPr/>
          <a:lstStyle>
            <a:lvl1pPr marL="0" indent="0" algn="ctr">
              <a:spcAft>
                <a:spcPts val="300"/>
              </a:spcAft>
              <a:buFontTx/>
              <a:buNone/>
              <a:defRPr sz="1800">
                <a:latin typeface="IntelOne Text Medium" panose="020B0703020203020204" pitchFamily="34" charset="0"/>
              </a:defRPr>
            </a:lvl1pPr>
            <a:lvl2pPr marL="0" indent="0" algn="ctr">
              <a:spcAft>
                <a:spcPts val="300"/>
              </a:spcAft>
              <a:buFontTx/>
              <a:buNone/>
              <a:defRPr sz="1600"/>
            </a:lvl2pPr>
            <a:lvl3pPr marL="457200" indent="0" algn="ctr">
              <a:buFontTx/>
              <a:buNone/>
              <a:defRPr/>
            </a:lvl3pPr>
            <a:lvl4pPr marL="690562" indent="0" algn="ctr">
              <a:buFontTx/>
              <a:buNone/>
              <a:defRPr/>
            </a:lvl4pPr>
            <a:lvl5pPr marL="914400" indent="0" algn="ctr">
              <a:buFontTx/>
              <a:buNone/>
              <a:defRPr/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30" name="Picture Placeholder 14">
            <a:extLst>
              <a:ext uri="{FF2B5EF4-FFF2-40B4-BE49-F238E27FC236}">
                <a16:creationId xmlns:a16="http://schemas.microsoft.com/office/drawing/2014/main" id="{763E9F95-FFBF-85AE-EAA3-10BCFE47916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493851" y="1535430"/>
            <a:ext cx="2533729" cy="2535377"/>
          </a:xfrm>
        </p:spPr>
        <p:txBody>
          <a:bodyPr anchor="ctr"/>
          <a:lstStyle>
            <a:lvl1pPr marL="0" indent="0" algn="ctr">
              <a:buFontTx/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1" name="Text Placeholder 19">
            <a:extLst>
              <a:ext uri="{FF2B5EF4-FFF2-40B4-BE49-F238E27FC236}">
                <a16:creationId xmlns:a16="http://schemas.microsoft.com/office/drawing/2014/main" id="{5FC58739-95FE-2802-46CC-971F714D212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493851" y="4390848"/>
            <a:ext cx="2533729" cy="1825802"/>
          </a:xfrm>
        </p:spPr>
        <p:txBody>
          <a:bodyPr/>
          <a:lstStyle>
            <a:lvl1pPr marL="0" indent="0" algn="ctr">
              <a:spcAft>
                <a:spcPts val="300"/>
              </a:spcAft>
              <a:buFontTx/>
              <a:buNone/>
              <a:defRPr sz="1800">
                <a:latin typeface="IntelOne Text Medium" panose="020B0703020203020204" pitchFamily="34" charset="0"/>
              </a:defRPr>
            </a:lvl1pPr>
            <a:lvl2pPr marL="0" indent="0" algn="ctr">
              <a:spcAft>
                <a:spcPts val="300"/>
              </a:spcAft>
              <a:buFontTx/>
              <a:buNone/>
              <a:defRPr sz="1600"/>
            </a:lvl2pPr>
            <a:lvl3pPr marL="457200" indent="0" algn="ctr">
              <a:buFontTx/>
              <a:buNone/>
              <a:defRPr/>
            </a:lvl3pPr>
            <a:lvl4pPr marL="690562" indent="0" algn="ctr">
              <a:buFontTx/>
              <a:buNone/>
              <a:defRPr/>
            </a:lvl4pPr>
            <a:lvl5pPr marL="914400" indent="0" algn="ctr">
              <a:buFontTx/>
              <a:buNone/>
              <a:defRPr/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32" name="Picture Placeholder 14">
            <a:extLst>
              <a:ext uri="{FF2B5EF4-FFF2-40B4-BE49-F238E27FC236}">
                <a16:creationId xmlns:a16="http://schemas.microsoft.com/office/drawing/2014/main" id="{18E6FD75-262A-122D-8CC3-819001D111A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164740" y="1535430"/>
            <a:ext cx="2533729" cy="2535377"/>
          </a:xfrm>
        </p:spPr>
        <p:txBody>
          <a:bodyPr anchor="ctr"/>
          <a:lstStyle>
            <a:lvl1pPr marL="0" indent="0" algn="ctr">
              <a:buFontTx/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3" name="Text Placeholder 19">
            <a:extLst>
              <a:ext uri="{FF2B5EF4-FFF2-40B4-BE49-F238E27FC236}">
                <a16:creationId xmlns:a16="http://schemas.microsoft.com/office/drawing/2014/main" id="{DF59D7A2-5A76-834D-8A15-DC682881944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64740" y="4390848"/>
            <a:ext cx="2533729" cy="1825802"/>
          </a:xfrm>
        </p:spPr>
        <p:txBody>
          <a:bodyPr/>
          <a:lstStyle>
            <a:lvl1pPr marL="0" indent="0" algn="ctr">
              <a:spcAft>
                <a:spcPts val="300"/>
              </a:spcAft>
              <a:buFontTx/>
              <a:buNone/>
              <a:defRPr sz="1800">
                <a:latin typeface="IntelOne Text Medium" panose="020B0703020203020204" pitchFamily="34" charset="0"/>
              </a:defRPr>
            </a:lvl1pPr>
            <a:lvl2pPr marL="0" indent="0" algn="ctr">
              <a:spcAft>
                <a:spcPts val="300"/>
              </a:spcAft>
              <a:buFontTx/>
              <a:buNone/>
              <a:defRPr sz="1600"/>
            </a:lvl2pPr>
            <a:lvl3pPr marL="457200" indent="0" algn="ctr">
              <a:buFontTx/>
              <a:buNone/>
              <a:defRPr/>
            </a:lvl3pPr>
            <a:lvl4pPr marL="690562" indent="0" algn="ctr">
              <a:buFontTx/>
              <a:buNone/>
              <a:defRPr/>
            </a:lvl4pPr>
            <a:lvl5pPr marL="914400" indent="0" algn="ctr">
              <a:buFontTx/>
              <a:buNone/>
              <a:defRPr/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34" name="Picture Placeholder 14">
            <a:extLst>
              <a:ext uri="{FF2B5EF4-FFF2-40B4-BE49-F238E27FC236}">
                <a16:creationId xmlns:a16="http://schemas.microsoft.com/office/drawing/2014/main" id="{B1050A76-2CFB-CABA-57D9-1DC9AF38E37C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835629" y="1535430"/>
            <a:ext cx="2533729" cy="2535377"/>
          </a:xfrm>
        </p:spPr>
        <p:txBody>
          <a:bodyPr anchor="ctr"/>
          <a:lstStyle>
            <a:lvl1pPr marL="0" indent="0" algn="ctr">
              <a:buFontTx/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5" name="Text Placeholder 19">
            <a:extLst>
              <a:ext uri="{FF2B5EF4-FFF2-40B4-BE49-F238E27FC236}">
                <a16:creationId xmlns:a16="http://schemas.microsoft.com/office/drawing/2014/main" id="{74E8C61D-494E-3F77-6EA6-6D6CCF43080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835629" y="4390848"/>
            <a:ext cx="2533729" cy="1825802"/>
          </a:xfrm>
        </p:spPr>
        <p:txBody>
          <a:bodyPr/>
          <a:lstStyle>
            <a:lvl1pPr marL="0" indent="0" algn="ctr">
              <a:spcAft>
                <a:spcPts val="300"/>
              </a:spcAft>
              <a:buFontTx/>
              <a:buNone/>
              <a:defRPr sz="1800">
                <a:latin typeface="IntelOne Text Medium" panose="020B0703020203020204" pitchFamily="34" charset="0"/>
              </a:defRPr>
            </a:lvl1pPr>
            <a:lvl2pPr marL="0" indent="0" algn="ctr">
              <a:spcAft>
                <a:spcPts val="300"/>
              </a:spcAft>
              <a:buFontTx/>
              <a:buNone/>
              <a:defRPr sz="1600"/>
            </a:lvl2pPr>
            <a:lvl3pPr marL="457200" indent="0" algn="ctr">
              <a:buFontTx/>
              <a:buNone/>
              <a:defRPr/>
            </a:lvl3pPr>
            <a:lvl4pPr marL="690562" indent="0" algn="ctr">
              <a:buFontTx/>
              <a:buNone/>
              <a:defRPr/>
            </a:lvl4pPr>
            <a:lvl5pPr marL="914400" indent="0" algn="ctr">
              <a:buFontTx/>
              <a:buNone/>
              <a:defRPr/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48B2DA9-B91B-7061-13B2-7CF17A33F7C1}"/>
              </a:ext>
            </a:extLst>
          </p:cNvPr>
          <p:cNvSpPr/>
          <p:nvPr/>
        </p:nvSpPr>
        <p:spPr>
          <a:xfrm>
            <a:off x="11551920" y="1169670"/>
            <a:ext cx="182880" cy="182880"/>
          </a:xfrm>
          <a:prstGeom prst="rect">
            <a:avLst/>
          </a:prstGeom>
          <a:solidFill>
            <a:srgbClr val="76CEFF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940F4DA2-A861-30D2-3C87-150FCA2FBBB4}"/>
              </a:ext>
            </a:extLst>
          </p:cNvPr>
          <p:cNvSpPr/>
          <p:nvPr/>
        </p:nvSpPr>
        <p:spPr>
          <a:xfrm>
            <a:off x="11734801" y="1352551"/>
            <a:ext cx="457200" cy="457200"/>
          </a:xfrm>
          <a:prstGeom prst="rect">
            <a:avLst/>
          </a:prstGeom>
          <a:solidFill>
            <a:srgbClr val="004A86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6D99BE2D-3967-4ED5-5135-22FA3F6C1438}"/>
              </a:ext>
            </a:extLst>
          </p:cNvPr>
          <p:cNvSpPr/>
          <p:nvPr/>
        </p:nvSpPr>
        <p:spPr>
          <a:xfrm>
            <a:off x="353426" y="4253687"/>
            <a:ext cx="286654" cy="286654"/>
          </a:xfrm>
          <a:prstGeom prst="rect">
            <a:avLst/>
          </a:prstGeom>
          <a:solidFill>
            <a:srgbClr val="76CEFF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29981236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Card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50BD236-A5FE-B377-4D89-6CC4416BEC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title style</a:t>
            </a:r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84F8CE93-640F-CE68-AF32-9CFEC64A5BEA}"/>
              </a:ext>
            </a:extLst>
          </p:cNvPr>
          <p:cNvSpPr/>
          <p:nvPr/>
        </p:nvSpPr>
        <p:spPr>
          <a:xfrm>
            <a:off x="639762" y="1352550"/>
            <a:ext cx="10912476" cy="2366613"/>
          </a:xfrm>
          <a:custGeom>
            <a:avLst/>
            <a:gdLst>
              <a:gd name="connsiteX0" fmla="*/ 46038 w 10912476"/>
              <a:gd name="connsiteY0" fmla="*/ 45721 h 2366613"/>
              <a:gd name="connsiteX1" fmla="*/ 46038 w 10912476"/>
              <a:gd name="connsiteY1" fmla="*/ 2320893 h 2366613"/>
              <a:gd name="connsiteX2" fmla="*/ 10866438 w 10912476"/>
              <a:gd name="connsiteY2" fmla="*/ 2320893 h 2366613"/>
              <a:gd name="connsiteX3" fmla="*/ 10866438 w 10912476"/>
              <a:gd name="connsiteY3" fmla="*/ 45721 h 2366613"/>
              <a:gd name="connsiteX4" fmla="*/ 0 w 10912476"/>
              <a:gd name="connsiteY4" fmla="*/ 0 h 2366613"/>
              <a:gd name="connsiteX5" fmla="*/ 10912476 w 10912476"/>
              <a:gd name="connsiteY5" fmla="*/ 0 h 2366613"/>
              <a:gd name="connsiteX6" fmla="*/ 10912476 w 10912476"/>
              <a:gd name="connsiteY6" fmla="*/ 2366613 h 2366613"/>
              <a:gd name="connsiteX7" fmla="*/ 0 w 10912476"/>
              <a:gd name="connsiteY7" fmla="*/ 2366613 h 23666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912476" h="2366613">
                <a:moveTo>
                  <a:pt x="46038" y="45721"/>
                </a:moveTo>
                <a:lnTo>
                  <a:pt x="46038" y="2320893"/>
                </a:lnTo>
                <a:lnTo>
                  <a:pt x="10866438" y="2320893"/>
                </a:lnTo>
                <a:lnTo>
                  <a:pt x="10866438" y="45721"/>
                </a:lnTo>
                <a:close/>
                <a:moveTo>
                  <a:pt x="0" y="0"/>
                </a:moveTo>
                <a:lnTo>
                  <a:pt x="10912476" y="0"/>
                </a:lnTo>
                <a:lnTo>
                  <a:pt x="10912476" y="2366613"/>
                </a:lnTo>
                <a:lnTo>
                  <a:pt x="0" y="236661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D1A772E1-CB6B-0FCE-F271-32750E54B46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22961" y="1535430"/>
            <a:ext cx="1999552" cy="2000853"/>
          </a:xfrm>
        </p:spPr>
        <p:txBody>
          <a:bodyPr anchor="ctr"/>
          <a:lstStyle>
            <a:lvl1pPr marL="0" indent="0" algn="ctr">
              <a:buFontTx/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9277DC75-5157-C2CA-7B3F-61A1DAA7F09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22960" y="3856323"/>
            <a:ext cx="1999553" cy="2360327"/>
          </a:xfrm>
        </p:spPr>
        <p:txBody>
          <a:bodyPr/>
          <a:lstStyle>
            <a:lvl1pPr marL="0" indent="0" algn="ctr">
              <a:spcAft>
                <a:spcPts val="300"/>
              </a:spcAft>
              <a:buFontTx/>
              <a:buNone/>
              <a:defRPr sz="1800">
                <a:latin typeface="IntelOne Text Medium" panose="020B0703020203020204" pitchFamily="34" charset="0"/>
              </a:defRPr>
            </a:lvl1pPr>
            <a:lvl2pPr marL="0" indent="0" algn="ctr">
              <a:spcAft>
                <a:spcPts val="300"/>
              </a:spcAft>
              <a:buFontTx/>
              <a:buNone/>
              <a:defRPr sz="1600"/>
            </a:lvl2pPr>
            <a:lvl3pPr marL="457200" indent="0" algn="ctr">
              <a:buFontTx/>
              <a:buNone/>
              <a:defRPr/>
            </a:lvl3pPr>
            <a:lvl4pPr marL="690562" indent="0" algn="ctr">
              <a:buFontTx/>
              <a:buNone/>
              <a:defRPr/>
            </a:lvl4pPr>
            <a:lvl5pPr marL="914400" indent="0" algn="ctr">
              <a:buFontTx/>
              <a:buNone/>
              <a:defRPr/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48B2DA9-B91B-7061-13B2-7CF17A33F7C1}"/>
              </a:ext>
            </a:extLst>
          </p:cNvPr>
          <p:cNvSpPr/>
          <p:nvPr/>
        </p:nvSpPr>
        <p:spPr>
          <a:xfrm>
            <a:off x="11551920" y="1169670"/>
            <a:ext cx="182880" cy="182880"/>
          </a:xfrm>
          <a:prstGeom prst="rect">
            <a:avLst/>
          </a:prstGeom>
          <a:solidFill>
            <a:srgbClr val="76CEFF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940F4DA2-A861-30D2-3C87-150FCA2FBBB4}"/>
              </a:ext>
            </a:extLst>
          </p:cNvPr>
          <p:cNvSpPr/>
          <p:nvPr/>
        </p:nvSpPr>
        <p:spPr>
          <a:xfrm>
            <a:off x="11734801" y="1352551"/>
            <a:ext cx="457200" cy="457200"/>
          </a:xfrm>
          <a:prstGeom prst="rect">
            <a:avLst/>
          </a:prstGeom>
          <a:solidFill>
            <a:srgbClr val="004A86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CB3DC79-151A-16B6-26C4-8585DF2730C9}"/>
              </a:ext>
            </a:extLst>
          </p:cNvPr>
          <p:cNvSpPr/>
          <p:nvPr/>
        </p:nvSpPr>
        <p:spPr>
          <a:xfrm>
            <a:off x="353426" y="3719163"/>
            <a:ext cx="286654" cy="286654"/>
          </a:xfrm>
          <a:prstGeom prst="rect">
            <a:avLst/>
          </a:prstGeom>
          <a:solidFill>
            <a:srgbClr val="76CEFF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7" name="Picture Placeholder 14">
            <a:extLst>
              <a:ext uri="{FF2B5EF4-FFF2-40B4-BE49-F238E27FC236}">
                <a16:creationId xmlns:a16="http://schemas.microsoft.com/office/drawing/2014/main" id="{938C348D-019C-9932-3F67-2884F4C326A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959670" y="1535430"/>
            <a:ext cx="1999552" cy="2000853"/>
          </a:xfrm>
        </p:spPr>
        <p:txBody>
          <a:bodyPr anchor="ctr"/>
          <a:lstStyle>
            <a:lvl1pPr marL="0" indent="0" algn="ctr">
              <a:buFontTx/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Text Placeholder 19">
            <a:extLst>
              <a:ext uri="{FF2B5EF4-FFF2-40B4-BE49-F238E27FC236}">
                <a16:creationId xmlns:a16="http://schemas.microsoft.com/office/drawing/2014/main" id="{8CAAB85A-8449-36FC-95FB-A6CEA20D124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959669" y="3856323"/>
            <a:ext cx="1999553" cy="2360327"/>
          </a:xfrm>
        </p:spPr>
        <p:txBody>
          <a:bodyPr/>
          <a:lstStyle>
            <a:lvl1pPr marL="0" indent="0" algn="ctr">
              <a:spcAft>
                <a:spcPts val="300"/>
              </a:spcAft>
              <a:buFontTx/>
              <a:buNone/>
              <a:defRPr sz="1800">
                <a:latin typeface="IntelOne Text Medium" panose="020B0703020203020204" pitchFamily="34" charset="0"/>
              </a:defRPr>
            </a:lvl1pPr>
            <a:lvl2pPr marL="0" indent="0" algn="ctr">
              <a:spcAft>
                <a:spcPts val="300"/>
              </a:spcAft>
              <a:buFontTx/>
              <a:buNone/>
              <a:defRPr sz="1600"/>
            </a:lvl2pPr>
            <a:lvl3pPr marL="457200" indent="0" algn="ctr">
              <a:buFontTx/>
              <a:buNone/>
              <a:defRPr/>
            </a:lvl3pPr>
            <a:lvl4pPr marL="690562" indent="0" algn="ctr">
              <a:buFontTx/>
              <a:buNone/>
              <a:defRPr/>
            </a:lvl4pPr>
            <a:lvl5pPr marL="914400" indent="0" algn="ctr">
              <a:buFontTx/>
              <a:buNone/>
              <a:defRPr/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9" name="Picture Placeholder 14">
            <a:extLst>
              <a:ext uri="{FF2B5EF4-FFF2-40B4-BE49-F238E27FC236}">
                <a16:creationId xmlns:a16="http://schemas.microsoft.com/office/drawing/2014/main" id="{DCCF1B9D-A598-99D5-FE31-DF33C0D76DA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096065" y="1535430"/>
            <a:ext cx="1999552" cy="2000853"/>
          </a:xfrm>
        </p:spPr>
        <p:txBody>
          <a:bodyPr anchor="ctr"/>
          <a:lstStyle>
            <a:lvl1pPr marL="0" indent="0" algn="ctr">
              <a:buFontTx/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19">
            <a:extLst>
              <a:ext uri="{FF2B5EF4-FFF2-40B4-BE49-F238E27FC236}">
                <a16:creationId xmlns:a16="http://schemas.microsoft.com/office/drawing/2014/main" id="{2B8D5404-F286-52B8-42B9-EE17748BF7F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096064" y="3856323"/>
            <a:ext cx="1999553" cy="2360327"/>
          </a:xfrm>
        </p:spPr>
        <p:txBody>
          <a:bodyPr/>
          <a:lstStyle>
            <a:lvl1pPr marL="0" indent="0" algn="ctr">
              <a:spcAft>
                <a:spcPts val="300"/>
              </a:spcAft>
              <a:buFontTx/>
              <a:buNone/>
              <a:defRPr sz="1800">
                <a:latin typeface="IntelOne Text Medium" panose="020B0703020203020204" pitchFamily="34" charset="0"/>
              </a:defRPr>
            </a:lvl1pPr>
            <a:lvl2pPr marL="0" indent="0" algn="ctr">
              <a:spcAft>
                <a:spcPts val="300"/>
              </a:spcAft>
              <a:buFontTx/>
              <a:buNone/>
              <a:defRPr sz="1600"/>
            </a:lvl2pPr>
            <a:lvl3pPr marL="457200" indent="0" algn="ctr">
              <a:buFontTx/>
              <a:buNone/>
              <a:defRPr/>
            </a:lvl3pPr>
            <a:lvl4pPr marL="690562" indent="0" algn="ctr">
              <a:buFontTx/>
              <a:buNone/>
              <a:defRPr/>
            </a:lvl4pPr>
            <a:lvl5pPr marL="914400" indent="0" algn="ctr">
              <a:buFontTx/>
              <a:buNone/>
              <a:defRPr/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23" name="Picture Placeholder 14">
            <a:extLst>
              <a:ext uri="{FF2B5EF4-FFF2-40B4-BE49-F238E27FC236}">
                <a16:creationId xmlns:a16="http://schemas.microsoft.com/office/drawing/2014/main" id="{CB93B7A5-E657-2306-B77A-43C93292F70B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7232458" y="1535430"/>
            <a:ext cx="1999552" cy="2000853"/>
          </a:xfrm>
        </p:spPr>
        <p:txBody>
          <a:bodyPr anchor="ctr"/>
          <a:lstStyle>
            <a:lvl1pPr marL="0" indent="0" algn="ctr">
              <a:buFontTx/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19">
            <a:extLst>
              <a:ext uri="{FF2B5EF4-FFF2-40B4-BE49-F238E27FC236}">
                <a16:creationId xmlns:a16="http://schemas.microsoft.com/office/drawing/2014/main" id="{8D58B9B7-3F8E-490D-3CD5-C92B802D368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232457" y="3856323"/>
            <a:ext cx="1999553" cy="2360327"/>
          </a:xfrm>
        </p:spPr>
        <p:txBody>
          <a:bodyPr/>
          <a:lstStyle>
            <a:lvl1pPr marL="0" indent="0" algn="ctr">
              <a:spcAft>
                <a:spcPts val="300"/>
              </a:spcAft>
              <a:buFontTx/>
              <a:buNone/>
              <a:defRPr sz="1800">
                <a:latin typeface="IntelOne Text Medium" panose="020B0703020203020204" pitchFamily="34" charset="0"/>
              </a:defRPr>
            </a:lvl1pPr>
            <a:lvl2pPr marL="0" indent="0" algn="ctr">
              <a:spcAft>
                <a:spcPts val="300"/>
              </a:spcAft>
              <a:buFontTx/>
              <a:buNone/>
              <a:defRPr sz="1600"/>
            </a:lvl2pPr>
            <a:lvl3pPr marL="457200" indent="0" algn="ctr">
              <a:buFontTx/>
              <a:buNone/>
              <a:defRPr/>
            </a:lvl3pPr>
            <a:lvl4pPr marL="690562" indent="0" algn="ctr">
              <a:buFontTx/>
              <a:buNone/>
              <a:defRPr/>
            </a:lvl4pPr>
            <a:lvl5pPr marL="914400" indent="0" algn="ctr">
              <a:buFontTx/>
              <a:buNone/>
              <a:defRPr/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25" name="Picture Placeholder 14">
            <a:extLst>
              <a:ext uri="{FF2B5EF4-FFF2-40B4-BE49-F238E27FC236}">
                <a16:creationId xmlns:a16="http://schemas.microsoft.com/office/drawing/2014/main" id="{3DE9AD2D-C780-79D1-3FB4-DCED9EAEEA42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9368532" y="1535430"/>
            <a:ext cx="1999552" cy="2000853"/>
          </a:xfrm>
        </p:spPr>
        <p:txBody>
          <a:bodyPr anchor="ctr"/>
          <a:lstStyle>
            <a:lvl1pPr marL="0" indent="0" algn="ctr">
              <a:buFontTx/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6" name="Text Placeholder 19">
            <a:extLst>
              <a:ext uri="{FF2B5EF4-FFF2-40B4-BE49-F238E27FC236}">
                <a16:creationId xmlns:a16="http://schemas.microsoft.com/office/drawing/2014/main" id="{0F72FCE8-88A9-B34F-8BEA-45098DAF315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368531" y="3856323"/>
            <a:ext cx="1999553" cy="2360327"/>
          </a:xfrm>
        </p:spPr>
        <p:txBody>
          <a:bodyPr/>
          <a:lstStyle>
            <a:lvl1pPr marL="0" indent="0" algn="ctr">
              <a:spcAft>
                <a:spcPts val="300"/>
              </a:spcAft>
              <a:buFontTx/>
              <a:buNone/>
              <a:defRPr sz="1800">
                <a:latin typeface="IntelOne Text Medium" panose="020B0703020203020204" pitchFamily="34" charset="0"/>
              </a:defRPr>
            </a:lvl1pPr>
            <a:lvl2pPr marL="0" indent="0" algn="ctr">
              <a:spcAft>
                <a:spcPts val="300"/>
              </a:spcAft>
              <a:buFontTx/>
              <a:buNone/>
              <a:defRPr sz="1600"/>
            </a:lvl2pPr>
            <a:lvl3pPr marL="457200" indent="0" algn="ctr">
              <a:buFontTx/>
              <a:buNone/>
              <a:defRPr/>
            </a:lvl3pPr>
            <a:lvl4pPr marL="690562" indent="0" algn="ctr">
              <a:buFontTx/>
              <a:buNone/>
              <a:defRPr/>
            </a:lvl4pPr>
            <a:lvl5pPr marL="914400" indent="0" algn="ctr">
              <a:buFontTx/>
              <a:buNone/>
              <a:defRPr/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948751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D23E5-8B42-FBB3-8E22-4702FB672B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768FF6-8FD0-4E13-A01B-AB7AF941CB4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40080" y="1350962"/>
            <a:ext cx="10911840" cy="4865687"/>
          </a:xfrm>
        </p:spPr>
        <p:txBody>
          <a:bodyPr/>
          <a:lstStyle/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189791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  <p15:guide id="7" orient="horz" pos="2160" userDrawn="1">
          <p15:clr>
            <a:srgbClr val="FBAE40"/>
          </p15:clr>
        </p15:guide>
        <p15:guide id="8" pos="240" userDrawn="1">
          <p15:clr>
            <a:srgbClr val="FBAE40"/>
          </p15:clr>
        </p15:guide>
        <p15:guide id="9" pos="7152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654BD7A-EF24-5BA8-71D8-37820661AD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46AEA0-8A4A-4395-842E-1588A8A29D4C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40080" y="1350962"/>
            <a:ext cx="5135880" cy="4865687"/>
          </a:xfrm>
        </p:spPr>
        <p:txBody>
          <a:bodyPr/>
          <a:lstStyle/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29D013-C7B6-4628-B2EF-9C1967AE612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416040" y="1350962"/>
            <a:ext cx="5134610" cy="4865687"/>
          </a:xfrm>
        </p:spPr>
        <p:txBody>
          <a:bodyPr/>
          <a:lstStyle/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57513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4x4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654BD7A-EF24-5BA8-71D8-37820661AD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title style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E79BDBB4-6615-FB41-1401-B93069A360B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40079" y="1350964"/>
            <a:ext cx="5273041" cy="2250598"/>
          </a:xfrm>
          <a:ln>
            <a:noFill/>
          </a:ln>
        </p:spPr>
        <p:txBody>
          <a:bodyPr lIns="0" tIns="0" rIns="0" bIns="0">
            <a:normAutofit/>
          </a:bodyPr>
          <a:lstStyle>
            <a:lvl1pPr marL="169863" indent="-169863">
              <a:spcAft>
                <a:spcPts val="600"/>
              </a:spcAft>
              <a:defRPr sz="1600"/>
            </a:lvl1pPr>
            <a:lvl2pPr marL="341313" indent="-169863">
              <a:spcAft>
                <a:spcPts val="600"/>
              </a:spcAft>
              <a:defRPr sz="1600"/>
            </a:lvl2pPr>
            <a:lvl3pPr marL="511175" indent="-169863">
              <a:spcAft>
                <a:spcPts val="600"/>
              </a:spcAft>
              <a:defRPr sz="1600"/>
            </a:lvl3pPr>
            <a:lvl4pPr marL="688975" indent="-173038">
              <a:spcAft>
                <a:spcPts val="600"/>
              </a:spcAft>
              <a:defRPr sz="1600"/>
            </a:lvl4pPr>
            <a:lvl5pPr marL="860425" indent="-173038"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69414398-74AE-4FC0-5412-D15D21B2FBDC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6279197" y="1350964"/>
            <a:ext cx="5273041" cy="2250598"/>
          </a:xfrm>
          <a:ln>
            <a:noFill/>
          </a:ln>
        </p:spPr>
        <p:txBody>
          <a:bodyPr lIns="0" tIns="0" rIns="0" bIns="0">
            <a:normAutofit/>
          </a:bodyPr>
          <a:lstStyle>
            <a:lvl1pPr marL="169863" indent="-169863">
              <a:spcAft>
                <a:spcPts val="600"/>
              </a:spcAft>
              <a:defRPr sz="1600"/>
            </a:lvl1pPr>
            <a:lvl2pPr marL="341313" indent="-169863">
              <a:spcAft>
                <a:spcPts val="600"/>
              </a:spcAft>
              <a:defRPr sz="1600"/>
            </a:lvl2pPr>
            <a:lvl3pPr marL="511175" indent="-169863">
              <a:spcAft>
                <a:spcPts val="600"/>
              </a:spcAft>
              <a:defRPr sz="1600"/>
            </a:lvl3pPr>
            <a:lvl4pPr marL="688975" indent="-173038">
              <a:spcAft>
                <a:spcPts val="600"/>
              </a:spcAft>
              <a:defRPr sz="1600"/>
            </a:lvl4pPr>
            <a:lvl5pPr marL="860425" indent="-173038"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C91B7E07-3821-B2E4-641A-F2BC2C562D71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640080" y="3966051"/>
            <a:ext cx="5273041" cy="2066640"/>
          </a:xfrm>
          <a:ln>
            <a:noFill/>
          </a:ln>
        </p:spPr>
        <p:txBody>
          <a:bodyPr lIns="0" tIns="0" rIns="0" bIns="0">
            <a:normAutofit/>
          </a:bodyPr>
          <a:lstStyle>
            <a:lvl1pPr marL="169863" indent="-169863">
              <a:spcAft>
                <a:spcPts val="600"/>
              </a:spcAft>
              <a:defRPr sz="1600"/>
            </a:lvl1pPr>
            <a:lvl2pPr marL="341313" indent="-169863">
              <a:spcAft>
                <a:spcPts val="600"/>
              </a:spcAft>
              <a:defRPr sz="1600"/>
            </a:lvl2pPr>
            <a:lvl3pPr marL="511175" indent="-169863">
              <a:spcAft>
                <a:spcPts val="600"/>
              </a:spcAft>
              <a:defRPr sz="1600"/>
            </a:lvl3pPr>
            <a:lvl4pPr marL="688975" indent="-173038">
              <a:spcAft>
                <a:spcPts val="600"/>
              </a:spcAft>
              <a:defRPr sz="1600"/>
            </a:lvl4pPr>
            <a:lvl5pPr marL="860425" indent="-173038"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BC3CBE23-BF64-0ACE-4068-3470B172F902}"/>
              </a:ext>
            </a:extLst>
          </p:cNvPr>
          <p:cNvSpPr>
            <a:spLocks noGrp="1"/>
          </p:cNvSpPr>
          <p:nvPr>
            <p:ph sz="half" idx="12" hasCustomPrompt="1"/>
          </p:nvPr>
        </p:nvSpPr>
        <p:spPr>
          <a:xfrm>
            <a:off x="6277609" y="3966051"/>
            <a:ext cx="5273041" cy="2066640"/>
          </a:xfrm>
          <a:ln>
            <a:noFill/>
          </a:ln>
        </p:spPr>
        <p:txBody>
          <a:bodyPr lIns="0" tIns="0" rIns="0" bIns="0">
            <a:normAutofit/>
          </a:bodyPr>
          <a:lstStyle>
            <a:lvl1pPr marL="169863" indent="-169863">
              <a:spcAft>
                <a:spcPts val="600"/>
              </a:spcAft>
              <a:defRPr sz="1600"/>
            </a:lvl1pPr>
            <a:lvl2pPr marL="341313" indent="-169863">
              <a:spcAft>
                <a:spcPts val="600"/>
              </a:spcAft>
              <a:defRPr sz="1600"/>
            </a:lvl2pPr>
            <a:lvl3pPr marL="511175" indent="-169863">
              <a:spcAft>
                <a:spcPts val="600"/>
              </a:spcAft>
              <a:defRPr sz="1600"/>
            </a:lvl3pPr>
            <a:lvl4pPr marL="688975" indent="-173038">
              <a:spcAft>
                <a:spcPts val="600"/>
              </a:spcAft>
              <a:defRPr sz="1600"/>
            </a:lvl4pPr>
            <a:lvl5pPr marL="860425" indent="-173038"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D0AD1F2-95A2-979B-B620-C90251AD07BC}"/>
              </a:ext>
            </a:extLst>
          </p:cNvPr>
          <p:cNvCxnSpPr>
            <a:cxnSpLocks/>
          </p:cNvCxnSpPr>
          <p:nvPr/>
        </p:nvCxnSpPr>
        <p:spPr>
          <a:xfrm>
            <a:off x="6096000" y="1350963"/>
            <a:ext cx="0" cy="4865687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7BE7844-CF5A-91CE-82AC-3476F8F43947}"/>
              </a:ext>
            </a:extLst>
          </p:cNvPr>
          <p:cNvCxnSpPr>
            <a:cxnSpLocks/>
          </p:cNvCxnSpPr>
          <p:nvPr/>
        </p:nvCxnSpPr>
        <p:spPr>
          <a:xfrm>
            <a:off x="640080" y="3783806"/>
            <a:ext cx="10910570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3069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lumns + Head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654BD7A-EF24-5BA8-71D8-37820661AD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0080" y="347472"/>
            <a:ext cx="10911840" cy="640080"/>
          </a:xfrm>
        </p:spPr>
        <p:txBody>
          <a:bodyPr/>
          <a:lstStyle/>
          <a:p>
            <a:r>
              <a:rPr lang="en-US" dirty="0"/>
              <a:t>Click to edit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995D9A7-4794-7F3E-08C6-4DF5706ACBC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0080" y="1352550"/>
            <a:ext cx="5367528" cy="731520"/>
          </a:xfr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lIns="137160" tIns="137160" rIns="137160" bIns="137160" anchor="ctr">
            <a:normAutofit/>
          </a:bodyPr>
          <a:lstStyle>
            <a:lvl1pPr marL="0" indent="0" algn="ctr">
              <a:buFontTx/>
              <a:buNone/>
              <a:defRPr sz="2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46AEA0-8A4A-4395-842E-1588A8A29D4C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40080" y="2084069"/>
            <a:ext cx="5367528" cy="4132581"/>
          </a:xfrm>
          <a:ln>
            <a:solidFill>
              <a:schemeClr val="accent1"/>
            </a:solidFill>
          </a:ln>
        </p:spPr>
        <p:txBody>
          <a:bodyPr lIns="137160" tIns="137160" rIns="137160" bIns="137160"/>
          <a:lstStyle/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3C5593E0-6E71-F064-B777-B376CDA76F2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84392" y="1352550"/>
            <a:ext cx="5367528" cy="731520"/>
          </a:xfr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lIns="137160" tIns="137160" rIns="137160" bIns="137160" anchor="ctr">
            <a:normAutofit/>
          </a:bodyPr>
          <a:lstStyle>
            <a:lvl1pPr marL="0" indent="0" algn="ctr">
              <a:buFontTx/>
              <a:buNone/>
              <a:defRPr sz="2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29D013-C7B6-4628-B2EF-9C1967AE612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84392" y="2084069"/>
            <a:ext cx="5367528" cy="4132581"/>
          </a:xfrm>
          <a:ln>
            <a:solidFill>
              <a:schemeClr val="accent1"/>
            </a:solidFill>
          </a:ln>
        </p:spPr>
        <p:txBody>
          <a:bodyPr lIns="137160" tIns="137160" rIns="137160" bIns="137160"/>
          <a:lstStyle/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78800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s + Head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654BD7A-EF24-5BA8-71D8-37820661AD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0080" y="347472"/>
            <a:ext cx="10911840" cy="640080"/>
          </a:xfrm>
        </p:spPr>
        <p:txBody>
          <a:bodyPr/>
          <a:lstStyle/>
          <a:p>
            <a:r>
              <a:rPr lang="en-US" dirty="0"/>
              <a:t>Click to edit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995D9A7-4794-7F3E-08C6-4DF5706ACBC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0080" y="1352550"/>
            <a:ext cx="3511296" cy="731520"/>
          </a:xfr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lIns="137160" tIns="137160" rIns="137160" bIns="137160" anchor="ctr">
            <a:normAutofit/>
          </a:bodyPr>
          <a:lstStyle>
            <a:lvl1pPr marL="0" indent="0" algn="ctr">
              <a:buFontTx/>
              <a:buNone/>
              <a:defRPr sz="2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46AEA0-8A4A-4395-842E-1588A8A29D4C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40080" y="2084069"/>
            <a:ext cx="3511296" cy="4132581"/>
          </a:xfrm>
          <a:ln>
            <a:solidFill>
              <a:schemeClr val="accent1"/>
            </a:solidFill>
          </a:ln>
        </p:spPr>
        <p:txBody>
          <a:bodyPr lIns="137160" tIns="137160" rIns="137160" bIns="137160"/>
          <a:lstStyle/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412B4B45-CF39-C881-FEED-193B2B89EA0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340352" y="1352550"/>
            <a:ext cx="3511296" cy="731520"/>
          </a:xfr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lIns="137160" tIns="137160" rIns="137160" bIns="137160" anchor="ctr">
            <a:normAutofit/>
          </a:bodyPr>
          <a:lstStyle>
            <a:lvl1pPr marL="0" indent="0" algn="ctr">
              <a:buFontTx/>
              <a:buNone/>
              <a:defRPr sz="2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text styles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E46A1A6E-39AF-64E3-3210-6BA9680B4DA5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4340352" y="2084069"/>
            <a:ext cx="3511296" cy="4132581"/>
          </a:xfrm>
          <a:ln>
            <a:solidFill>
              <a:schemeClr val="accent1"/>
            </a:solidFill>
          </a:ln>
        </p:spPr>
        <p:txBody>
          <a:bodyPr lIns="137160" tIns="137160" rIns="137160" bIns="137160"/>
          <a:lstStyle/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B47937BC-FCEA-CF86-9ECE-0BB1BEC95F7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040624" y="1352550"/>
            <a:ext cx="3511296" cy="731520"/>
          </a:xfr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lIns="137160" tIns="137160" rIns="137160" bIns="137160" anchor="ctr">
            <a:normAutofit/>
          </a:bodyPr>
          <a:lstStyle>
            <a:lvl1pPr marL="0" indent="0" algn="ctr">
              <a:buFontTx/>
              <a:buNone/>
              <a:defRPr sz="2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text styles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0F4CBDF-F4ED-5751-33F6-BFE24BB0F3FC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8040624" y="2084069"/>
            <a:ext cx="3511296" cy="4132581"/>
          </a:xfrm>
          <a:ln>
            <a:solidFill>
              <a:schemeClr val="accent1"/>
            </a:solidFill>
          </a:ln>
        </p:spPr>
        <p:txBody>
          <a:bodyPr lIns="137160" tIns="137160" rIns="137160" bIns="137160"/>
          <a:lstStyle/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14090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Columns + Head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654BD7A-EF24-5BA8-71D8-37820661AD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995D9A7-4794-7F3E-08C6-4DF5706ACBC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9763" y="1352550"/>
            <a:ext cx="2590640" cy="731520"/>
          </a:xfr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lIns="137160" tIns="137160" rIns="137160" bIns="137160" anchor="ctr">
            <a:noAutofit/>
          </a:bodyPr>
          <a:lstStyle>
            <a:lvl1pPr marL="0" indent="0" algn="ctr">
              <a:buFontTx/>
              <a:buNone/>
              <a:defRPr sz="2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46AEA0-8A4A-4395-842E-1588A8A29D4C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40079" y="2084069"/>
            <a:ext cx="2590801" cy="4132581"/>
          </a:xfrm>
          <a:ln>
            <a:solidFill>
              <a:schemeClr val="accent1"/>
            </a:solidFill>
          </a:ln>
        </p:spPr>
        <p:txBody>
          <a:bodyPr lIns="137160" tIns="137160" rIns="137160" bIns="137160">
            <a:normAutofit/>
          </a:bodyPr>
          <a:lstStyle>
            <a:lvl1pPr marL="169863" indent="-169863">
              <a:spcAft>
                <a:spcPts val="600"/>
              </a:spcAft>
              <a:defRPr sz="1600"/>
            </a:lvl1pPr>
            <a:lvl2pPr marL="341313" indent="-169863">
              <a:spcAft>
                <a:spcPts val="600"/>
              </a:spcAft>
              <a:defRPr sz="1600"/>
            </a:lvl2pPr>
            <a:lvl3pPr marL="511175" indent="-169863">
              <a:spcAft>
                <a:spcPts val="600"/>
              </a:spcAft>
              <a:defRPr sz="1600"/>
            </a:lvl3pPr>
            <a:lvl4pPr marL="688975" indent="-173038">
              <a:spcAft>
                <a:spcPts val="600"/>
              </a:spcAft>
              <a:defRPr sz="1600"/>
            </a:lvl4pPr>
            <a:lvl5pPr marL="860425" indent="-173038"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893B42FB-5999-B3E9-6C21-A952B948FDA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413443" y="1352550"/>
            <a:ext cx="2590640" cy="731520"/>
          </a:xfr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lIns="137160" tIns="137160" rIns="137160" bIns="137160" anchor="ctr">
            <a:noAutofit/>
          </a:bodyPr>
          <a:lstStyle>
            <a:lvl1pPr marL="0" indent="0" algn="ctr">
              <a:buFontTx/>
              <a:buNone/>
              <a:defRPr sz="2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text styles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C3DD9B0E-BCFC-DE24-9478-B0C73997F4CD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3413443" y="2084069"/>
            <a:ext cx="2590801" cy="4132581"/>
          </a:xfrm>
          <a:ln>
            <a:solidFill>
              <a:schemeClr val="accent1"/>
            </a:solidFill>
          </a:ln>
        </p:spPr>
        <p:txBody>
          <a:bodyPr lIns="137160" tIns="137160" rIns="137160" bIns="137160">
            <a:normAutofit/>
          </a:bodyPr>
          <a:lstStyle>
            <a:lvl1pPr marL="169863" indent="-169863">
              <a:spcAft>
                <a:spcPts val="600"/>
              </a:spcAft>
              <a:defRPr sz="1600"/>
            </a:lvl1pPr>
            <a:lvl2pPr marL="341313" indent="-169863">
              <a:spcAft>
                <a:spcPts val="600"/>
              </a:spcAft>
              <a:defRPr sz="1600"/>
            </a:lvl2pPr>
            <a:lvl3pPr marL="511175" indent="-169863">
              <a:spcAft>
                <a:spcPts val="600"/>
              </a:spcAft>
              <a:defRPr sz="1600"/>
            </a:lvl3pPr>
            <a:lvl4pPr marL="688975" indent="-173038">
              <a:spcAft>
                <a:spcPts val="600"/>
              </a:spcAft>
              <a:defRPr sz="1600"/>
            </a:lvl4pPr>
            <a:lvl5pPr marL="860425" indent="-173038"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408E2BB1-3472-BF16-ED03-7CE5ABEC0E3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87600" y="1352550"/>
            <a:ext cx="2590640" cy="731520"/>
          </a:xfr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lIns="137160" tIns="137160" rIns="137160" bIns="137160" anchor="ctr">
            <a:noAutofit/>
          </a:bodyPr>
          <a:lstStyle>
            <a:lvl1pPr marL="0" indent="0" algn="ctr">
              <a:buFontTx/>
              <a:buNone/>
              <a:defRPr sz="2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text styles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3422803A-3C57-F77D-E23A-7A9EDA5A4C0C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6187600" y="2084069"/>
            <a:ext cx="2590801" cy="4132581"/>
          </a:xfrm>
          <a:ln>
            <a:solidFill>
              <a:schemeClr val="accent1"/>
            </a:solidFill>
          </a:ln>
        </p:spPr>
        <p:txBody>
          <a:bodyPr lIns="137160" tIns="137160" rIns="137160" bIns="137160">
            <a:normAutofit/>
          </a:bodyPr>
          <a:lstStyle>
            <a:lvl1pPr marL="169863" indent="-169863">
              <a:spcAft>
                <a:spcPts val="600"/>
              </a:spcAft>
              <a:defRPr sz="1600"/>
            </a:lvl1pPr>
            <a:lvl2pPr marL="341313" indent="-169863">
              <a:spcAft>
                <a:spcPts val="600"/>
              </a:spcAft>
              <a:defRPr sz="1600"/>
            </a:lvl2pPr>
            <a:lvl3pPr marL="511175" indent="-169863">
              <a:spcAft>
                <a:spcPts val="600"/>
              </a:spcAft>
              <a:defRPr sz="1600"/>
            </a:lvl3pPr>
            <a:lvl4pPr marL="688975" indent="-173038">
              <a:spcAft>
                <a:spcPts val="600"/>
              </a:spcAft>
              <a:defRPr sz="1600"/>
            </a:lvl4pPr>
            <a:lvl5pPr marL="860425" indent="-173038"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8644D253-0A20-D2D5-3705-32A1EAF2C3E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961598" y="1352550"/>
            <a:ext cx="2590640" cy="731520"/>
          </a:xfr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lIns="137160" tIns="137160" rIns="137160" bIns="137160" anchor="ctr">
            <a:noAutofit/>
          </a:bodyPr>
          <a:lstStyle>
            <a:lvl1pPr marL="0" indent="0" algn="ctr">
              <a:buFontTx/>
              <a:buNone/>
              <a:defRPr sz="2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text styles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4C5DA0EE-F75D-43D7-1BC1-178FAD4EABBC}"/>
              </a:ext>
            </a:extLst>
          </p:cNvPr>
          <p:cNvSpPr>
            <a:spLocks noGrp="1"/>
          </p:cNvSpPr>
          <p:nvPr>
            <p:ph sz="half" idx="19" hasCustomPrompt="1"/>
          </p:nvPr>
        </p:nvSpPr>
        <p:spPr>
          <a:xfrm>
            <a:off x="8961598" y="2084069"/>
            <a:ext cx="2590801" cy="4132581"/>
          </a:xfrm>
          <a:ln>
            <a:solidFill>
              <a:schemeClr val="accent1"/>
            </a:solidFill>
          </a:ln>
        </p:spPr>
        <p:txBody>
          <a:bodyPr lIns="137160" tIns="137160" rIns="137160" bIns="137160">
            <a:normAutofit/>
          </a:bodyPr>
          <a:lstStyle>
            <a:lvl1pPr marL="169863" indent="-169863">
              <a:spcAft>
                <a:spcPts val="600"/>
              </a:spcAft>
              <a:defRPr sz="1600"/>
            </a:lvl1pPr>
            <a:lvl2pPr marL="341313" indent="-169863">
              <a:spcAft>
                <a:spcPts val="600"/>
              </a:spcAft>
              <a:defRPr sz="1600"/>
            </a:lvl2pPr>
            <a:lvl3pPr marL="511175" indent="-169863">
              <a:spcAft>
                <a:spcPts val="600"/>
              </a:spcAft>
              <a:defRPr sz="1600"/>
            </a:lvl3pPr>
            <a:lvl4pPr marL="688975" indent="-173038">
              <a:spcAft>
                <a:spcPts val="600"/>
              </a:spcAft>
              <a:defRPr sz="1600"/>
            </a:lvl4pPr>
            <a:lvl5pPr marL="860425" indent="-173038"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691199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x4 Grid + Head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654BD7A-EF24-5BA8-71D8-37820661AD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9762" y="347472"/>
            <a:ext cx="10911840" cy="640080"/>
          </a:xfrm>
        </p:spPr>
        <p:txBody>
          <a:bodyPr/>
          <a:lstStyle/>
          <a:p>
            <a:r>
              <a:rPr lang="en-US" dirty="0"/>
              <a:t>Click to edit title style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BA1EBED7-F22A-AEEF-50AF-DCA60FB5AF5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9762" y="1352550"/>
            <a:ext cx="5367528" cy="457200"/>
          </a:xfr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lIns="137160" tIns="137160" rIns="137160" bIns="137160" anchor="ctr">
            <a:noAutofit/>
          </a:bodyPr>
          <a:lstStyle>
            <a:lvl1pPr marL="0" indent="0" algn="ctr">
              <a:buFontTx/>
              <a:buNone/>
              <a:defRPr sz="1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text styles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DF7A658-66DC-B049-F531-80D4915734F9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39762" y="1809751"/>
            <a:ext cx="5367528" cy="1881822"/>
          </a:xfrm>
          <a:ln>
            <a:solidFill>
              <a:schemeClr val="accent1"/>
            </a:solidFill>
          </a:ln>
        </p:spPr>
        <p:txBody>
          <a:bodyPr lIns="137160" tIns="137160" rIns="137160" bIns="137160">
            <a:normAutofit/>
          </a:bodyPr>
          <a:lstStyle>
            <a:lvl1pPr marL="169863" indent="-169863">
              <a:spcAft>
                <a:spcPts val="600"/>
              </a:spcAft>
              <a:defRPr sz="1400"/>
            </a:lvl1pPr>
            <a:lvl2pPr marL="341313" indent="-169863">
              <a:spcAft>
                <a:spcPts val="600"/>
              </a:spcAft>
              <a:defRPr sz="1400"/>
            </a:lvl2pPr>
            <a:lvl3pPr marL="511175" indent="-169863">
              <a:spcAft>
                <a:spcPts val="600"/>
              </a:spcAft>
              <a:defRPr sz="1400"/>
            </a:lvl3pPr>
            <a:lvl4pPr marL="688975" indent="-173038">
              <a:spcAft>
                <a:spcPts val="600"/>
              </a:spcAft>
              <a:defRPr sz="1400"/>
            </a:lvl4pPr>
            <a:lvl5pPr marL="860425" indent="-173038">
              <a:spcAft>
                <a:spcPts val="600"/>
              </a:spcAft>
              <a:defRPr sz="1400"/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3C0FC96-C70F-998A-9A23-3EFB1C5B422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184074" y="1352550"/>
            <a:ext cx="5367528" cy="457200"/>
          </a:xfr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lIns="137160" tIns="137160" rIns="137160" bIns="137160" anchor="ctr">
            <a:noAutofit/>
          </a:bodyPr>
          <a:lstStyle>
            <a:lvl1pPr marL="0" indent="0" algn="ctr">
              <a:buFontTx/>
              <a:buNone/>
              <a:defRPr sz="1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text styles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2D03784-EE29-2040-37CA-E24316759542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6184074" y="1809751"/>
            <a:ext cx="5367528" cy="1881822"/>
          </a:xfrm>
          <a:ln>
            <a:solidFill>
              <a:schemeClr val="accent1"/>
            </a:solidFill>
          </a:ln>
        </p:spPr>
        <p:txBody>
          <a:bodyPr lIns="137160" tIns="137160" rIns="137160" bIns="137160">
            <a:normAutofit/>
          </a:bodyPr>
          <a:lstStyle>
            <a:lvl1pPr marL="169863" indent="-169863">
              <a:spcAft>
                <a:spcPts val="600"/>
              </a:spcAft>
              <a:defRPr sz="1400"/>
            </a:lvl1pPr>
            <a:lvl2pPr marL="341313" indent="-169863">
              <a:spcAft>
                <a:spcPts val="600"/>
              </a:spcAft>
              <a:defRPr sz="1400"/>
            </a:lvl2pPr>
            <a:lvl3pPr marL="511175" indent="-169863">
              <a:spcAft>
                <a:spcPts val="600"/>
              </a:spcAft>
              <a:defRPr sz="1400"/>
            </a:lvl3pPr>
            <a:lvl4pPr marL="688975" indent="-173038">
              <a:spcAft>
                <a:spcPts val="600"/>
              </a:spcAft>
              <a:defRPr sz="1400"/>
            </a:lvl4pPr>
            <a:lvl5pPr marL="860425" indent="-173038">
              <a:spcAft>
                <a:spcPts val="600"/>
              </a:spcAft>
              <a:defRPr sz="1400"/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8FAA5EC1-E581-7F86-69FD-456AAC31E8D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9762" y="3877627"/>
            <a:ext cx="5367528" cy="457200"/>
          </a:xfr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lIns="137160" tIns="137160" rIns="137160" bIns="137160" anchor="ctr">
            <a:noAutofit/>
          </a:bodyPr>
          <a:lstStyle>
            <a:lvl1pPr marL="0" indent="0" algn="ctr">
              <a:buFontTx/>
              <a:buNone/>
              <a:defRPr sz="1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text styles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9BAE097-DB91-0EF3-B142-A7B9DBC1171D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639762" y="4334828"/>
            <a:ext cx="5367528" cy="1881822"/>
          </a:xfrm>
          <a:ln>
            <a:solidFill>
              <a:schemeClr val="accent1"/>
            </a:solidFill>
          </a:ln>
        </p:spPr>
        <p:txBody>
          <a:bodyPr lIns="137160" tIns="137160" rIns="137160" bIns="137160">
            <a:normAutofit/>
          </a:bodyPr>
          <a:lstStyle>
            <a:lvl1pPr marL="169863" indent="-169863">
              <a:spcAft>
                <a:spcPts val="600"/>
              </a:spcAft>
              <a:defRPr sz="1400"/>
            </a:lvl1pPr>
            <a:lvl2pPr marL="341313" indent="-169863">
              <a:spcAft>
                <a:spcPts val="600"/>
              </a:spcAft>
              <a:defRPr sz="1400"/>
            </a:lvl2pPr>
            <a:lvl3pPr marL="511175" indent="-169863">
              <a:spcAft>
                <a:spcPts val="600"/>
              </a:spcAft>
              <a:defRPr sz="1400"/>
            </a:lvl3pPr>
            <a:lvl4pPr marL="688975" indent="-173038">
              <a:spcAft>
                <a:spcPts val="600"/>
              </a:spcAft>
              <a:defRPr sz="1400"/>
            </a:lvl4pPr>
            <a:lvl5pPr marL="860425" indent="-173038">
              <a:spcAft>
                <a:spcPts val="600"/>
              </a:spcAft>
              <a:defRPr sz="1400"/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E95ECE6F-897C-C9A8-BE7B-4BA634EE6D7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84074" y="3877627"/>
            <a:ext cx="5367528" cy="457200"/>
          </a:xfr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lIns="137160" tIns="137160" rIns="137160" bIns="137160" anchor="ctr">
            <a:noAutofit/>
          </a:bodyPr>
          <a:lstStyle>
            <a:lvl1pPr marL="0" indent="0" algn="ctr">
              <a:buFontTx/>
              <a:buNone/>
              <a:defRPr sz="1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text styles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F3DD6434-B377-6CD5-E09D-4A7DE6664705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6184074" y="4334828"/>
            <a:ext cx="5367528" cy="1881822"/>
          </a:xfrm>
          <a:ln>
            <a:solidFill>
              <a:schemeClr val="accent1"/>
            </a:solidFill>
          </a:ln>
        </p:spPr>
        <p:txBody>
          <a:bodyPr lIns="137160" tIns="137160" rIns="137160" bIns="137160">
            <a:normAutofit/>
          </a:bodyPr>
          <a:lstStyle>
            <a:lvl1pPr marL="169863" indent="-169863">
              <a:spcAft>
                <a:spcPts val="600"/>
              </a:spcAft>
              <a:defRPr sz="1400"/>
            </a:lvl1pPr>
            <a:lvl2pPr marL="341313" indent="-169863">
              <a:spcAft>
                <a:spcPts val="600"/>
              </a:spcAft>
              <a:defRPr sz="1400"/>
            </a:lvl2pPr>
            <a:lvl3pPr marL="511175" indent="-169863">
              <a:spcAft>
                <a:spcPts val="600"/>
              </a:spcAft>
              <a:defRPr sz="1400"/>
            </a:lvl3pPr>
            <a:lvl4pPr marL="688975" indent="-173038">
              <a:spcAft>
                <a:spcPts val="600"/>
              </a:spcAft>
              <a:defRPr sz="1400"/>
            </a:lvl4pPr>
            <a:lvl5pPr marL="860425" indent="-173038">
              <a:spcAft>
                <a:spcPts val="600"/>
              </a:spcAft>
              <a:defRPr sz="1400"/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25743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Takeaway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3C991-9E2F-104F-8898-D7E7380924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44713" y="2051164"/>
            <a:ext cx="2527976" cy="2753150"/>
          </a:xfrm>
          <a:noFill/>
        </p:spPr>
        <p:txBody>
          <a:bodyPr lIns="0" tIns="0" rIns="0" bIns="0" anchor="ctr" anchorCtr="0"/>
          <a:lstStyle>
            <a:lvl1pPr algn="ctr"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31" name="Text Placeholder 17">
            <a:extLst>
              <a:ext uri="{FF2B5EF4-FFF2-40B4-BE49-F238E27FC236}">
                <a16:creationId xmlns:a16="http://schemas.microsoft.com/office/drawing/2014/main" id="{401DDE6C-6DCB-CBEA-3A26-1559A235D62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343398" y="1648828"/>
            <a:ext cx="1594925" cy="1591056"/>
          </a:xfrm>
          <a:solidFill>
            <a:schemeClr val="accent1"/>
          </a:solidFill>
        </p:spPr>
        <p:txBody>
          <a:bodyPr wrap="none" anchor="ctr">
            <a:noAutofit/>
          </a:bodyPr>
          <a:lstStyle>
            <a:lvl1pPr marL="0" indent="0" algn="ctr">
              <a:buFontTx/>
              <a:buNone/>
              <a:defRPr sz="4800" b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1</a:t>
            </a:r>
          </a:p>
        </p:txBody>
      </p:sp>
      <p:sp>
        <p:nvSpPr>
          <p:cNvPr id="32" name="Content Placeholder 2">
            <a:extLst>
              <a:ext uri="{FF2B5EF4-FFF2-40B4-BE49-F238E27FC236}">
                <a16:creationId xmlns:a16="http://schemas.microsoft.com/office/drawing/2014/main" id="{70A7ED0F-B4AC-59A9-FD1B-7AD969C28EE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938322" y="1648828"/>
            <a:ext cx="5613915" cy="1591056"/>
          </a:xfrm>
        </p:spPr>
        <p:txBody>
          <a:bodyPr lIns="18288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4"/>
              </a:buClr>
              <a:buFont typeface="Nunito Sans Light" panose="00000400000000000000" pitchFamily="2" charset="0"/>
              <a:buChar char="​"/>
              <a:defRPr b="0" i="0">
                <a:latin typeface="+mn-lt"/>
              </a:defRPr>
            </a:lvl1pPr>
            <a:lvl2pPr marL="4572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§"/>
              <a:defRPr b="0" i="0">
                <a:latin typeface="+mn-lt"/>
              </a:defRPr>
            </a:lvl2pPr>
            <a:lvl3pPr marL="6858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Calibri" panose="020F0502020204030204" pitchFamily="34" charset="0"/>
              <a:buChar char="–"/>
              <a:defRPr b="0" i="0">
                <a:latin typeface="+mn-lt"/>
              </a:defRPr>
            </a:lvl3pPr>
            <a:lvl4pPr marL="9144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b="0" i="0">
                <a:latin typeface="+mn-lt"/>
              </a:defRPr>
            </a:lvl4pPr>
            <a:lvl5pPr marL="11430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Calibri" panose="020F0502020204030204" pitchFamily="34" charset="0"/>
              <a:buChar char="–"/>
              <a:defRPr b="0" i="0">
                <a:latin typeface="+mn-lt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5A8F2CDB-E1B1-B57E-B5BF-DF4AD07E7F2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43398" y="3615596"/>
            <a:ext cx="1594925" cy="1591056"/>
          </a:xfrm>
          <a:solidFill>
            <a:schemeClr val="accent1"/>
          </a:solidFill>
        </p:spPr>
        <p:txBody>
          <a:bodyPr wrap="none" anchor="ctr">
            <a:noAutofit/>
          </a:bodyPr>
          <a:lstStyle>
            <a:lvl1pPr marL="0" indent="0" algn="ctr">
              <a:buFontTx/>
              <a:buNone/>
              <a:defRPr sz="4800" b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2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054D76D-FB29-6987-DD5B-1A13AB4FCE13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5938322" y="3615596"/>
            <a:ext cx="5613915" cy="1591056"/>
          </a:xfrm>
        </p:spPr>
        <p:txBody>
          <a:bodyPr lIns="18288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4"/>
              </a:buClr>
              <a:buFont typeface="Nunito Sans Light" panose="00000400000000000000" pitchFamily="2" charset="0"/>
              <a:buChar char="​"/>
              <a:defRPr b="0" i="0">
                <a:latin typeface="+mn-lt"/>
              </a:defRPr>
            </a:lvl1pPr>
            <a:lvl2pPr marL="4572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§"/>
              <a:defRPr b="0" i="0">
                <a:latin typeface="+mn-lt"/>
              </a:defRPr>
            </a:lvl2pPr>
            <a:lvl3pPr marL="6858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Calibri" panose="020F0502020204030204" pitchFamily="34" charset="0"/>
              <a:buChar char="–"/>
              <a:defRPr b="0" i="0">
                <a:latin typeface="+mn-lt"/>
              </a:defRPr>
            </a:lvl3pPr>
            <a:lvl4pPr marL="9144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b="0" i="0">
                <a:latin typeface="+mn-lt"/>
              </a:defRPr>
            </a:lvl4pPr>
            <a:lvl5pPr marL="11430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Calibri" panose="020F0502020204030204" pitchFamily="34" charset="0"/>
              <a:buChar char="–"/>
              <a:defRPr b="0" i="0">
                <a:latin typeface="+mn-lt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B20615E-14EE-FC1C-9BBF-857637564208}"/>
              </a:ext>
            </a:extLst>
          </p:cNvPr>
          <p:cNvSpPr/>
          <p:nvPr/>
        </p:nvSpPr>
        <p:spPr>
          <a:xfrm>
            <a:off x="0" y="1648828"/>
            <a:ext cx="170125" cy="170125"/>
          </a:xfrm>
          <a:prstGeom prst="rect">
            <a:avLst/>
          </a:prstGeom>
          <a:solidFill>
            <a:srgbClr val="00A3F6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C041DA2-59D2-63CE-EC7F-5543C59486F8}"/>
              </a:ext>
            </a:extLst>
          </p:cNvPr>
          <p:cNvSpPr/>
          <p:nvPr/>
        </p:nvSpPr>
        <p:spPr>
          <a:xfrm>
            <a:off x="172113" y="1178565"/>
            <a:ext cx="470263" cy="470263"/>
          </a:xfrm>
          <a:prstGeom prst="rect">
            <a:avLst/>
          </a:prstGeom>
          <a:solidFill>
            <a:srgbClr val="004A86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FB1D1B98-4A48-0573-477C-8FCC84C6901B}"/>
              </a:ext>
            </a:extLst>
          </p:cNvPr>
          <p:cNvSpPr/>
          <p:nvPr/>
        </p:nvSpPr>
        <p:spPr>
          <a:xfrm>
            <a:off x="642377" y="1648828"/>
            <a:ext cx="3332650" cy="3557824"/>
          </a:xfrm>
          <a:custGeom>
            <a:avLst/>
            <a:gdLst>
              <a:gd name="connsiteX0" fmla="*/ 34261 w 3332650"/>
              <a:gd name="connsiteY0" fmla="*/ 36576 h 3557824"/>
              <a:gd name="connsiteX1" fmla="*/ 34261 w 3332650"/>
              <a:gd name="connsiteY1" fmla="*/ 3521248 h 3557824"/>
              <a:gd name="connsiteX2" fmla="*/ 3298389 w 3332650"/>
              <a:gd name="connsiteY2" fmla="*/ 3521248 h 3557824"/>
              <a:gd name="connsiteX3" fmla="*/ 3298389 w 3332650"/>
              <a:gd name="connsiteY3" fmla="*/ 36576 h 3557824"/>
              <a:gd name="connsiteX4" fmla="*/ 0 w 3332650"/>
              <a:gd name="connsiteY4" fmla="*/ 0 h 3557824"/>
              <a:gd name="connsiteX5" fmla="*/ 3332650 w 3332650"/>
              <a:gd name="connsiteY5" fmla="*/ 0 h 3557824"/>
              <a:gd name="connsiteX6" fmla="*/ 3332650 w 3332650"/>
              <a:gd name="connsiteY6" fmla="*/ 3557824 h 3557824"/>
              <a:gd name="connsiteX7" fmla="*/ 0 w 3332650"/>
              <a:gd name="connsiteY7" fmla="*/ 3557824 h 35578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332650" h="3557824">
                <a:moveTo>
                  <a:pt x="34261" y="36576"/>
                </a:moveTo>
                <a:lnTo>
                  <a:pt x="34261" y="3521248"/>
                </a:lnTo>
                <a:lnTo>
                  <a:pt x="3298389" y="3521248"/>
                </a:lnTo>
                <a:lnTo>
                  <a:pt x="3298389" y="36576"/>
                </a:lnTo>
                <a:close/>
                <a:moveTo>
                  <a:pt x="0" y="0"/>
                </a:moveTo>
                <a:lnTo>
                  <a:pt x="3332650" y="0"/>
                </a:lnTo>
                <a:lnTo>
                  <a:pt x="3332650" y="3557824"/>
                </a:lnTo>
                <a:lnTo>
                  <a:pt x="0" y="355782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0662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Takeaway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61F33502-FF3E-5973-3DA5-5995A85305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44713" y="1042416"/>
            <a:ext cx="2527976" cy="4773170"/>
          </a:xfrm>
          <a:noFill/>
        </p:spPr>
        <p:txBody>
          <a:bodyPr lIns="0" tIns="0" rIns="0" bIns="0" anchor="ctr" anchorCtr="0"/>
          <a:lstStyle>
            <a:lvl1pPr algn="ctr"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31" name="Text Placeholder 17">
            <a:extLst>
              <a:ext uri="{FF2B5EF4-FFF2-40B4-BE49-F238E27FC236}">
                <a16:creationId xmlns:a16="http://schemas.microsoft.com/office/drawing/2014/main" id="{401DDE6C-6DCB-CBEA-3A26-1559A235D62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343398" y="641031"/>
            <a:ext cx="1619348" cy="1614066"/>
          </a:xfrm>
          <a:solidFill>
            <a:schemeClr val="accent2"/>
          </a:solidFill>
        </p:spPr>
        <p:txBody>
          <a:bodyPr wrap="none" anchor="ctr">
            <a:noAutofit/>
          </a:bodyPr>
          <a:lstStyle>
            <a:lvl1pPr marL="0" indent="0" algn="ctr">
              <a:buFontTx/>
              <a:buNone/>
              <a:defRPr sz="4800" b="0">
                <a:latin typeface="+mj-lt"/>
              </a:defRPr>
            </a:lvl1pPr>
          </a:lstStyle>
          <a:p>
            <a:pPr lvl="0"/>
            <a:r>
              <a:rPr lang="en-US" dirty="0"/>
              <a:t>1</a:t>
            </a:r>
          </a:p>
        </p:txBody>
      </p:sp>
      <p:sp>
        <p:nvSpPr>
          <p:cNvPr id="32" name="Content Placeholder 2">
            <a:extLst>
              <a:ext uri="{FF2B5EF4-FFF2-40B4-BE49-F238E27FC236}">
                <a16:creationId xmlns:a16="http://schemas.microsoft.com/office/drawing/2014/main" id="{70A7ED0F-B4AC-59A9-FD1B-7AD969C28EE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962746" y="641031"/>
            <a:ext cx="5586876" cy="1614066"/>
          </a:xfrm>
        </p:spPr>
        <p:txBody>
          <a:bodyPr lIns="18288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4"/>
              </a:buClr>
              <a:buFont typeface="Nunito Sans Light" panose="00000400000000000000" pitchFamily="2" charset="0"/>
              <a:buChar char="​"/>
              <a:defRPr b="0" i="0">
                <a:latin typeface="+mn-lt"/>
              </a:defRPr>
            </a:lvl1pPr>
            <a:lvl2pPr marL="4572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§"/>
              <a:defRPr b="0" i="0">
                <a:latin typeface="+mn-lt"/>
              </a:defRPr>
            </a:lvl2pPr>
            <a:lvl3pPr marL="6858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Calibri" panose="020F0502020204030204" pitchFamily="34" charset="0"/>
              <a:buChar char="–"/>
              <a:defRPr b="0" i="0">
                <a:latin typeface="+mn-lt"/>
              </a:defRPr>
            </a:lvl3pPr>
            <a:lvl4pPr marL="9144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b="0" i="0">
                <a:latin typeface="+mn-lt"/>
              </a:defRPr>
            </a:lvl4pPr>
            <a:lvl5pPr marL="11430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Calibri" panose="020F0502020204030204" pitchFamily="34" charset="0"/>
              <a:buChar char="–"/>
              <a:defRPr b="0" i="0">
                <a:latin typeface="+mn-lt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A30BF0C4-DF3D-5C44-48D9-DF7D30C754A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43398" y="2621967"/>
            <a:ext cx="1619348" cy="1614066"/>
          </a:xfrm>
          <a:solidFill>
            <a:schemeClr val="accent2"/>
          </a:solidFill>
        </p:spPr>
        <p:txBody>
          <a:bodyPr wrap="none" anchor="ctr">
            <a:noAutofit/>
          </a:bodyPr>
          <a:lstStyle>
            <a:lvl1pPr marL="0" indent="0" algn="ctr">
              <a:buFontTx/>
              <a:buNone/>
              <a:defRPr sz="4800" b="0">
                <a:latin typeface="+mj-lt"/>
              </a:defRPr>
            </a:lvl1pPr>
          </a:lstStyle>
          <a:p>
            <a:pPr lvl="0"/>
            <a:r>
              <a:rPr lang="en-US" dirty="0"/>
              <a:t>2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0154E0CC-D588-2E96-E46C-6D3E52BAF92F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5962746" y="2621967"/>
            <a:ext cx="5586876" cy="1614066"/>
          </a:xfrm>
        </p:spPr>
        <p:txBody>
          <a:bodyPr lIns="18288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4"/>
              </a:buClr>
              <a:buFont typeface="Nunito Sans Light" panose="00000400000000000000" pitchFamily="2" charset="0"/>
              <a:buChar char="​"/>
              <a:defRPr b="0" i="0">
                <a:latin typeface="+mn-lt"/>
              </a:defRPr>
            </a:lvl1pPr>
            <a:lvl2pPr marL="4572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§"/>
              <a:defRPr b="0" i="0">
                <a:latin typeface="+mn-lt"/>
              </a:defRPr>
            </a:lvl2pPr>
            <a:lvl3pPr marL="6858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Calibri" panose="020F0502020204030204" pitchFamily="34" charset="0"/>
              <a:buChar char="–"/>
              <a:defRPr b="0" i="0">
                <a:latin typeface="+mn-lt"/>
              </a:defRPr>
            </a:lvl3pPr>
            <a:lvl4pPr marL="9144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b="0" i="0">
                <a:latin typeface="+mn-lt"/>
              </a:defRPr>
            </a:lvl4pPr>
            <a:lvl5pPr marL="11430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Calibri" panose="020F0502020204030204" pitchFamily="34" charset="0"/>
              <a:buChar char="–"/>
              <a:defRPr b="0" i="0">
                <a:latin typeface="+mn-lt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CD7BB096-5901-7E51-B875-EACF3350815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43398" y="4601475"/>
            <a:ext cx="1619348" cy="1614066"/>
          </a:xfrm>
          <a:solidFill>
            <a:schemeClr val="accent2"/>
          </a:solidFill>
        </p:spPr>
        <p:txBody>
          <a:bodyPr wrap="none" anchor="ctr">
            <a:noAutofit/>
          </a:bodyPr>
          <a:lstStyle>
            <a:lvl1pPr marL="0" indent="0" algn="ctr">
              <a:buFontTx/>
              <a:buNone/>
              <a:defRPr sz="4800" b="0">
                <a:latin typeface="+mj-lt"/>
              </a:defRPr>
            </a:lvl1pPr>
          </a:lstStyle>
          <a:p>
            <a:pPr lvl="0"/>
            <a:r>
              <a:rPr lang="en-US" dirty="0"/>
              <a:t>3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CCD5DBF6-B7D4-ABF3-6073-A8AD1A08FB7A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5962746" y="4601475"/>
            <a:ext cx="5586876" cy="1614066"/>
          </a:xfrm>
        </p:spPr>
        <p:txBody>
          <a:bodyPr lIns="18288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4"/>
              </a:buClr>
              <a:buFont typeface="Nunito Sans Light" panose="00000400000000000000" pitchFamily="2" charset="0"/>
              <a:buChar char="​"/>
              <a:defRPr b="0" i="0">
                <a:latin typeface="+mn-lt"/>
              </a:defRPr>
            </a:lvl1pPr>
            <a:lvl2pPr marL="4572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§"/>
              <a:defRPr b="0" i="0">
                <a:latin typeface="+mn-lt"/>
              </a:defRPr>
            </a:lvl2pPr>
            <a:lvl3pPr marL="6858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Calibri" panose="020F0502020204030204" pitchFamily="34" charset="0"/>
              <a:buChar char="–"/>
              <a:defRPr b="0" i="0">
                <a:latin typeface="+mn-lt"/>
              </a:defRPr>
            </a:lvl3pPr>
            <a:lvl4pPr marL="9144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b="0" i="0">
                <a:latin typeface="+mn-lt"/>
              </a:defRPr>
            </a:lvl4pPr>
            <a:lvl5pPr marL="11430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Calibri" panose="020F0502020204030204" pitchFamily="34" charset="0"/>
              <a:buChar char="–"/>
              <a:defRPr b="0" i="0">
                <a:latin typeface="+mn-lt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F219CFF-697A-9290-2215-D4718F081482}"/>
              </a:ext>
            </a:extLst>
          </p:cNvPr>
          <p:cNvSpPr txBox="1">
            <a:spLocks/>
          </p:cNvSpPr>
          <p:nvPr/>
        </p:nvSpPr>
        <p:spPr>
          <a:xfrm>
            <a:off x="642377" y="640080"/>
            <a:ext cx="3335262" cy="5577842"/>
          </a:xfrm>
          <a:custGeom>
            <a:avLst/>
            <a:gdLst>
              <a:gd name="connsiteX0" fmla="*/ 36576 w 3335262"/>
              <a:gd name="connsiteY0" fmla="*/ 36576 h 5577842"/>
              <a:gd name="connsiteX1" fmla="*/ 36576 w 3335262"/>
              <a:gd name="connsiteY1" fmla="*/ 5541266 h 5577842"/>
              <a:gd name="connsiteX2" fmla="*/ 3298686 w 3335262"/>
              <a:gd name="connsiteY2" fmla="*/ 5541266 h 5577842"/>
              <a:gd name="connsiteX3" fmla="*/ 3298686 w 3335262"/>
              <a:gd name="connsiteY3" fmla="*/ 36576 h 5577842"/>
              <a:gd name="connsiteX4" fmla="*/ 0 w 3335262"/>
              <a:gd name="connsiteY4" fmla="*/ 0 h 5577842"/>
              <a:gd name="connsiteX5" fmla="*/ 3335262 w 3335262"/>
              <a:gd name="connsiteY5" fmla="*/ 0 h 5577842"/>
              <a:gd name="connsiteX6" fmla="*/ 3335262 w 3335262"/>
              <a:gd name="connsiteY6" fmla="*/ 5577842 h 5577842"/>
              <a:gd name="connsiteX7" fmla="*/ 0 w 3335262"/>
              <a:gd name="connsiteY7" fmla="*/ 5577842 h 5577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335262" h="5577842">
                <a:moveTo>
                  <a:pt x="36576" y="36576"/>
                </a:moveTo>
                <a:lnTo>
                  <a:pt x="36576" y="5541266"/>
                </a:lnTo>
                <a:lnTo>
                  <a:pt x="3298686" y="5541266"/>
                </a:lnTo>
                <a:lnTo>
                  <a:pt x="3298686" y="36576"/>
                </a:lnTo>
                <a:close/>
                <a:moveTo>
                  <a:pt x="0" y="0"/>
                </a:moveTo>
                <a:lnTo>
                  <a:pt x="3335262" y="0"/>
                </a:lnTo>
                <a:lnTo>
                  <a:pt x="3335262" y="5577842"/>
                </a:lnTo>
                <a:lnTo>
                  <a:pt x="0" y="5577842"/>
                </a:lnTo>
                <a:close/>
              </a:path>
            </a:pathLst>
          </a:custGeom>
          <a:solidFill>
            <a:schemeClr val="accent2"/>
          </a:solidFill>
        </p:spPr>
        <p:txBody>
          <a:bodyPr vert="horz" wrap="square" lIns="365760" tIns="685800" rIns="365760" bIns="685800" rtlCol="0" anchor="ctr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9E8F627-A016-FA9E-2C72-49C329BE2234}"/>
              </a:ext>
            </a:extLst>
          </p:cNvPr>
          <p:cNvSpPr/>
          <p:nvPr/>
        </p:nvSpPr>
        <p:spPr>
          <a:xfrm>
            <a:off x="0" y="639763"/>
            <a:ext cx="170125" cy="170125"/>
          </a:xfrm>
          <a:prstGeom prst="rect">
            <a:avLst/>
          </a:prstGeom>
          <a:solidFill>
            <a:srgbClr val="7BDEFF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C4A3421-8B6A-66AB-8AC0-509E1F77ADD9}"/>
              </a:ext>
            </a:extLst>
          </p:cNvPr>
          <p:cNvSpPr/>
          <p:nvPr/>
        </p:nvSpPr>
        <p:spPr>
          <a:xfrm>
            <a:off x="172113" y="169500"/>
            <a:ext cx="470263" cy="470263"/>
          </a:xfrm>
          <a:prstGeom prst="rect">
            <a:avLst/>
          </a:prstGeom>
          <a:solidFill>
            <a:srgbClr val="0095CA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27933615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Takeaway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7A8BDD78-5FAC-8A55-991C-65E237B2FF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44713" y="1042416"/>
            <a:ext cx="2527976" cy="4773170"/>
          </a:xfrm>
          <a:noFill/>
        </p:spPr>
        <p:txBody>
          <a:bodyPr lIns="0" tIns="0" rIns="0" bIns="0" anchor="ctr" anchorCtr="0"/>
          <a:lstStyle>
            <a:lvl1pPr algn="ctr"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31" name="Text Placeholder 17">
            <a:extLst>
              <a:ext uri="{FF2B5EF4-FFF2-40B4-BE49-F238E27FC236}">
                <a16:creationId xmlns:a16="http://schemas.microsoft.com/office/drawing/2014/main" id="{401DDE6C-6DCB-CBEA-3A26-1559A235D62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343399" y="639763"/>
            <a:ext cx="1263462" cy="1259341"/>
          </a:xfrm>
          <a:solidFill>
            <a:schemeClr val="accent3"/>
          </a:solidFill>
        </p:spPr>
        <p:txBody>
          <a:bodyPr wrap="none" anchor="ctr">
            <a:noAutofit/>
          </a:bodyPr>
          <a:lstStyle>
            <a:lvl1pPr marL="0" indent="0" algn="ctr">
              <a:buFontTx/>
              <a:buNone/>
              <a:defRPr sz="4800" b="0">
                <a:latin typeface="+mj-lt"/>
              </a:defRPr>
            </a:lvl1pPr>
          </a:lstStyle>
          <a:p>
            <a:pPr lvl="0"/>
            <a:r>
              <a:rPr lang="en-US" dirty="0"/>
              <a:t>1</a:t>
            </a:r>
          </a:p>
        </p:txBody>
      </p:sp>
      <p:sp>
        <p:nvSpPr>
          <p:cNvPr id="32" name="Content Placeholder 2">
            <a:extLst>
              <a:ext uri="{FF2B5EF4-FFF2-40B4-BE49-F238E27FC236}">
                <a16:creationId xmlns:a16="http://schemas.microsoft.com/office/drawing/2014/main" id="{70A7ED0F-B4AC-59A9-FD1B-7AD969C28EE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606861" y="639762"/>
            <a:ext cx="5945376" cy="1259341"/>
          </a:xfrm>
        </p:spPr>
        <p:txBody>
          <a:bodyPr lIns="18288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4"/>
              </a:buClr>
              <a:buFont typeface="Nunito Sans Light" panose="00000400000000000000" pitchFamily="2" charset="0"/>
              <a:buChar char="​"/>
              <a:defRPr b="0" i="0">
                <a:latin typeface="+mn-lt"/>
              </a:defRPr>
            </a:lvl1pPr>
            <a:lvl2pPr marL="4572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§"/>
              <a:defRPr b="0" i="0">
                <a:latin typeface="+mn-lt"/>
              </a:defRPr>
            </a:lvl2pPr>
            <a:lvl3pPr marL="6858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Calibri" panose="020F0502020204030204" pitchFamily="34" charset="0"/>
              <a:buChar char="–"/>
              <a:defRPr b="0" i="0">
                <a:latin typeface="+mn-lt"/>
              </a:defRPr>
            </a:lvl3pPr>
            <a:lvl4pPr marL="9144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b="0" i="0">
                <a:latin typeface="+mn-lt"/>
              </a:defRPr>
            </a:lvl4pPr>
            <a:lvl5pPr marL="11430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Calibri" panose="020F0502020204030204" pitchFamily="34" charset="0"/>
              <a:buChar char="–"/>
              <a:defRPr b="0" i="0">
                <a:latin typeface="+mn-lt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D7CA595A-6D62-43D1-587B-082C9783898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43399" y="2078943"/>
            <a:ext cx="1263462" cy="1259341"/>
          </a:xfrm>
          <a:solidFill>
            <a:schemeClr val="accent3"/>
          </a:solidFill>
        </p:spPr>
        <p:txBody>
          <a:bodyPr wrap="none" anchor="ctr">
            <a:noAutofit/>
          </a:bodyPr>
          <a:lstStyle>
            <a:lvl1pPr marL="0" indent="0" algn="ctr">
              <a:buFontTx/>
              <a:buNone/>
              <a:defRPr sz="4800" b="0">
                <a:latin typeface="+mj-lt"/>
              </a:defRPr>
            </a:lvl1pPr>
          </a:lstStyle>
          <a:p>
            <a:pPr lvl="0"/>
            <a:r>
              <a:rPr lang="en-US" dirty="0"/>
              <a:t>2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5029D4D-033C-35FC-E0DA-F46E0B606135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5606861" y="2078942"/>
            <a:ext cx="5945376" cy="1259341"/>
          </a:xfrm>
        </p:spPr>
        <p:txBody>
          <a:bodyPr lIns="18288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4"/>
              </a:buClr>
              <a:buFont typeface="Nunito Sans Light" panose="00000400000000000000" pitchFamily="2" charset="0"/>
              <a:buChar char="​"/>
              <a:defRPr b="0" i="0">
                <a:latin typeface="+mn-lt"/>
              </a:defRPr>
            </a:lvl1pPr>
            <a:lvl2pPr marL="4572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§"/>
              <a:defRPr b="0" i="0">
                <a:latin typeface="+mn-lt"/>
              </a:defRPr>
            </a:lvl2pPr>
            <a:lvl3pPr marL="6858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Calibri" panose="020F0502020204030204" pitchFamily="34" charset="0"/>
              <a:buChar char="–"/>
              <a:defRPr b="0" i="0">
                <a:latin typeface="+mn-lt"/>
              </a:defRPr>
            </a:lvl3pPr>
            <a:lvl4pPr marL="9144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b="0" i="0">
                <a:latin typeface="+mn-lt"/>
              </a:defRPr>
            </a:lvl4pPr>
            <a:lvl5pPr marL="11430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Calibri" panose="020F0502020204030204" pitchFamily="34" charset="0"/>
              <a:buChar char="–"/>
              <a:defRPr b="0" i="0">
                <a:latin typeface="+mn-lt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17">
            <a:extLst>
              <a:ext uri="{FF2B5EF4-FFF2-40B4-BE49-F238E27FC236}">
                <a16:creationId xmlns:a16="http://schemas.microsoft.com/office/drawing/2014/main" id="{D29D1A13-E761-EC6E-D12B-71C8846FD00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43399" y="3518122"/>
            <a:ext cx="1263462" cy="1259341"/>
          </a:xfrm>
          <a:solidFill>
            <a:schemeClr val="accent3"/>
          </a:solidFill>
        </p:spPr>
        <p:txBody>
          <a:bodyPr wrap="none" anchor="ctr">
            <a:noAutofit/>
          </a:bodyPr>
          <a:lstStyle>
            <a:lvl1pPr marL="0" indent="0" algn="ctr">
              <a:buFontTx/>
              <a:buNone/>
              <a:defRPr sz="4800" b="0">
                <a:latin typeface="+mj-lt"/>
              </a:defRPr>
            </a:lvl1pPr>
          </a:lstStyle>
          <a:p>
            <a:pPr lvl="0"/>
            <a:r>
              <a:rPr lang="en-US" dirty="0"/>
              <a:t>3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FC134D6D-3210-16EF-80F3-C65CD6167A51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5606861" y="3518121"/>
            <a:ext cx="5945376" cy="1259341"/>
          </a:xfrm>
        </p:spPr>
        <p:txBody>
          <a:bodyPr lIns="18288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4"/>
              </a:buClr>
              <a:buFont typeface="Nunito Sans Light" panose="00000400000000000000" pitchFamily="2" charset="0"/>
              <a:buChar char="​"/>
              <a:defRPr b="0" i="0">
                <a:latin typeface="+mn-lt"/>
              </a:defRPr>
            </a:lvl1pPr>
            <a:lvl2pPr marL="4572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§"/>
              <a:defRPr b="0" i="0">
                <a:latin typeface="+mn-lt"/>
              </a:defRPr>
            </a:lvl2pPr>
            <a:lvl3pPr marL="6858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Calibri" panose="020F0502020204030204" pitchFamily="34" charset="0"/>
              <a:buChar char="–"/>
              <a:defRPr b="0" i="0">
                <a:latin typeface="+mn-lt"/>
              </a:defRPr>
            </a:lvl3pPr>
            <a:lvl4pPr marL="9144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b="0" i="0">
                <a:latin typeface="+mn-lt"/>
              </a:defRPr>
            </a:lvl4pPr>
            <a:lvl5pPr marL="11430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Calibri" panose="020F0502020204030204" pitchFamily="34" charset="0"/>
              <a:buChar char="–"/>
              <a:defRPr b="0" i="0">
                <a:latin typeface="+mn-lt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99CE4D8C-A6A7-258C-A083-8DCB8CA9FED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343399" y="4957302"/>
            <a:ext cx="1263462" cy="1259341"/>
          </a:xfrm>
          <a:solidFill>
            <a:schemeClr val="accent3"/>
          </a:solidFill>
        </p:spPr>
        <p:txBody>
          <a:bodyPr wrap="none" anchor="ctr">
            <a:noAutofit/>
          </a:bodyPr>
          <a:lstStyle>
            <a:lvl1pPr marL="0" indent="0" algn="ctr">
              <a:buFontTx/>
              <a:buNone/>
              <a:defRPr sz="4800" b="0">
                <a:latin typeface="+mj-lt"/>
              </a:defRPr>
            </a:lvl1pPr>
          </a:lstStyle>
          <a:p>
            <a:pPr lvl="0"/>
            <a:r>
              <a:rPr lang="en-US" dirty="0"/>
              <a:t>4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D32D25DE-BD5A-1E2A-B371-ECE4BD167240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5606861" y="4957301"/>
            <a:ext cx="5945376" cy="1259341"/>
          </a:xfrm>
        </p:spPr>
        <p:txBody>
          <a:bodyPr lIns="18288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4"/>
              </a:buClr>
              <a:buFont typeface="Nunito Sans Light" panose="00000400000000000000" pitchFamily="2" charset="0"/>
              <a:buChar char="​"/>
              <a:defRPr b="0" i="0">
                <a:latin typeface="+mn-lt"/>
              </a:defRPr>
            </a:lvl1pPr>
            <a:lvl2pPr marL="4572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§"/>
              <a:defRPr b="0" i="0">
                <a:latin typeface="+mn-lt"/>
              </a:defRPr>
            </a:lvl2pPr>
            <a:lvl3pPr marL="6858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Calibri" panose="020F0502020204030204" pitchFamily="34" charset="0"/>
              <a:buChar char="–"/>
              <a:defRPr b="0" i="0">
                <a:latin typeface="+mn-lt"/>
              </a:defRPr>
            </a:lvl3pPr>
            <a:lvl4pPr marL="9144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b="0" i="0">
                <a:latin typeface="+mn-lt"/>
              </a:defRPr>
            </a:lvl4pPr>
            <a:lvl5pPr marL="11430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Calibri" panose="020F0502020204030204" pitchFamily="34" charset="0"/>
              <a:buChar char="–"/>
              <a:defRPr b="0" i="0">
                <a:latin typeface="+mn-lt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0ACED18-52E1-266E-FF34-B44CA2BDA8E2}"/>
              </a:ext>
            </a:extLst>
          </p:cNvPr>
          <p:cNvSpPr txBox="1">
            <a:spLocks/>
          </p:cNvSpPr>
          <p:nvPr/>
        </p:nvSpPr>
        <p:spPr>
          <a:xfrm>
            <a:off x="642377" y="640080"/>
            <a:ext cx="3335262" cy="5577842"/>
          </a:xfrm>
          <a:custGeom>
            <a:avLst/>
            <a:gdLst>
              <a:gd name="connsiteX0" fmla="*/ 36576 w 3335262"/>
              <a:gd name="connsiteY0" fmla="*/ 36576 h 5577842"/>
              <a:gd name="connsiteX1" fmla="*/ 36576 w 3335262"/>
              <a:gd name="connsiteY1" fmla="*/ 5541266 h 5577842"/>
              <a:gd name="connsiteX2" fmla="*/ 3298686 w 3335262"/>
              <a:gd name="connsiteY2" fmla="*/ 5541266 h 5577842"/>
              <a:gd name="connsiteX3" fmla="*/ 3298686 w 3335262"/>
              <a:gd name="connsiteY3" fmla="*/ 36576 h 5577842"/>
              <a:gd name="connsiteX4" fmla="*/ 0 w 3335262"/>
              <a:gd name="connsiteY4" fmla="*/ 0 h 5577842"/>
              <a:gd name="connsiteX5" fmla="*/ 3335262 w 3335262"/>
              <a:gd name="connsiteY5" fmla="*/ 0 h 5577842"/>
              <a:gd name="connsiteX6" fmla="*/ 3335262 w 3335262"/>
              <a:gd name="connsiteY6" fmla="*/ 5577842 h 5577842"/>
              <a:gd name="connsiteX7" fmla="*/ 0 w 3335262"/>
              <a:gd name="connsiteY7" fmla="*/ 5577842 h 5577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335262" h="5577842">
                <a:moveTo>
                  <a:pt x="36576" y="36576"/>
                </a:moveTo>
                <a:lnTo>
                  <a:pt x="36576" y="5541266"/>
                </a:lnTo>
                <a:lnTo>
                  <a:pt x="3298686" y="5541266"/>
                </a:lnTo>
                <a:lnTo>
                  <a:pt x="3298686" y="36576"/>
                </a:lnTo>
                <a:close/>
                <a:moveTo>
                  <a:pt x="0" y="0"/>
                </a:moveTo>
                <a:lnTo>
                  <a:pt x="3335262" y="0"/>
                </a:lnTo>
                <a:lnTo>
                  <a:pt x="3335262" y="5577842"/>
                </a:lnTo>
                <a:lnTo>
                  <a:pt x="0" y="5577842"/>
                </a:lnTo>
                <a:close/>
              </a:path>
            </a:pathLst>
          </a:custGeom>
          <a:solidFill>
            <a:schemeClr val="accent3"/>
          </a:solidFill>
        </p:spPr>
        <p:txBody>
          <a:bodyPr vert="horz" wrap="square" lIns="365760" tIns="685800" rIns="365760" bIns="685800" rtlCol="0" anchor="ctr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662889D-CF8C-1293-98C9-B2E32159D816}"/>
              </a:ext>
            </a:extLst>
          </p:cNvPr>
          <p:cNvSpPr/>
          <p:nvPr/>
        </p:nvSpPr>
        <p:spPr>
          <a:xfrm>
            <a:off x="0" y="639763"/>
            <a:ext cx="170125" cy="170125"/>
          </a:xfrm>
          <a:prstGeom prst="rect">
            <a:avLst/>
          </a:prstGeom>
          <a:solidFill>
            <a:srgbClr val="FFE17A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2CA4A38-16F1-5F93-F149-0D892A577702}"/>
              </a:ext>
            </a:extLst>
          </p:cNvPr>
          <p:cNvSpPr/>
          <p:nvPr/>
        </p:nvSpPr>
        <p:spPr>
          <a:xfrm>
            <a:off x="172113" y="169500"/>
            <a:ext cx="470263" cy="470263"/>
          </a:xfrm>
          <a:prstGeom prst="rect">
            <a:avLst/>
          </a:prstGeom>
          <a:solidFill>
            <a:srgbClr val="EDB20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38681476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 Takeaway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199FD9AD-6A55-B9FB-C392-3B35F51524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44713" y="1042416"/>
            <a:ext cx="2527976" cy="4773170"/>
          </a:xfrm>
          <a:noFill/>
        </p:spPr>
        <p:txBody>
          <a:bodyPr lIns="0" tIns="0" rIns="0" bIns="0" anchor="ctr" anchorCtr="0"/>
          <a:lstStyle>
            <a:lvl1pPr algn="ctr"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CE041CEC-2951-5B9F-2554-B900056DF04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343399" y="644808"/>
            <a:ext cx="969620" cy="966457"/>
          </a:xfrm>
          <a:solidFill>
            <a:schemeClr val="accent4"/>
          </a:solidFill>
        </p:spPr>
        <p:txBody>
          <a:bodyPr wrap="none" anchor="ctr">
            <a:noAutofit/>
          </a:bodyPr>
          <a:lstStyle>
            <a:lvl1pPr marL="0" indent="0" algn="ctr">
              <a:buFontTx/>
              <a:buNone/>
              <a:defRPr sz="4800" b="0">
                <a:latin typeface="+mj-lt"/>
              </a:defRPr>
            </a:lvl1pPr>
          </a:lstStyle>
          <a:p>
            <a:pPr lvl="0"/>
            <a:r>
              <a:rPr lang="en-US" dirty="0"/>
              <a:t>1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E891F22-D93C-CE66-8686-EC86198FEED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313019" y="644807"/>
            <a:ext cx="6239218" cy="966461"/>
          </a:xfrm>
        </p:spPr>
        <p:txBody>
          <a:bodyPr lIns="18288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4"/>
              </a:buClr>
              <a:buFont typeface="Nunito Sans Light" panose="00000400000000000000" pitchFamily="2" charset="0"/>
              <a:buChar char="​"/>
              <a:defRPr b="0" i="0">
                <a:latin typeface="+mn-lt"/>
              </a:defRPr>
            </a:lvl1pPr>
            <a:lvl2pPr marL="4572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§"/>
              <a:defRPr b="0" i="0">
                <a:latin typeface="+mn-lt"/>
              </a:defRPr>
            </a:lvl2pPr>
            <a:lvl3pPr marL="6858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Calibri" panose="020F0502020204030204" pitchFamily="34" charset="0"/>
              <a:buChar char="–"/>
              <a:defRPr b="0" i="0">
                <a:latin typeface="+mn-lt"/>
              </a:defRPr>
            </a:lvl3pPr>
            <a:lvl4pPr marL="9144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b="0" i="0">
                <a:latin typeface="+mn-lt"/>
              </a:defRPr>
            </a:lvl4pPr>
            <a:lvl5pPr marL="11430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Calibri" panose="020F0502020204030204" pitchFamily="34" charset="0"/>
              <a:buChar char="–"/>
              <a:defRPr b="0" i="0">
                <a:latin typeface="+mn-lt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4" name="Text Placeholder 17">
            <a:extLst>
              <a:ext uri="{FF2B5EF4-FFF2-40B4-BE49-F238E27FC236}">
                <a16:creationId xmlns:a16="http://schemas.microsoft.com/office/drawing/2014/main" id="{3F5E3D8D-EE8B-2504-0E7B-8BD0E429E0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43399" y="1791427"/>
            <a:ext cx="969620" cy="966457"/>
          </a:xfrm>
          <a:solidFill>
            <a:schemeClr val="accent4"/>
          </a:solidFill>
        </p:spPr>
        <p:txBody>
          <a:bodyPr wrap="none" anchor="ctr">
            <a:noAutofit/>
          </a:bodyPr>
          <a:lstStyle>
            <a:lvl1pPr marL="0" indent="0" algn="ctr">
              <a:buFontTx/>
              <a:buNone/>
              <a:defRPr sz="4800" b="0">
                <a:latin typeface="+mj-lt"/>
              </a:defRPr>
            </a:lvl1pPr>
          </a:lstStyle>
          <a:p>
            <a:pPr lvl="0"/>
            <a:r>
              <a:rPr lang="en-US" dirty="0"/>
              <a:t>2</a:t>
            </a:r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E10C486B-DFD6-C301-F3CB-D01B2ACD541E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5313019" y="1791426"/>
            <a:ext cx="6239218" cy="966461"/>
          </a:xfrm>
        </p:spPr>
        <p:txBody>
          <a:bodyPr lIns="18288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4"/>
              </a:buClr>
              <a:buFont typeface="Nunito Sans Light" panose="00000400000000000000" pitchFamily="2" charset="0"/>
              <a:buChar char="​"/>
              <a:defRPr b="0" i="0">
                <a:latin typeface="+mn-lt"/>
              </a:defRPr>
            </a:lvl1pPr>
            <a:lvl2pPr marL="4572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§"/>
              <a:defRPr b="0" i="0">
                <a:latin typeface="+mn-lt"/>
              </a:defRPr>
            </a:lvl2pPr>
            <a:lvl3pPr marL="6858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Calibri" panose="020F0502020204030204" pitchFamily="34" charset="0"/>
              <a:buChar char="–"/>
              <a:defRPr b="0" i="0">
                <a:latin typeface="+mn-lt"/>
              </a:defRPr>
            </a:lvl3pPr>
            <a:lvl4pPr marL="9144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b="0" i="0">
                <a:latin typeface="+mn-lt"/>
              </a:defRPr>
            </a:lvl4pPr>
            <a:lvl5pPr marL="11430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Calibri" panose="020F0502020204030204" pitchFamily="34" charset="0"/>
              <a:buChar char="–"/>
              <a:defRPr b="0" i="0">
                <a:latin typeface="+mn-lt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8" name="Text Placeholder 17">
            <a:extLst>
              <a:ext uri="{FF2B5EF4-FFF2-40B4-BE49-F238E27FC236}">
                <a16:creationId xmlns:a16="http://schemas.microsoft.com/office/drawing/2014/main" id="{B5970A10-5E1C-A255-8FB8-D459ADDAE9B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43399" y="2938043"/>
            <a:ext cx="969620" cy="966457"/>
          </a:xfrm>
          <a:solidFill>
            <a:schemeClr val="accent4"/>
          </a:solidFill>
        </p:spPr>
        <p:txBody>
          <a:bodyPr wrap="none" anchor="ctr">
            <a:noAutofit/>
          </a:bodyPr>
          <a:lstStyle>
            <a:lvl1pPr marL="0" indent="0" algn="ctr">
              <a:buFontTx/>
              <a:buNone/>
              <a:defRPr sz="4800" b="0">
                <a:latin typeface="+mj-lt"/>
              </a:defRPr>
            </a:lvl1pPr>
          </a:lstStyle>
          <a:p>
            <a:pPr lvl="0"/>
            <a:r>
              <a:rPr lang="en-US" dirty="0"/>
              <a:t>3</a:t>
            </a:r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1EDFAD67-E3A1-0FF6-987D-7D581812A926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5313019" y="2938042"/>
            <a:ext cx="6239218" cy="966461"/>
          </a:xfrm>
        </p:spPr>
        <p:txBody>
          <a:bodyPr lIns="18288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4"/>
              </a:buClr>
              <a:buFont typeface="Nunito Sans Light" panose="00000400000000000000" pitchFamily="2" charset="0"/>
              <a:buChar char="​"/>
              <a:defRPr b="0" i="0">
                <a:latin typeface="+mn-lt"/>
              </a:defRPr>
            </a:lvl1pPr>
            <a:lvl2pPr marL="4572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§"/>
              <a:defRPr b="0" i="0">
                <a:latin typeface="+mn-lt"/>
              </a:defRPr>
            </a:lvl2pPr>
            <a:lvl3pPr marL="6858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Calibri" panose="020F0502020204030204" pitchFamily="34" charset="0"/>
              <a:buChar char="–"/>
              <a:defRPr b="0" i="0">
                <a:latin typeface="+mn-lt"/>
              </a:defRPr>
            </a:lvl3pPr>
            <a:lvl4pPr marL="9144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b="0" i="0">
                <a:latin typeface="+mn-lt"/>
              </a:defRPr>
            </a:lvl4pPr>
            <a:lvl5pPr marL="11430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Calibri" panose="020F0502020204030204" pitchFamily="34" charset="0"/>
              <a:buChar char="–"/>
              <a:defRPr b="0" i="0">
                <a:latin typeface="+mn-lt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Text Placeholder 17">
            <a:extLst>
              <a:ext uri="{FF2B5EF4-FFF2-40B4-BE49-F238E27FC236}">
                <a16:creationId xmlns:a16="http://schemas.microsoft.com/office/drawing/2014/main" id="{C0136CF7-D8D3-C5F7-3C34-CB802C75DFE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343399" y="4084662"/>
            <a:ext cx="969620" cy="966457"/>
          </a:xfrm>
          <a:solidFill>
            <a:schemeClr val="accent4"/>
          </a:solidFill>
        </p:spPr>
        <p:txBody>
          <a:bodyPr wrap="none" anchor="ctr">
            <a:noAutofit/>
          </a:bodyPr>
          <a:lstStyle>
            <a:lvl1pPr marL="0" indent="0" algn="ctr">
              <a:buFontTx/>
              <a:buNone/>
              <a:defRPr sz="4800" b="0">
                <a:latin typeface="+mj-lt"/>
              </a:defRPr>
            </a:lvl1pPr>
          </a:lstStyle>
          <a:p>
            <a:pPr lvl="0"/>
            <a:r>
              <a:rPr lang="en-US" dirty="0"/>
              <a:t>4</a:t>
            </a:r>
          </a:p>
        </p:txBody>
      </p:sp>
      <p:sp>
        <p:nvSpPr>
          <p:cNvPr id="32" name="Content Placeholder 2">
            <a:extLst>
              <a:ext uri="{FF2B5EF4-FFF2-40B4-BE49-F238E27FC236}">
                <a16:creationId xmlns:a16="http://schemas.microsoft.com/office/drawing/2014/main" id="{35A1449F-D7F4-640E-689B-662E6BE7F29C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5313019" y="4084661"/>
            <a:ext cx="6239218" cy="966461"/>
          </a:xfrm>
        </p:spPr>
        <p:txBody>
          <a:bodyPr lIns="18288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4"/>
              </a:buClr>
              <a:buFont typeface="Nunito Sans Light" panose="00000400000000000000" pitchFamily="2" charset="0"/>
              <a:buChar char="​"/>
              <a:defRPr b="0" i="0">
                <a:latin typeface="+mn-lt"/>
              </a:defRPr>
            </a:lvl1pPr>
            <a:lvl2pPr marL="4572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§"/>
              <a:defRPr b="0" i="0">
                <a:latin typeface="+mn-lt"/>
              </a:defRPr>
            </a:lvl2pPr>
            <a:lvl3pPr marL="6858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Calibri" panose="020F0502020204030204" pitchFamily="34" charset="0"/>
              <a:buChar char="–"/>
              <a:defRPr b="0" i="0">
                <a:latin typeface="+mn-lt"/>
              </a:defRPr>
            </a:lvl3pPr>
            <a:lvl4pPr marL="9144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b="0" i="0">
                <a:latin typeface="+mn-lt"/>
              </a:defRPr>
            </a:lvl4pPr>
            <a:lvl5pPr marL="11430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Calibri" panose="020F0502020204030204" pitchFamily="34" charset="0"/>
              <a:buChar char="–"/>
              <a:defRPr b="0" i="0">
                <a:latin typeface="+mn-lt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3" name="Text Placeholder 17">
            <a:extLst>
              <a:ext uri="{FF2B5EF4-FFF2-40B4-BE49-F238E27FC236}">
                <a16:creationId xmlns:a16="http://schemas.microsoft.com/office/drawing/2014/main" id="{A5218536-8ED5-63AC-DEB9-549E55FFA60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343399" y="5259652"/>
            <a:ext cx="969620" cy="966457"/>
          </a:xfrm>
          <a:solidFill>
            <a:schemeClr val="accent4"/>
          </a:solidFill>
        </p:spPr>
        <p:txBody>
          <a:bodyPr wrap="none" anchor="ctr">
            <a:noAutofit/>
          </a:bodyPr>
          <a:lstStyle>
            <a:lvl1pPr marL="0" indent="0" algn="ctr">
              <a:buFontTx/>
              <a:buNone/>
              <a:defRPr sz="4800" b="0">
                <a:latin typeface="+mj-lt"/>
              </a:defRPr>
            </a:lvl1pPr>
          </a:lstStyle>
          <a:p>
            <a:pPr lvl="0"/>
            <a:r>
              <a:rPr lang="en-US" dirty="0"/>
              <a:t>5</a:t>
            </a:r>
          </a:p>
        </p:txBody>
      </p:sp>
      <p:sp>
        <p:nvSpPr>
          <p:cNvPr id="34" name="Content Placeholder 2">
            <a:extLst>
              <a:ext uri="{FF2B5EF4-FFF2-40B4-BE49-F238E27FC236}">
                <a16:creationId xmlns:a16="http://schemas.microsoft.com/office/drawing/2014/main" id="{D6468BD1-0061-5A82-D408-E4B39AD360F9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5313019" y="5259651"/>
            <a:ext cx="6239218" cy="966461"/>
          </a:xfrm>
        </p:spPr>
        <p:txBody>
          <a:bodyPr lIns="18288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4"/>
              </a:buClr>
              <a:buFont typeface="Nunito Sans Light" panose="00000400000000000000" pitchFamily="2" charset="0"/>
              <a:buChar char="​"/>
              <a:defRPr b="0" i="0">
                <a:latin typeface="+mn-lt"/>
              </a:defRPr>
            </a:lvl1pPr>
            <a:lvl2pPr marL="4572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§"/>
              <a:defRPr b="0" i="0">
                <a:latin typeface="+mn-lt"/>
              </a:defRPr>
            </a:lvl2pPr>
            <a:lvl3pPr marL="6858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Calibri" panose="020F0502020204030204" pitchFamily="34" charset="0"/>
              <a:buChar char="–"/>
              <a:defRPr b="0" i="0">
                <a:latin typeface="+mn-lt"/>
              </a:defRPr>
            </a:lvl3pPr>
            <a:lvl4pPr marL="9144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b="0" i="0">
                <a:latin typeface="+mn-lt"/>
              </a:defRPr>
            </a:lvl4pPr>
            <a:lvl5pPr marL="11430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Calibri" panose="020F0502020204030204" pitchFamily="34" charset="0"/>
              <a:buChar char="–"/>
              <a:defRPr b="0" i="0">
                <a:latin typeface="+mn-lt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B2B4E8D-1BF3-C5E5-D5DD-A6AA8ED6ABC6}"/>
              </a:ext>
            </a:extLst>
          </p:cNvPr>
          <p:cNvSpPr txBox="1">
            <a:spLocks/>
          </p:cNvSpPr>
          <p:nvPr/>
        </p:nvSpPr>
        <p:spPr>
          <a:xfrm>
            <a:off x="642377" y="640080"/>
            <a:ext cx="3335262" cy="5577842"/>
          </a:xfrm>
          <a:custGeom>
            <a:avLst/>
            <a:gdLst>
              <a:gd name="connsiteX0" fmla="*/ 36576 w 3335262"/>
              <a:gd name="connsiteY0" fmla="*/ 36576 h 5577842"/>
              <a:gd name="connsiteX1" fmla="*/ 36576 w 3335262"/>
              <a:gd name="connsiteY1" fmla="*/ 5541266 h 5577842"/>
              <a:gd name="connsiteX2" fmla="*/ 3298686 w 3335262"/>
              <a:gd name="connsiteY2" fmla="*/ 5541266 h 5577842"/>
              <a:gd name="connsiteX3" fmla="*/ 3298686 w 3335262"/>
              <a:gd name="connsiteY3" fmla="*/ 36576 h 5577842"/>
              <a:gd name="connsiteX4" fmla="*/ 0 w 3335262"/>
              <a:gd name="connsiteY4" fmla="*/ 0 h 5577842"/>
              <a:gd name="connsiteX5" fmla="*/ 3335262 w 3335262"/>
              <a:gd name="connsiteY5" fmla="*/ 0 h 5577842"/>
              <a:gd name="connsiteX6" fmla="*/ 3335262 w 3335262"/>
              <a:gd name="connsiteY6" fmla="*/ 5577842 h 5577842"/>
              <a:gd name="connsiteX7" fmla="*/ 0 w 3335262"/>
              <a:gd name="connsiteY7" fmla="*/ 5577842 h 5577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335262" h="5577842">
                <a:moveTo>
                  <a:pt x="36576" y="36576"/>
                </a:moveTo>
                <a:lnTo>
                  <a:pt x="36576" y="5541266"/>
                </a:lnTo>
                <a:lnTo>
                  <a:pt x="3298686" y="5541266"/>
                </a:lnTo>
                <a:lnTo>
                  <a:pt x="3298686" y="36576"/>
                </a:lnTo>
                <a:close/>
                <a:moveTo>
                  <a:pt x="0" y="0"/>
                </a:moveTo>
                <a:lnTo>
                  <a:pt x="3335262" y="0"/>
                </a:lnTo>
                <a:lnTo>
                  <a:pt x="3335262" y="5577842"/>
                </a:lnTo>
                <a:lnTo>
                  <a:pt x="0" y="5577842"/>
                </a:lnTo>
                <a:close/>
              </a:path>
            </a:pathLst>
          </a:custGeom>
          <a:solidFill>
            <a:schemeClr val="accent4"/>
          </a:solidFill>
        </p:spPr>
        <p:txBody>
          <a:bodyPr vert="horz" wrap="square" lIns="365760" tIns="685800" rIns="365760" bIns="685800" rtlCol="0" anchor="ctr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F37A278-06A6-2598-D757-A489A655F4BE}"/>
              </a:ext>
            </a:extLst>
          </p:cNvPr>
          <p:cNvSpPr/>
          <p:nvPr/>
        </p:nvSpPr>
        <p:spPr>
          <a:xfrm>
            <a:off x="0" y="639763"/>
            <a:ext cx="170125" cy="170125"/>
          </a:xfrm>
          <a:prstGeom prst="rect">
            <a:avLst/>
          </a:prstGeom>
          <a:solidFill>
            <a:srgbClr val="FF8F5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A89DBDE-D5B2-4AB2-A0CF-CD2ECB00EF90}"/>
              </a:ext>
            </a:extLst>
          </p:cNvPr>
          <p:cNvSpPr/>
          <p:nvPr/>
        </p:nvSpPr>
        <p:spPr>
          <a:xfrm>
            <a:off x="172113" y="169500"/>
            <a:ext cx="470263" cy="470263"/>
          </a:xfrm>
          <a:prstGeom prst="rect">
            <a:avLst/>
          </a:prstGeom>
          <a:solidFill>
            <a:srgbClr val="B2450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40202946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50BD236-A5FE-B377-4D89-6CC4416BEC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title style</a:t>
            </a:r>
          </a:p>
        </p:txBody>
      </p:sp>
    </p:spTree>
    <p:extLst>
      <p:ext uri="{BB962C8B-B14F-4D97-AF65-F5344CB8AC3E}">
        <p14:creationId xmlns:p14="http://schemas.microsoft.com/office/powerpoint/2010/main" val="37346150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68964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86A3C7A-0D03-4ABF-7369-DA48EFB6CF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0080" y="347472"/>
            <a:ext cx="10911840" cy="640080"/>
          </a:xfrm>
        </p:spPr>
        <p:txBody>
          <a:bodyPr/>
          <a:lstStyle/>
          <a:p>
            <a:r>
              <a:rPr lang="en-US" dirty="0"/>
              <a:t>Click to edit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C827E3-834F-40BA-9518-B0648BD536F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8810" y="987552"/>
            <a:ext cx="10911840" cy="365760"/>
          </a:xfrm>
        </p:spPr>
        <p:txBody>
          <a:bodyPr anchor="ctr">
            <a:noAutofit/>
          </a:bodyPr>
          <a:lstStyle>
            <a:lvl1pPr marL="0" indent="0">
              <a:spcAft>
                <a:spcPts val="0"/>
              </a:spcAft>
              <a:buFontTx/>
              <a:buNone/>
              <a:defRPr sz="2200" b="0" i="0">
                <a:solidFill>
                  <a:schemeClr val="accent1"/>
                </a:solidFill>
                <a:latin typeface="IntelOne Text" panose="020B0503020203020204" pitchFamily="34" charset="77"/>
              </a:defRPr>
            </a:lvl1pPr>
          </a:lstStyle>
          <a:p>
            <a:pPr lvl="0"/>
            <a:r>
              <a:rPr lang="en-US" dirty="0"/>
              <a:t>Click to edit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768FF6-8FD0-4E13-A01B-AB7AF941CB4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40080" y="1533844"/>
            <a:ext cx="10910570" cy="4682806"/>
          </a:xfrm>
        </p:spPr>
        <p:txBody>
          <a:bodyPr/>
          <a:lstStyle/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07267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DB6E4F3-2E55-E9EA-4859-9DC5DF5353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0080" y="347472"/>
            <a:ext cx="10911840" cy="640080"/>
          </a:xfrm>
        </p:spPr>
        <p:txBody>
          <a:bodyPr/>
          <a:lstStyle/>
          <a:p>
            <a:r>
              <a:rPr lang="en-US" dirty="0"/>
              <a:t>Click to edit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C66EBB2-584E-4CD8-BAAE-06D480D3A0C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9763" y="987552"/>
            <a:ext cx="10912474" cy="365760"/>
          </a:xfrm>
        </p:spPr>
        <p:txBody>
          <a:bodyPr anchor="ctr">
            <a:noAutofit/>
          </a:bodyPr>
          <a:lstStyle>
            <a:lvl1pPr marL="0" indent="0">
              <a:buNone/>
              <a:defRPr sz="2200" b="0" i="0">
                <a:solidFill>
                  <a:schemeClr val="accent1"/>
                </a:solidFill>
                <a:latin typeface="IntelOne Text" panose="020B0503020203020204" pitchFamily="34" charset="77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46AEA0-8A4A-4395-842E-1588A8A29D4C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40080" y="1533842"/>
            <a:ext cx="5135880" cy="4682807"/>
          </a:xfrm>
        </p:spPr>
        <p:txBody>
          <a:bodyPr/>
          <a:lstStyle/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29D013-C7B6-4628-B2EF-9C1967AE612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416040" y="1533842"/>
            <a:ext cx="5135880" cy="4682807"/>
          </a:xfrm>
        </p:spPr>
        <p:txBody>
          <a:bodyPr/>
          <a:lstStyle/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65637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, Content +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B994338F-57B1-028F-1D5E-F452777222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9763" y="347472"/>
            <a:ext cx="5136197" cy="640080"/>
          </a:xfrm>
        </p:spPr>
        <p:txBody>
          <a:bodyPr/>
          <a:lstStyle/>
          <a:p>
            <a:r>
              <a:rPr lang="en-US" dirty="0"/>
              <a:t>Click to edit title style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4D1D699-1964-9A45-A892-EAAC949B825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9763" y="987552"/>
            <a:ext cx="5136197" cy="365760"/>
          </a:xfrm>
        </p:spPr>
        <p:txBody>
          <a:bodyPr anchor="ctr">
            <a:noAutofit/>
          </a:bodyPr>
          <a:lstStyle>
            <a:lvl1pPr marL="0" indent="0">
              <a:buNone/>
              <a:defRPr sz="2200">
                <a:solidFill>
                  <a:schemeClr val="accent1"/>
                </a:solidFill>
                <a:latin typeface="IntelOne Text" panose="020B0503020203020204" pitchFamily="34" charset="77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46AEA0-8A4A-4395-842E-1588A8A29D4C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39763" y="1533843"/>
            <a:ext cx="5136197" cy="4682807"/>
          </a:xfrm>
        </p:spPr>
        <p:txBody>
          <a:bodyPr/>
          <a:lstStyle/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F6811E0-242E-4455-9E93-6248E7DEDA0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416040" y="0"/>
            <a:ext cx="5318759" cy="6400799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00625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, Content + 2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33E60C93-847C-93D6-AE2E-10B0B166D5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9763" y="347472"/>
            <a:ext cx="5136197" cy="640080"/>
          </a:xfrm>
        </p:spPr>
        <p:txBody>
          <a:bodyPr/>
          <a:lstStyle/>
          <a:p>
            <a:r>
              <a:rPr lang="en-US" dirty="0"/>
              <a:t>Click to edit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C66EBB2-584E-4CD8-BAAE-06D480D3A0C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9763" y="987552"/>
            <a:ext cx="5136197" cy="365760"/>
          </a:xfrm>
        </p:spPr>
        <p:txBody>
          <a:bodyPr anchor="ctr">
            <a:noAutofit/>
          </a:bodyPr>
          <a:lstStyle>
            <a:lvl1pPr marL="0" indent="0">
              <a:buNone/>
              <a:defRPr sz="2200">
                <a:solidFill>
                  <a:schemeClr val="accent1"/>
                </a:solidFill>
                <a:latin typeface="IntelOne Text" panose="020B0503020203020204" pitchFamily="34" charset="77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46AEA0-8A4A-4395-842E-1588A8A29D4C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39763" y="1533844"/>
            <a:ext cx="5136197" cy="4682806"/>
          </a:xfrm>
        </p:spPr>
        <p:txBody>
          <a:bodyPr/>
          <a:lstStyle/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F6811E0-242E-4455-9E93-6248E7DEDA0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414452" y="347471"/>
            <a:ext cx="5136197" cy="237744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9775C37-EE38-450C-8269-79E50F8E88A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414452" y="2724909"/>
            <a:ext cx="5136197" cy="466347"/>
          </a:xfrm>
        </p:spPr>
        <p:txBody>
          <a:bodyPr tIns="91440" bIns="91440">
            <a:normAutofit/>
          </a:bodyPr>
          <a:lstStyle>
            <a:lvl1pPr marL="0" indent="0">
              <a:spcAft>
                <a:spcPts val="600"/>
              </a:spcAft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 text styles</a:t>
            </a:r>
          </a:p>
        </p:txBody>
      </p:sp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7DC24117-8044-4F60-A59D-9F61002D6C8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14452" y="3372863"/>
            <a:ext cx="5136197" cy="237744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205F9606-8CF6-4C56-B2B6-E8A04B25F11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14452" y="5750302"/>
            <a:ext cx="5136197" cy="466347"/>
          </a:xfrm>
        </p:spPr>
        <p:txBody>
          <a:bodyPr tIns="91440" bIns="91440">
            <a:normAutofit/>
          </a:bodyPr>
          <a:lstStyle>
            <a:lvl1pPr marL="0" indent="0">
              <a:spcAft>
                <a:spcPts val="600"/>
              </a:spcAft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2692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rg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F6811E0-242E-4455-9E93-6248E7DEDA0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1734800" cy="6400799"/>
          </a:xfrm>
        </p:spPr>
        <p:txBody>
          <a:bodyPr anchor="ctr"/>
          <a:lstStyle>
            <a:lvl1pPr marL="0" indent="0" algn="ctr">
              <a:buNone/>
              <a:defRPr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03753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+ Wid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50BD236-A5FE-B377-4D89-6CC4416BEC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title style</a:t>
            </a:r>
          </a:p>
        </p:txBody>
      </p:sp>
      <p:sp>
        <p:nvSpPr>
          <p:cNvPr id="2" name="Picture Placeholder 6">
            <a:extLst>
              <a:ext uri="{FF2B5EF4-FFF2-40B4-BE49-F238E27FC236}">
                <a16:creationId xmlns:a16="http://schemas.microsoft.com/office/drawing/2014/main" id="{E28CC3DB-32C1-9267-C415-1682E5B10D8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1352550"/>
            <a:ext cx="11734800" cy="5048249"/>
          </a:xfrm>
        </p:spPr>
        <p:txBody>
          <a:bodyPr anchor="ctr"/>
          <a:lstStyle>
            <a:lvl1pPr marL="0" indent="0" algn="ctr">
              <a:buNone/>
              <a:defRPr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42323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+ Left Title Sp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0C1D5899-2B9E-5D25-F726-760571B26364}"/>
              </a:ext>
            </a:extLst>
          </p:cNvPr>
          <p:cNvSpPr/>
          <p:nvPr/>
        </p:nvSpPr>
        <p:spPr>
          <a:xfrm>
            <a:off x="3" y="0"/>
            <a:ext cx="11734798" cy="64007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137160" rIns="137160" bIns="137160" rtlCol="0" anchor="ctr"/>
          <a:lstStyle/>
          <a:p>
            <a:pPr algn="ctr"/>
            <a:endParaRPr lang="en-US" dirty="0"/>
          </a:p>
        </p:txBody>
      </p:sp>
      <p:sp>
        <p:nvSpPr>
          <p:cNvPr id="31" name="Title 30">
            <a:extLst>
              <a:ext uri="{FF2B5EF4-FFF2-40B4-BE49-F238E27FC236}">
                <a16:creationId xmlns:a16="http://schemas.microsoft.com/office/drawing/2014/main" id="{6A69887A-DD77-9546-AE4E-B9C0617A29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2250" y="1371599"/>
            <a:ext cx="3657601" cy="3657601"/>
          </a:xfrm>
          <a:solidFill>
            <a:schemeClr val="accent1"/>
          </a:solidFill>
        </p:spPr>
        <p:txBody>
          <a:bodyPr lIns="182880" tIns="182880" rIns="182880" bIns="182880"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2AD1F6E-6AFC-AC91-D952-A8CB5AD405FC}"/>
              </a:ext>
            </a:extLst>
          </p:cNvPr>
          <p:cNvSpPr/>
          <p:nvPr/>
        </p:nvSpPr>
        <p:spPr>
          <a:xfrm>
            <a:off x="241988" y="5029200"/>
            <a:ext cx="470263" cy="470263"/>
          </a:xfrm>
          <a:prstGeom prst="rect">
            <a:avLst/>
          </a:prstGeom>
          <a:solidFill>
            <a:srgbClr val="004A86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8F1BE65-F2AE-9E27-36A5-2D3DF330AF32}"/>
              </a:ext>
            </a:extLst>
          </p:cNvPr>
          <p:cNvSpPr/>
          <p:nvPr/>
        </p:nvSpPr>
        <p:spPr>
          <a:xfrm>
            <a:off x="3" y="4787214"/>
            <a:ext cx="241985" cy="241985"/>
          </a:xfrm>
          <a:prstGeom prst="rect">
            <a:avLst/>
          </a:prstGeom>
          <a:solidFill>
            <a:srgbClr val="00A3F6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C4711679-EFA1-F7B6-E438-32609450884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" y="0"/>
            <a:ext cx="11734798" cy="6400799"/>
          </a:xfrm>
          <a:custGeom>
            <a:avLst/>
            <a:gdLst>
              <a:gd name="connsiteX0" fmla="*/ 241985 w 11734798"/>
              <a:gd name="connsiteY0" fmla="*/ 5029200 h 6400799"/>
              <a:gd name="connsiteX1" fmla="*/ 241985 w 11734798"/>
              <a:gd name="connsiteY1" fmla="*/ 5499463 h 6400799"/>
              <a:gd name="connsiteX2" fmla="*/ 712248 w 11734798"/>
              <a:gd name="connsiteY2" fmla="*/ 5499463 h 6400799"/>
              <a:gd name="connsiteX3" fmla="*/ 712248 w 11734798"/>
              <a:gd name="connsiteY3" fmla="*/ 5029200 h 6400799"/>
              <a:gd name="connsiteX4" fmla="*/ 712249 w 11734798"/>
              <a:gd name="connsiteY4" fmla="*/ 1371600 h 6400799"/>
              <a:gd name="connsiteX5" fmla="*/ 712249 w 11734798"/>
              <a:gd name="connsiteY5" fmla="*/ 5029200 h 6400799"/>
              <a:gd name="connsiteX6" fmla="*/ 4369848 w 11734798"/>
              <a:gd name="connsiteY6" fmla="*/ 5029200 h 6400799"/>
              <a:gd name="connsiteX7" fmla="*/ 4369848 w 11734798"/>
              <a:gd name="connsiteY7" fmla="*/ 1371600 h 6400799"/>
              <a:gd name="connsiteX8" fmla="*/ 0 w 11734798"/>
              <a:gd name="connsiteY8" fmla="*/ 0 h 6400799"/>
              <a:gd name="connsiteX9" fmla="*/ 11734798 w 11734798"/>
              <a:gd name="connsiteY9" fmla="*/ 0 h 6400799"/>
              <a:gd name="connsiteX10" fmla="*/ 11734798 w 11734798"/>
              <a:gd name="connsiteY10" fmla="*/ 6400799 h 6400799"/>
              <a:gd name="connsiteX11" fmla="*/ 0 w 11734798"/>
              <a:gd name="connsiteY11" fmla="*/ 6400799 h 6400799"/>
              <a:gd name="connsiteX12" fmla="*/ 0 w 11734798"/>
              <a:gd name="connsiteY12" fmla="*/ 5029199 h 6400799"/>
              <a:gd name="connsiteX13" fmla="*/ 241985 w 11734798"/>
              <a:gd name="connsiteY13" fmla="*/ 5029199 h 6400799"/>
              <a:gd name="connsiteX14" fmla="*/ 241985 w 11734798"/>
              <a:gd name="connsiteY14" fmla="*/ 4787214 h 6400799"/>
              <a:gd name="connsiteX15" fmla="*/ 0 w 11734798"/>
              <a:gd name="connsiteY15" fmla="*/ 4787214 h 64007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1734798" h="6400799">
                <a:moveTo>
                  <a:pt x="241985" y="5029200"/>
                </a:moveTo>
                <a:lnTo>
                  <a:pt x="241985" y="5499463"/>
                </a:lnTo>
                <a:lnTo>
                  <a:pt x="712248" y="5499463"/>
                </a:lnTo>
                <a:lnTo>
                  <a:pt x="712248" y="5029200"/>
                </a:lnTo>
                <a:close/>
                <a:moveTo>
                  <a:pt x="712249" y="1371600"/>
                </a:moveTo>
                <a:lnTo>
                  <a:pt x="712249" y="5029200"/>
                </a:lnTo>
                <a:lnTo>
                  <a:pt x="4369848" y="5029200"/>
                </a:lnTo>
                <a:lnTo>
                  <a:pt x="4369848" y="1371600"/>
                </a:lnTo>
                <a:close/>
                <a:moveTo>
                  <a:pt x="0" y="0"/>
                </a:moveTo>
                <a:lnTo>
                  <a:pt x="11734798" y="0"/>
                </a:lnTo>
                <a:lnTo>
                  <a:pt x="11734798" y="6400799"/>
                </a:lnTo>
                <a:lnTo>
                  <a:pt x="0" y="6400799"/>
                </a:lnTo>
                <a:lnTo>
                  <a:pt x="0" y="5029199"/>
                </a:lnTo>
                <a:lnTo>
                  <a:pt x="241985" y="5029199"/>
                </a:lnTo>
                <a:lnTo>
                  <a:pt x="241985" y="4787214"/>
                </a:lnTo>
                <a:lnTo>
                  <a:pt x="0" y="4787214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40760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+ Right Title Sp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A4F3B6E-D05E-E4F6-DC76-31639E847BA7}"/>
              </a:ext>
            </a:extLst>
          </p:cNvPr>
          <p:cNvSpPr/>
          <p:nvPr/>
        </p:nvSpPr>
        <p:spPr>
          <a:xfrm>
            <a:off x="0" y="0"/>
            <a:ext cx="11734798" cy="64007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137160" rIns="137160" bIns="137160" rtlCol="0" anchor="ctr"/>
          <a:lstStyle/>
          <a:p>
            <a:pPr algn="ctr"/>
            <a:endParaRPr lang="en-US" dirty="0"/>
          </a:p>
        </p:txBody>
      </p:sp>
      <p:sp>
        <p:nvSpPr>
          <p:cNvPr id="6" name="Title 30">
            <a:extLst>
              <a:ext uri="{FF2B5EF4-FFF2-40B4-BE49-F238E27FC236}">
                <a16:creationId xmlns:a16="http://schemas.microsoft.com/office/drawing/2014/main" id="{EB2A2752-ACB8-2582-F75D-5593DC921B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64952" y="1371599"/>
            <a:ext cx="3657601" cy="3657601"/>
          </a:xfrm>
          <a:solidFill>
            <a:schemeClr val="accent1"/>
          </a:solidFill>
        </p:spPr>
        <p:txBody>
          <a:bodyPr lIns="182880" tIns="182880" rIns="182880" bIns="182880"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DEF3002-6F26-3F97-964D-49A0F18642A5}"/>
              </a:ext>
            </a:extLst>
          </p:cNvPr>
          <p:cNvSpPr/>
          <p:nvPr/>
        </p:nvSpPr>
        <p:spPr>
          <a:xfrm>
            <a:off x="11022553" y="5029200"/>
            <a:ext cx="470263" cy="470263"/>
          </a:xfrm>
          <a:prstGeom prst="rect">
            <a:avLst/>
          </a:prstGeom>
          <a:solidFill>
            <a:srgbClr val="004A86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ABAFF7B-53E6-A6F9-54BA-3FC1B58686E4}"/>
              </a:ext>
            </a:extLst>
          </p:cNvPr>
          <p:cNvSpPr/>
          <p:nvPr/>
        </p:nvSpPr>
        <p:spPr>
          <a:xfrm>
            <a:off x="11492816" y="4787214"/>
            <a:ext cx="241985" cy="241985"/>
          </a:xfrm>
          <a:prstGeom prst="rect">
            <a:avLst/>
          </a:prstGeom>
          <a:solidFill>
            <a:srgbClr val="00A3F6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72A92C45-B49D-ACAB-B565-FF6BB01A557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" y="0"/>
            <a:ext cx="11734798" cy="6400799"/>
          </a:xfrm>
          <a:custGeom>
            <a:avLst/>
            <a:gdLst>
              <a:gd name="connsiteX0" fmla="*/ 7364950 w 11734798"/>
              <a:gd name="connsiteY0" fmla="*/ 1371600 h 6400799"/>
              <a:gd name="connsiteX1" fmla="*/ 7364950 w 11734798"/>
              <a:gd name="connsiteY1" fmla="*/ 5029200 h 6400799"/>
              <a:gd name="connsiteX2" fmla="*/ 11022550 w 11734798"/>
              <a:gd name="connsiteY2" fmla="*/ 5029200 h 6400799"/>
              <a:gd name="connsiteX3" fmla="*/ 11022550 w 11734798"/>
              <a:gd name="connsiteY3" fmla="*/ 5499463 h 6400799"/>
              <a:gd name="connsiteX4" fmla="*/ 11492813 w 11734798"/>
              <a:gd name="connsiteY4" fmla="*/ 5499463 h 6400799"/>
              <a:gd name="connsiteX5" fmla="*/ 11492813 w 11734798"/>
              <a:gd name="connsiteY5" fmla="*/ 5029200 h 6400799"/>
              <a:gd name="connsiteX6" fmla="*/ 11022550 w 11734798"/>
              <a:gd name="connsiteY6" fmla="*/ 5029200 h 6400799"/>
              <a:gd name="connsiteX7" fmla="*/ 11022550 w 11734798"/>
              <a:gd name="connsiteY7" fmla="*/ 1371600 h 6400799"/>
              <a:gd name="connsiteX8" fmla="*/ 0 w 11734798"/>
              <a:gd name="connsiteY8" fmla="*/ 0 h 6400799"/>
              <a:gd name="connsiteX9" fmla="*/ 11734798 w 11734798"/>
              <a:gd name="connsiteY9" fmla="*/ 0 h 6400799"/>
              <a:gd name="connsiteX10" fmla="*/ 11734798 w 11734798"/>
              <a:gd name="connsiteY10" fmla="*/ 4787214 h 6400799"/>
              <a:gd name="connsiteX11" fmla="*/ 11492813 w 11734798"/>
              <a:gd name="connsiteY11" fmla="*/ 4787214 h 6400799"/>
              <a:gd name="connsiteX12" fmla="*/ 11492813 w 11734798"/>
              <a:gd name="connsiteY12" fmla="*/ 5029199 h 6400799"/>
              <a:gd name="connsiteX13" fmla="*/ 11734798 w 11734798"/>
              <a:gd name="connsiteY13" fmla="*/ 5029199 h 6400799"/>
              <a:gd name="connsiteX14" fmla="*/ 11734798 w 11734798"/>
              <a:gd name="connsiteY14" fmla="*/ 6400799 h 6400799"/>
              <a:gd name="connsiteX15" fmla="*/ 0 w 11734798"/>
              <a:gd name="connsiteY15" fmla="*/ 6400799 h 64007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1734798" h="6400799">
                <a:moveTo>
                  <a:pt x="7364950" y="1371600"/>
                </a:moveTo>
                <a:lnTo>
                  <a:pt x="7364950" y="5029200"/>
                </a:lnTo>
                <a:lnTo>
                  <a:pt x="11022550" y="5029200"/>
                </a:lnTo>
                <a:lnTo>
                  <a:pt x="11022550" y="5499463"/>
                </a:lnTo>
                <a:lnTo>
                  <a:pt x="11492813" y="5499463"/>
                </a:lnTo>
                <a:lnTo>
                  <a:pt x="11492813" y="5029200"/>
                </a:lnTo>
                <a:lnTo>
                  <a:pt x="11022550" y="5029200"/>
                </a:lnTo>
                <a:lnTo>
                  <a:pt x="11022550" y="1371600"/>
                </a:lnTo>
                <a:close/>
                <a:moveTo>
                  <a:pt x="0" y="0"/>
                </a:moveTo>
                <a:lnTo>
                  <a:pt x="11734798" y="0"/>
                </a:lnTo>
                <a:lnTo>
                  <a:pt x="11734798" y="4787214"/>
                </a:lnTo>
                <a:lnTo>
                  <a:pt x="11492813" y="4787214"/>
                </a:lnTo>
                <a:lnTo>
                  <a:pt x="11492813" y="5029199"/>
                </a:lnTo>
                <a:lnTo>
                  <a:pt x="11734798" y="5029199"/>
                </a:lnTo>
                <a:lnTo>
                  <a:pt x="11734798" y="6400799"/>
                </a:lnTo>
                <a:lnTo>
                  <a:pt x="0" y="6400799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31261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820FEEF8-EEF8-B9B5-810C-8AD016F350BB}"/>
              </a:ext>
            </a:extLst>
          </p:cNvPr>
          <p:cNvSpPr/>
          <p:nvPr/>
        </p:nvSpPr>
        <p:spPr>
          <a:xfrm>
            <a:off x="639763" y="457200"/>
            <a:ext cx="10912475" cy="5049333"/>
          </a:xfrm>
          <a:custGeom>
            <a:avLst/>
            <a:gdLst>
              <a:gd name="connsiteX0" fmla="*/ 36577 w 10912475"/>
              <a:gd name="connsiteY0" fmla="*/ 36577 h 5049333"/>
              <a:gd name="connsiteX1" fmla="*/ 36577 w 10912475"/>
              <a:gd name="connsiteY1" fmla="*/ 5012757 h 5049333"/>
              <a:gd name="connsiteX2" fmla="*/ 10875899 w 10912475"/>
              <a:gd name="connsiteY2" fmla="*/ 5012757 h 5049333"/>
              <a:gd name="connsiteX3" fmla="*/ 10875899 w 10912475"/>
              <a:gd name="connsiteY3" fmla="*/ 36577 h 5049333"/>
              <a:gd name="connsiteX4" fmla="*/ 0 w 10912475"/>
              <a:gd name="connsiteY4" fmla="*/ 0 h 5049333"/>
              <a:gd name="connsiteX5" fmla="*/ 10912475 w 10912475"/>
              <a:gd name="connsiteY5" fmla="*/ 0 h 5049333"/>
              <a:gd name="connsiteX6" fmla="*/ 10912475 w 10912475"/>
              <a:gd name="connsiteY6" fmla="*/ 5049333 h 5049333"/>
              <a:gd name="connsiteX7" fmla="*/ 0 w 10912475"/>
              <a:gd name="connsiteY7" fmla="*/ 5049333 h 5049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912475" h="5049333">
                <a:moveTo>
                  <a:pt x="36577" y="36577"/>
                </a:moveTo>
                <a:lnTo>
                  <a:pt x="36577" y="5012757"/>
                </a:lnTo>
                <a:lnTo>
                  <a:pt x="10875899" y="5012757"/>
                </a:lnTo>
                <a:lnTo>
                  <a:pt x="10875899" y="36577"/>
                </a:lnTo>
                <a:close/>
                <a:moveTo>
                  <a:pt x="0" y="0"/>
                </a:moveTo>
                <a:lnTo>
                  <a:pt x="10912475" y="0"/>
                </a:lnTo>
                <a:lnTo>
                  <a:pt x="10912475" y="5049333"/>
                </a:lnTo>
                <a:lnTo>
                  <a:pt x="0" y="504933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FACB7C02-25A3-B9BE-2326-650C4C0650E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33539" y="950976"/>
            <a:ext cx="9921748" cy="4061782"/>
          </a:xfrm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ct val="125000"/>
              </a:lnSpc>
              <a:buNone/>
              <a:defRPr sz="6000" b="0" i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text styles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036CFF80-799B-5C54-B9EF-54EF6F60A61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33539" y="5643694"/>
            <a:ext cx="9921748" cy="572955"/>
          </a:xfrm>
        </p:spPr>
        <p:txBody>
          <a:bodyPr lIns="0" tIns="0" rIns="0" bIns="0" anchor="ctr">
            <a:noAutofit/>
          </a:bodyPr>
          <a:lstStyle>
            <a:lvl1pPr marL="0" indent="0" algn="r">
              <a:spcAft>
                <a:spcPts val="0"/>
              </a:spcAft>
              <a:buNone/>
              <a:defRPr sz="1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text styles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931D666-096E-9895-E872-07B935D55522}"/>
              </a:ext>
            </a:extLst>
          </p:cNvPr>
          <p:cNvSpPr/>
          <p:nvPr/>
        </p:nvSpPr>
        <p:spPr>
          <a:xfrm>
            <a:off x="0" y="457200"/>
            <a:ext cx="457199" cy="457199"/>
          </a:xfrm>
          <a:prstGeom prst="rect">
            <a:avLst/>
          </a:prstGeom>
          <a:solidFill>
            <a:srgbClr val="004A86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6EA900C-C742-44E2-853A-067D38863FC2}"/>
              </a:ext>
            </a:extLst>
          </p:cNvPr>
          <p:cNvSpPr/>
          <p:nvPr/>
        </p:nvSpPr>
        <p:spPr>
          <a:xfrm>
            <a:off x="457200" y="274638"/>
            <a:ext cx="182562" cy="182562"/>
          </a:xfrm>
          <a:prstGeom prst="rect">
            <a:avLst/>
          </a:prstGeom>
          <a:solidFill>
            <a:srgbClr val="76CEFF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936F5504-2706-9C7A-A652-3E27C22A5923}"/>
              </a:ext>
            </a:extLst>
          </p:cNvPr>
          <p:cNvSpPr/>
          <p:nvPr/>
        </p:nvSpPr>
        <p:spPr>
          <a:xfrm>
            <a:off x="11552240" y="5506533"/>
            <a:ext cx="365124" cy="365124"/>
          </a:xfrm>
          <a:custGeom>
            <a:avLst/>
            <a:gdLst>
              <a:gd name="connsiteX0" fmla="*/ 36576 w 365124"/>
              <a:gd name="connsiteY0" fmla="*/ 36576 h 365124"/>
              <a:gd name="connsiteX1" fmla="*/ 36576 w 365124"/>
              <a:gd name="connsiteY1" fmla="*/ 328548 h 365124"/>
              <a:gd name="connsiteX2" fmla="*/ 328548 w 365124"/>
              <a:gd name="connsiteY2" fmla="*/ 328548 h 365124"/>
              <a:gd name="connsiteX3" fmla="*/ 328548 w 365124"/>
              <a:gd name="connsiteY3" fmla="*/ 36576 h 365124"/>
              <a:gd name="connsiteX4" fmla="*/ 0 w 365124"/>
              <a:gd name="connsiteY4" fmla="*/ 0 h 365124"/>
              <a:gd name="connsiteX5" fmla="*/ 365124 w 365124"/>
              <a:gd name="connsiteY5" fmla="*/ 0 h 365124"/>
              <a:gd name="connsiteX6" fmla="*/ 365124 w 365124"/>
              <a:gd name="connsiteY6" fmla="*/ 365124 h 365124"/>
              <a:gd name="connsiteX7" fmla="*/ 0 w 365124"/>
              <a:gd name="connsiteY7" fmla="*/ 365124 h 36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65124" h="365124">
                <a:moveTo>
                  <a:pt x="36576" y="36576"/>
                </a:moveTo>
                <a:lnTo>
                  <a:pt x="36576" y="328548"/>
                </a:lnTo>
                <a:lnTo>
                  <a:pt x="328548" y="328548"/>
                </a:lnTo>
                <a:lnTo>
                  <a:pt x="328548" y="36576"/>
                </a:lnTo>
                <a:close/>
                <a:moveTo>
                  <a:pt x="0" y="0"/>
                </a:moveTo>
                <a:lnTo>
                  <a:pt x="365124" y="0"/>
                </a:lnTo>
                <a:lnTo>
                  <a:pt x="365124" y="365124"/>
                </a:lnTo>
                <a:lnTo>
                  <a:pt x="0" y="365124"/>
                </a:lnTo>
                <a:close/>
              </a:path>
            </a:pathLst>
          </a:custGeom>
          <a:solidFill>
            <a:srgbClr val="00A3F6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17054991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: Shape 4">
            <a:extLst>
              <a:ext uri="{FF2B5EF4-FFF2-40B4-BE49-F238E27FC236}">
                <a16:creationId xmlns:a16="http://schemas.microsoft.com/office/drawing/2014/main" id="{C62D1762-935C-3DFF-869F-F876A0673952}"/>
              </a:ext>
            </a:extLst>
          </p:cNvPr>
          <p:cNvSpPr/>
          <p:nvPr/>
        </p:nvSpPr>
        <p:spPr>
          <a:xfrm>
            <a:off x="1295400" y="457200"/>
            <a:ext cx="9601200" cy="5049333"/>
          </a:xfrm>
          <a:custGeom>
            <a:avLst/>
            <a:gdLst>
              <a:gd name="connsiteX0" fmla="*/ 36576 w 10058400"/>
              <a:gd name="connsiteY0" fmla="*/ 36576 h 5049333"/>
              <a:gd name="connsiteX1" fmla="*/ 36576 w 10058400"/>
              <a:gd name="connsiteY1" fmla="*/ 5012758 h 5049333"/>
              <a:gd name="connsiteX2" fmla="*/ 10021824 w 10058400"/>
              <a:gd name="connsiteY2" fmla="*/ 5012758 h 5049333"/>
              <a:gd name="connsiteX3" fmla="*/ 10021824 w 10058400"/>
              <a:gd name="connsiteY3" fmla="*/ 36576 h 5049333"/>
              <a:gd name="connsiteX4" fmla="*/ 0 w 10058400"/>
              <a:gd name="connsiteY4" fmla="*/ 0 h 5049333"/>
              <a:gd name="connsiteX5" fmla="*/ 10058400 w 10058400"/>
              <a:gd name="connsiteY5" fmla="*/ 0 h 5049333"/>
              <a:gd name="connsiteX6" fmla="*/ 10058400 w 10058400"/>
              <a:gd name="connsiteY6" fmla="*/ 5049333 h 5049333"/>
              <a:gd name="connsiteX7" fmla="*/ 0 w 10058400"/>
              <a:gd name="connsiteY7" fmla="*/ 5049333 h 5049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058400" h="5049333">
                <a:moveTo>
                  <a:pt x="36576" y="36576"/>
                </a:moveTo>
                <a:lnTo>
                  <a:pt x="36576" y="5012758"/>
                </a:lnTo>
                <a:lnTo>
                  <a:pt x="10021824" y="5012758"/>
                </a:lnTo>
                <a:lnTo>
                  <a:pt x="10021824" y="36576"/>
                </a:lnTo>
                <a:close/>
                <a:moveTo>
                  <a:pt x="0" y="0"/>
                </a:moveTo>
                <a:lnTo>
                  <a:pt x="10058400" y="0"/>
                </a:lnTo>
                <a:lnTo>
                  <a:pt x="10058400" y="5049333"/>
                </a:lnTo>
                <a:lnTo>
                  <a:pt x="0" y="5049333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FACB7C02-25A3-B9BE-2326-650C4C0650E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89176" y="950976"/>
            <a:ext cx="8610474" cy="4061782"/>
          </a:xfrm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ct val="125000"/>
              </a:lnSpc>
              <a:buNone/>
              <a:defRPr sz="6000" b="0" i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text styles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036CFF80-799B-5C54-B9EF-54EF6F60A61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789176" y="5643694"/>
            <a:ext cx="8610474" cy="572955"/>
          </a:xfrm>
        </p:spPr>
        <p:txBody>
          <a:bodyPr lIns="0" tIns="0" rIns="0" bIns="0" anchor="ctr">
            <a:noAutofit/>
          </a:bodyPr>
          <a:lstStyle>
            <a:lvl1pPr marL="0" indent="0" algn="r">
              <a:spcAft>
                <a:spcPts val="0"/>
              </a:spcAft>
              <a:buNone/>
              <a:defRPr sz="1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text styles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F2CFAE9-FB4C-420D-6D1F-D909FF0EB247}"/>
              </a:ext>
            </a:extLst>
          </p:cNvPr>
          <p:cNvSpPr>
            <a:spLocks noChangeAspect="1"/>
          </p:cNvSpPr>
          <p:nvPr/>
        </p:nvSpPr>
        <p:spPr>
          <a:xfrm>
            <a:off x="292608" y="292608"/>
            <a:ext cx="571500" cy="571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137160" rIns="137160" bIns="137160"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707CFEA-5506-10FA-BF9A-48D713892FD2}"/>
              </a:ext>
            </a:extLst>
          </p:cNvPr>
          <p:cNvSpPr>
            <a:spLocks noChangeAspect="1"/>
          </p:cNvSpPr>
          <p:nvPr/>
        </p:nvSpPr>
        <p:spPr>
          <a:xfrm>
            <a:off x="146304" y="5961888"/>
            <a:ext cx="292608" cy="292608"/>
          </a:xfrm>
          <a:prstGeom prst="rect">
            <a:avLst/>
          </a:prstGeom>
          <a:solidFill>
            <a:srgbClr val="8F5D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137160" rIns="137160" bIns="137160"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6D55701-64DD-DCE6-9C94-53C2D99CDA90}"/>
              </a:ext>
            </a:extLst>
          </p:cNvPr>
          <p:cNvSpPr>
            <a:spLocks noChangeAspect="1"/>
          </p:cNvSpPr>
          <p:nvPr/>
        </p:nvSpPr>
        <p:spPr>
          <a:xfrm>
            <a:off x="0" y="6254496"/>
            <a:ext cx="146304" cy="146304"/>
          </a:xfrm>
          <a:prstGeom prst="rect">
            <a:avLst/>
          </a:prstGeom>
          <a:solidFill>
            <a:srgbClr val="CC94D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137160" rIns="137160" bIns="137160"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0589386-711E-EF28-E92B-1669C90926A1}"/>
              </a:ext>
            </a:extLst>
          </p:cNvPr>
          <p:cNvSpPr>
            <a:spLocks noChangeAspect="1"/>
          </p:cNvSpPr>
          <p:nvPr/>
        </p:nvSpPr>
        <p:spPr>
          <a:xfrm>
            <a:off x="0" y="0"/>
            <a:ext cx="292608" cy="292608"/>
          </a:xfrm>
          <a:prstGeom prst="rect">
            <a:avLst/>
          </a:prstGeom>
          <a:solidFill>
            <a:srgbClr val="B245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137160" rIns="137160" bIns="137160"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06219E9-62EB-3F60-7768-106750FF399D}"/>
              </a:ext>
            </a:extLst>
          </p:cNvPr>
          <p:cNvSpPr>
            <a:spLocks noChangeAspect="1"/>
          </p:cNvSpPr>
          <p:nvPr/>
        </p:nvSpPr>
        <p:spPr>
          <a:xfrm>
            <a:off x="292608" y="1835150"/>
            <a:ext cx="292608" cy="2926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137160" rIns="137160" bIns="137160"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4C6CECC-D81A-E232-164C-E8DF7D623382}"/>
              </a:ext>
            </a:extLst>
          </p:cNvPr>
          <p:cNvSpPr>
            <a:spLocks noChangeAspect="1"/>
          </p:cNvSpPr>
          <p:nvPr/>
        </p:nvSpPr>
        <p:spPr>
          <a:xfrm>
            <a:off x="146304" y="2127758"/>
            <a:ext cx="146304" cy="146304"/>
          </a:xfrm>
          <a:prstGeom prst="rect">
            <a:avLst/>
          </a:prstGeom>
          <a:solidFill>
            <a:srgbClr val="FFE1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137160" rIns="137160" bIns="137160" rtlCol="0" anchor="ctr"/>
          <a:lstStyle/>
          <a:p>
            <a:pPr algn="ctr"/>
            <a:endParaRPr lang="en-US" dirty="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38B44FED-BFFE-C9E6-EEA1-F2ABAD011967}"/>
              </a:ext>
            </a:extLst>
          </p:cNvPr>
          <p:cNvSpPr>
            <a:spLocks noChangeAspect="1"/>
          </p:cNvSpPr>
          <p:nvPr/>
        </p:nvSpPr>
        <p:spPr>
          <a:xfrm>
            <a:off x="585216" y="3391408"/>
            <a:ext cx="571500" cy="571500"/>
          </a:xfrm>
          <a:custGeom>
            <a:avLst/>
            <a:gdLst>
              <a:gd name="connsiteX0" fmla="*/ 36576 w 571500"/>
              <a:gd name="connsiteY0" fmla="*/ 36576 h 571500"/>
              <a:gd name="connsiteX1" fmla="*/ 36576 w 571500"/>
              <a:gd name="connsiteY1" fmla="*/ 534924 h 571500"/>
              <a:gd name="connsiteX2" fmla="*/ 534924 w 571500"/>
              <a:gd name="connsiteY2" fmla="*/ 534924 h 571500"/>
              <a:gd name="connsiteX3" fmla="*/ 534924 w 571500"/>
              <a:gd name="connsiteY3" fmla="*/ 36576 h 571500"/>
              <a:gd name="connsiteX4" fmla="*/ 0 w 571500"/>
              <a:gd name="connsiteY4" fmla="*/ 0 h 571500"/>
              <a:gd name="connsiteX5" fmla="*/ 571500 w 571500"/>
              <a:gd name="connsiteY5" fmla="*/ 0 h 571500"/>
              <a:gd name="connsiteX6" fmla="*/ 571500 w 571500"/>
              <a:gd name="connsiteY6" fmla="*/ 571500 h 571500"/>
              <a:gd name="connsiteX7" fmla="*/ 0 w 571500"/>
              <a:gd name="connsiteY7" fmla="*/ 571500 h 571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71500" h="571500">
                <a:moveTo>
                  <a:pt x="36576" y="36576"/>
                </a:moveTo>
                <a:lnTo>
                  <a:pt x="36576" y="534924"/>
                </a:lnTo>
                <a:lnTo>
                  <a:pt x="534924" y="534924"/>
                </a:lnTo>
                <a:lnTo>
                  <a:pt x="534924" y="36576"/>
                </a:lnTo>
                <a:close/>
                <a:moveTo>
                  <a:pt x="0" y="0"/>
                </a:moveTo>
                <a:lnTo>
                  <a:pt x="571500" y="0"/>
                </a:lnTo>
                <a:lnTo>
                  <a:pt x="571500" y="571500"/>
                </a:lnTo>
                <a:lnTo>
                  <a:pt x="0" y="571500"/>
                </a:lnTo>
                <a:close/>
              </a:path>
            </a:pathLst>
          </a:custGeom>
          <a:solidFill>
            <a:srgbClr val="8BAE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8B140F7-2D3F-23A1-4D5D-686F0413DA3D}"/>
              </a:ext>
            </a:extLst>
          </p:cNvPr>
          <p:cNvSpPr>
            <a:spLocks noChangeAspect="1"/>
          </p:cNvSpPr>
          <p:nvPr/>
        </p:nvSpPr>
        <p:spPr>
          <a:xfrm>
            <a:off x="438912" y="3245104"/>
            <a:ext cx="146304" cy="146304"/>
          </a:xfrm>
          <a:prstGeom prst="rect">
            <a:avLst/>
          </a:prstGeom>
          <a:solidFill>
            <a:srgbClr val="7085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137160" rIns="137160" bIns="137160" rtlCol="0" anchor="ctr"/>
          <a:lstStyle/>
          <a:p>
            <a:pPr algn="ctr"/>
            <a:endParaRPr lang="en-US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92EB12D-7C6C-8BA1-7F4F-0EEEC0D0E7A2}"/>
              </a:ext>
            </a:extLst>
          </p:cNvPr>
          <p:cNvSpPr>
            <a:spLocks noChangeAspect="1"/>
          </p:cNvSpPr>
          <p:nvPr/>
        </p:nvSpPr>
        <p:spPr>
          <a:xfrm>
            <a:off x="431292" y="4933951"/>
            <a:ext cx="571500" cy="571500"/>
          </a:xfrm>
          <a:prstGeom prst="rect">
            <a:avLst/>
          </a:prstGeom>
          <a:solidFill>
            <a:srgbClr val="7BDE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137160" rIns="137160" bIns="137160" rtlCol="0" anchor="ctr"/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8DCECE0-510E-9CB2-D7D6-9DB146E081F2}"/>
              </a:ext>
            </a:extLst>
          </p:cNvPr>
          <p:cNvSpPr>
            <a:spLocks noChangeAspect="1"/>
          </p:cNvSpPr>
          <p:nvPr/>
        </p:nvSpPr>
        <p:spPr>
          <a:xfrm>
            <a:off x="1002792" y="5506533"/>
            <a:ext cx="292608" cy="292608"/>
          </a:xfrm>
          <a:prstGeom prst="rect">
            <a:avLst/>
          </a:prstGeom>
          <a:solidFill>
            <a:srgbClr val="0095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137160" rIns="137160" bIns="137160"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96029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45CD31F5-4002-F777-6ECE-F4AAD506D148}"/>
              </a:ext>
            </a:extLst>
          </p:cNvPr>
          <p:cNvSpPr/>
          <p:nvPr/>
        </p:nvSpPr>
        <p:spPr>
          <a:xfrm>
            <a:off x="6095999" y="0"/>
            <a:ext cx="5638802" cy="64007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137160" rIns="137160" bIns="137160" rtlCol="0" anchor="ctr"/>
          <a:lstStyle/>
          <a:p>
            <a:pPr algn="ctr"/>
            <a:endParaRPr lang="en-US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16FFCF8-666B-7586-B397-641E01F0D73D}"/>
              </a:ext>
            </a:extLst>
          </p:cNvPr>
          <p:cNvSpPr>
            <a:spLocks noChangeAspect="1"/>
          </p:cNvSpPr>
          <p:nvPr/>
        </p:nvSpPr>
        <p:spPr>
          <a:xfrm>
            <a:off x="6096000" y="457200"/>
            <a:ext cx="146304" cy="146304"/>
          </a:xfrm>
          <a:prstGeom prst="rect">
            <a:avLst/>
          </a:prstGeom>
          <a:solidFill>
            <a:srgbClr val="FFE1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137160" rIns="137160" bIns="137160" rtlCol="0" anchor="ctr"/>
          <a:lstStyle/>
          <a:p>
            <a:pPr algn="ctr"/>
            <a:endParaRPr lang="en-US" dirty="0"/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660FEBC7-DACB-41DF-D866-C1716116A06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0" y="0"/>
            <a:ext cx="5638800" cy="6400800"/>
          </a:xfrm>
          <a:custGeom>
            <a:avLst/>
            <a:gdLst>
              <a:gd name="connsiteX0" fmla="*/ 0 w 5638800"/>
              <a:gd name="connsiteY0" fmla="*/ 0 h 6400800"/>
              <a:gd name="connsiteX1" fmla="*/ 5638800 w 5638800"/>
              <a:gd name="connsiteY1" fmla="*/ 0 h 6400800"/>
              <a:gd name="connsiteX2" fmla="*/ 5638800 w 5638800"/>
              <a:gd name="connsiteY2" fmla="*/ 6400800 h 6400800"/>
              <a:gd name="connsiteX3" fmla="*/ 571500 w 5638800"/>
              <a:gd name="connsiteY3" fmla="*/ 6400800 h 6400800"/>
              <a:gd name="connsiteX4" fmla="*/ 571500 w 5638800"/>
              <a:gd name="connsiteY4" fmla="*/ 5829300 h 6400800"/>
              <a:gd name="connsiteX5" fmla="*/ 770729 w 5638800"/>
              <a:gd name="connsiteY5" fmla="*/ 5829300 h 6400800"/>
              <a:gd name="connsiteX6" fmla="*/ 770729 w 5638800"/>
              <a:gd name="connsiteY6" fmla="*/ 5630071 h 6400800"/>
              <a:gd name="connsiteX7" fmla="*/ 571500 w 5638800"/>
              <a:gd name="connsiteY7" fmla="*/ 5630071 h 6400800"/>
              <a:gd name="connsiteX8" fmla="*/ 571500 w 5638800"/>
              <a:gd name="connsiteY8" fmla="*/ 5829300 h 6400800"/>
              <a:gd name="connsiteX9" fmla="*/ 0 w 5638800"/>
              <a:gd name="connsiteY9" fmla="*/ 5829300 h 6400800"/>
              <a:gd name="connsiteX10" fmla="*/ 0 w 5638800"/>
              <a:gd name="connsiteY10" fmla="*/ 603504 h 6400800"/>
              <a:gd name="connsiteX11" fmla="*/ 146304 w 5638800"/>
              <a:gd name="connsiteY11" fmla="*/ 603504 h 6400800"/>
              <a:gd name="connsiteX12" fmla="*/ 146304 w 5638800"/>
              <a:gd name="connsiteY12" fmla="*/ 457200 h 6400800"/>
              <a:gd name="connsiteX13" fmla="*/ 0 w 5638800"/>
              <a:gd name="connsiteY13" fmla="*/ 457200 h 6400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5638800" h="6400800">
                <a:moveTo>
                  <a:pt x="0" y="0"/>
                </a:moveTo>
                <a:lnTo>
                  <a:pt x="5638800" y="0"/>
                </a:lnTo>
                <a:lnTo>
                  <a:pt x="5638800" y="6400800"/>
                </a:lnTo>
                <a:lnTo>
                  <a:pt x="571500" y="6400800"/>
                </a:lnTo>
                <a:lnTo>
                  <a:pt x="571500" y="5829300"/>
                </a:lnTo>
                <a:lnTo>
                  <a:pt x="770729" y="5829300"/>
                </a:lnTo>
                <a:lnTo>
                  <a:pt x="770729" y="5630071"/>
                </a:lnTo>
                <a:lnTo>
                  <a:pt x="571500" y="5630071"/>
                </a:lnTo>
                <a:lnTo>
                  <a:pt x="571500" y="5829300"/>
                </a:lnTo>
                <a:lnTo>
                  <a:pt x="0" y="5829300"/>
                </a:lnTo>
                <a:lnTo>
                  <a:pt x="0" y="603504"/>
                </a:lnTo>
                <a:lnTo>
                  <a:pt x="146304" y="603504"/>
                </a:lnTo>
                <a:lnTo>
                  <a:pt x="146304" y="457200"/>
                </a:lnTo>
                <a:lnTo>
                  <a:pt x="0" y="457200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6F35231-9BDD-C42E-DE3A-68510B894498}"/>
              </a:ext>
            </a:extLst>
          </p:cNvPr>
          <p:cNvSpPr/>
          <p:nvPr/>
        </p:nvSpPr>
        <p:spPr>
          <a:xfrm>
            <a:off x="0" y="0"/>
            <a:ext cx="6096000" cy="64007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3EC6BE87-7664-F6C7-5FCF-6351F4F50B1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6657" y="676656"/>
            <a:ext cx="4742687" cy="4443983"/>
          </a:xfrm>
        </p:spPr>
        <p:txBody>
          <a:bodyPr lIns="182880" tIns="182880" rIns="182880" bIns="182880" anchor="ctr">
            <a:normAutofit/>
          </a:bodyPr>
          <a:lstStyle>
            <a:lvl1pPr marL="0" indent="0" algn="ctr">
              <a:lnSpc>
                <a:spcPct val="125000"/>
              </a:lnSpc>
              <a:buNone/>
              <a:defRPr sz="3600" b="0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text styles</a:t>
            </a: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E7691B93-260E-CD76-8C4B-5EBE346F31E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693211" y="5486398"/>
            <a:ext cx="3726134" cy="730251"/>
          </a:xfrm>
        </p:spPr>
        <p:txBody>
          <a:bodyPr lIns="0" tIns="0" rIns="0" bIns="0" anchor="t">
            <a:noAutofit/>
          </a:bodyPr>
          <a:lstStyle>
            <a:lvl1pPr marL="0" indent="0" algn="l">
              <a:spcAft>
                <a:spcPts val="0"/>
              </a:spcAft>
              <a:buNone/>
              <a:defRPr sz="20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text styles</a:t>
            </a:r>
          </a:p>
        </p:txBody>
      </p:sp>
      <p:sp>
        <p:nvSpPr>
          <p:cNvPr id="15" name="Freeform 5">
            <a:extLst>
              <a:ext uri="{FF2B5EF4-FFF2-40B4-BE49-F238E27FC236}">
                <a16:creationId xmlns:a16="http://schemas.microsoft.com/office/drawing/2014/main" id="{6FFA86E1-BFAE-9F25-CA4E-252A03941163}"/>
              </a:ext>
            </a:extLst>
          </p:cNvPr>
          <p:cNvSpPr>
            <a:spLocks noEditPoints="1"/>
          </p:cNvSpPr>
          <p:nvPr/>
        </p:nvSpPr>
        <p:spPr bwMode="auto">
          <a:xfrm>
            <a:off x="457201" y="457200"/>
            <a:ext cx="5181600" cy="5510712"/>
          </a:xfrm>
          <a:custGeom>
            <a:avLst/>
            <a:gdLst>
              <a:gd name="T0" fmla="*/ 2467 w 12186"/>
              <a:gd name="T1" fmla="*/ 12960 h 12960"/>
              <a:gd name="T2" fmla="*/ 910 w 12186"/>
              <a:gd name="T3" fmla="*/ 11403 h 12960"/>
              <a:gd name="T4" fmla="*/ 0 w 12186"/>
              <a:gd name="T5" fmla="*/ 11403 h 12960"/>
              <a:gd name="T6" fmla="*/ 0 w 12186"/>
              <a:gd name="T7" fmla="*/ 0 h 12960"/>
              <a:gd name="T8" fmla="*/ 12186 w 12186"/>
              <a:gd name="T9" fmla="*/ 0 h 12960"/>
              <a:gd name="T10" fmla="*/ 12186 w 12186"/>
              <a:gd name="T11" fmla="*/ 11403 h 12960"/>
              <a:gd name="T12" fmla="*/ 2467 w 12186"/>
              <a:gd name="T13" fmla="*/ 11403 h 12960"/>
              <a:gd name="T14" fmla="*/ 2467 w 12186"/>
              <a:gd name="T15" fmla="*/ 12960 h 12960"/>
              <a:gd name="T16" fmla="*/ 105 w 12186"/>
              <a:gd name="T17" fmla="*/ 11298 h 12960"/>
              <a:gd name="T18" fmla="*/ 954 w 12186"/>
              <a:gd name="T19" fmla="*/ 11298 h 12960"/>
              <a:gd name="T20" fmla="*/ 2361 w 12186"/>
              <a:gd name="T21" fmla="*/ 12707 h 12960"/>
              <a:gd name="T22" fmla="*/ 2361 w 12186"/>
              <a:gd name="T23" fmla="*/ 11298 h 12960"/>
              <a:gd name="T24" fmla="*/ 12082 w 12186"/>
              <a:gd name="T25" fmla="*/ 11298 h 12960"/>
              <a:gd name="T26" fmla="*/ 12082 w 12186"/>
              <a:gd name="T27" fmla="*/ 105 h 12960"/>
              <a:gd name="T28" fmla="*/ 105 w 12186"/>
              <a:gd name="T29" fmla="*/ 105 h 12960"/>
              <a:gd name="T30" fmla="*/ 105 w 12186"/>
              <a:gd name="T31" fmla="*/ 11298 h 129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12186" h="12960">
                <a:moveTo>
                  <a:pt x="2467" y="12960"/>
                </a:moveTo>
                <a:lnTo>
                  <a:pt x="910" y="11403"/>
                </a:lnTo>
                <a:lnTo>
                  <a:pt x="0" y="11403"/>
                </a:lnTo>
                <a:lnTo>
                  <a:pt x="0" y="0"/>
                </a:lnTo>
                <a:lnTo>
                  <a:pt x="12186" y="0"/>
                </a:lnTo>
                <a:lnTo>
                  <a:pt x="12186" y="11403"/>
                </a:lnTo>
                <a:lnTo>
                  <a:pt x="2467" y="11403"/>
                </a:lnTo>
                <a:lnTo>
                  <a:pt x="2467" y="12960"/>
                </a:lnTo>
                <a:close/>
                <a:moveTo>
                  <a:pt x="105" y="11298"/>
                </a:moveTo>
                <a:lnTo>
                  <a:pt x="954" y="11298"/>
                </a:lnTo>
                <a:lnTo>
                  <a:pt x="2361" y="12707"/>
                </a:lnTo>
                <a:lnTo>
                  <a:pt x="2361" y="11298"/>
                </a:lnTo>
                <a:lnTo>
                  <a:pt x="12082" y="11298"/>
                </a:lnTo>
                <a:lnTo>
                  <a:pt x="12082" y="105"/>
                </a:lnTo>
                <a:lnTo>
                  <a:pt x="105" y="105"/>
                </a:lnTo>
                <a:lnTo>
                  <a:pt x="105" y="11298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AC6034B-EF63-5CEE-25CE-DA670BFADFDE}"/>
              </a:ext>
            </a:extLst>
          </p:cNvPr>
          <p:cNvSpPr>
            <a:spLocks noChangeAspect="1"/>
          </p:cNvSpPr>
          <p:nvPr/>
        </p:nvSpPr>
        <p:spPr>
          <a:xfrm>
            <a:off x="0" y="4996359"/>
            <a:ext cx="310898" cy="310898"/>
          </a:xfrm>
          <a:prstGeom prst="rect">
            <a:avLst/>
          </a:prstGeom>
          <a:solidFill>
            <a:srgbClr val="B4F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137160" rIns="137160" bIns="137160"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51B094E-5CE6-5E29-2DFB-87FFAEDC011C}"/>
              </a:ext>
            </a:extLst>
          </p:cNvPr>
          <p:cNvSpPr>
            <a:spLocks noChangeAspect="1"/>
          </p:cNvSpPr>
          <p:nvPr/>
        </p:nvSpPr>
        <p:spPr>
          <a:xfrm>
            <a:off x="5803392" y="165757"/>
            <a:ext cx="292608" cy="2926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137160" rIns="137160" bIns="137160" rtlCol="0" anchor="ctr"/>
          <a:lstStyle/>
          <a:p>
            <a:pPr algn="ctr"/>
            <a:endParaRPr lang="en-US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28B0E1D-0343-F5C6-B450-42D4F928E640}"/>
              </a:ext>
            </a:extLst>
          </p:cNvPr>
          <p:cNvSpPr>
            <a:spLocks noChangeAspect="1"/>
          </p:cNvSpPr>
          <p:nvPr/>
        </p:nvSpPr>
        <p:spPr>
          <a:xfrm>
            <a:off x="6667500" y="5630071"/>
            <a:ext cx="199229" cy="199229"/>
          </a:xfrm>
          <a:prstGeom prst="rect">
            <a:avLst/>
          </a:prstGeom>
          <a:solidFill>
            <a:srgbClr val="FFC5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137160" rIns="137160" bIns="137160" rtlCol="0" anchor="ctr"/>
          <a:lstStyle/>
          <a:p>
            <a:pPr algn="ctr"/>
            <a:endParaRPr lang="en-US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2CF93A1-A915-A1C5-2F61-0C7F82FC33B9}"/>
              </a:ext>
            </a:extLst>
          </p:cNvPr>
          <p:cNvSpPr>
            <a:spLocks noChangeAspect="1"/>
          </p:cNvSpPr>
          <p:nvPr/>
        </p:nvSpPr>
        <p:spPr>
          <a:xfrm>
            <a:off x="6096000" y="5829300"/>
            <a:ext cx="571500" cy="571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137160" rIns="137160" bIns="137160" rtlCol="0" anchor="ctr"/>
          <a:lstStyle/>
          <a:p>
            <a:pPr algn="ctr"/>
            <a:endParaRPr lang="en-US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E9D3BEC-2912-69BF-7B9E-3B0D1B2D8746}"/>
              </a:ext>
            </a:extLst>
          </p:cNvPr>
          <p:cNvSpPr>
            <a:spLocks noChangeAspect="1"/>
          </p:cNvSpPr>
          <p:nvPr/>
        </p:nvSpPr>
        <p:spPr>
          <a:xfrm>
            <a:off x="310897" y="5307257"/>
            <a:ext cx="146304" cy="146304"/>
          </a:xfrm>
          <a:prstGeom prst="rect">
            <a:avLst/>
          </a:prstGeom>
          <a:solidFill>
            <a:srgbClr val="0095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137160" rIns="137160" bIns="137160"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81443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istics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66076A10-3D56-FCAB-785E-70B2C43D43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9763" y="347472"/>
            <a:ext cx="7163434" cy="640080"/>
          </a:xfrm>
        </p:spPr>
        <p:txBody>
          <a:bodyPr/>
          <a:lstStyle/>
          <a:p>
            <a:r>
              <a:rPr lang="en-US" dirty="0"/>
              <a:t>Click to edit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768FF6-8FD0-4E13-A01B-AB7AF941CB4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39763" y="1350964"/>
            <a:ext cx="7163434" cy="4865686"/>
          </a:xfrm>
        </p:spPr>
        <p:txBody>
          <a:bodyPr/>
          <a:lstStyle/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A7D73A8-1A02-9040-4814-89E9B5B3EF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42960" y="0"/>
            <a:ext cx="3291840" cy="6400800"/>
          </a:xfrm>
          <a:prstGeom prst="rect">
            <a:avLst/>
          </a:prstGeom>
          <a:solidFill>
            <a:srgbClr val="E9E9E9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79404670-4FA2-D10A-53E2-CB00FF457733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8808720" y="364373"/>
            <a:ext cx="2560320" cy="1764792"/>
          </a:xfrm>
        </p:spPr>
        <p:txBody>
          <a:bodyPr anchor="ctr" anchorCtr="0">
            <a:noAutofit/>
          </a:bodyPr>
          <a:lstStyle>
            <a:lvl1pPr marL="0" indent="0" algn="ctr">
              <a:spcAft>
                <a:spcPts val="0"/>
              </a:spcAft>
              <a:buNone/>
              <a:defRPr sz="6600">
                <a:solidFill>
                  <a:schemeClr val="accent1"/>
                </a:solidFill>
                <a:latin typeface="+mj-lt"/>
              </a:defRPr>
            </a:lvl1pPr>
            <a:lvl2pPr marL="0" indent="0" algn="ctr">
              <a:spcAft>
                <a:spcPts val="300"/>
              </a:spcAft>
              <a:buNone/>
              <a:defRPr sz="1800">
                <a:latin typeface="IntelOne Text Medium" panose="020B0703020203020204" pitchFamily="34" charset="0"/>
              </a:defRPr>
            </a:lvl2pPr>
            <a:lvl3pPr marL="0" indent="0" algn="ctr">
              <a:spcAft>
                <a:spcPts val="300"/>
              </a:spcAft>
              <a:buNone/>
              <a:defRPr sz="1200">
                <a:latin typeface="+mn-lt"/>
              </a:defRPr>
            </a:lvl3pPr>
            <a:lvl4pPr marL="0" indent="0" algn="ctr">
              <a:buNone/>
              <a:defRPr sz="1100"/>
            </a:lvl4pPr>
            <a:lvl5pPr marL="0" indent="0" algn="ctr">
              <a:buNone/>
              <a:defRPr sz="1050"/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5" name="Content Placeholder 4">
            <a:extLst>
              <a:ext uri="{FF2B5EF4-FFF2-40B4-BE49-F238E27FC236}">
                <a16:creationId xmlns:a16="http://schemas.microsoft.com/office/drawing/2014/main" id="{E2C87E21-ABE7-0DBF-35CF-3B4D18C0218B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8808720" y="2317311"/>
            <a:ext cx="2560320" cy="1764792"/>
          </a:xfrm>
        </p:spPr>
        <p:txBody>
          <a:bodyPr anchor="ctr" anchorCtr="0">
            <a:noAutofit/>
          </a:bodyPr>
          <a:lstStyle>
            <a:lvl1pPr marL="0" indent="0" algn="ctr">
              <a:spcAft>
                <a:spcPts val="0"/>
              </a:spcAft>
              <a:buNone/>
              <a:defRPr sz="6600">
                <a:solidFill>
                  <a:schemeClr val="accent1"/>
                </a:solidFill>
                <a:latin typeface="+mj-lt"/>
              </a:defRPr>
            </a:lvl1pPr>
            <a:lvl2pPr marL="0" indent="0" algn="ctr">
              <a:spcAft>
                <a:spcPts val="300"/>
              </a:spcAft>
              <a:buNone/>
              <a:defRPr sz="1800">
                <a:latin typeface="IntelOne Text Medium" panose="020B0703020203020204" pitchFamily="34" charset="0"/>
              </a:defRPr>
            </a:lvl2pPr>
            <a:lvl3pPr marL="0" indent="0" algn="ctr">
              <a:spcAft>
                <a:spcPts val="300"/>
              </a:spcAft>
              <a:buNone/>
              <a:defRPr sz="1200">
                <a:latin typeface="+mn-lt"/>
              </a:defRPr>
            </a:lvl3pPr>
            <a:lvl4pPr marL="0" indent="0" algn="ctr">
              <a:buNone/>
              <a:defRPr sz="1100"/>
            </a:lvl4pPr>
            <a:lvl5pPr marL="0" indent="0" algn="ctr">
              <a:buNone/>
              <a:defRPr sz="1050"/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6" name="Content Placeholder 5">
            <a:extLst>
              <a:ext uri="{FF2B5EF4-FFF2-40B4-BE49-F238E27FC236}">
                <a16:creationId xmlns:a16="http://schemas.microsoft.com/office/drawing/2014/main" id="{A431B744-B2A5-4A1B-8757-FCC0C8D8CFB6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8808720" y="4270249"/>
            <a:ext cx="2560320" cy="1764792"/>
          </a:xfrm>
        </p:spPr>
        <p:txBody>
          <a:bodyPr anchor="ctr" anchorCtr="0">
            <a:noAutofit/>
          </a:bodyPr>
          <a:lstStyle>
            <a:lvl1pPr marL="0" indent="0" algn="ctr">
              <a:spcAft>
                <a:spcPts val="0"/>
              </a:spcAft>
              <a:buNone/>
              <a:defRPr sz="6600">
                <a:solidFill>
                  <a:schemeClr val="accent1"/>
                </a:solidFill>
                <a:latin typeface="+mj-lt"/>
              </a:defRPr>
            </a:lvl1pPr>
            <a:lvl2pPr marL="0" indent="0" algn="ctr">
              <a:spcAft>
                <a:spcPts val="300"/>
              </a:spcAft>
              <a:buNone/>
              <a:defRPr sz="1800">
                <a:latin typeface="IntelOne Text Medium" panose="020B0703020203020204" pitchFamily="34" charset="0"/>
              </a:defRPr>
            </a:lvl2pPr>
            <a:lvl3pPr marL="0" indent="0" algn="ctr">
              <a:spcAft>
                <a:spcPts val="300"/>
              </a:spcAft>
              <a:buNone/>
              <a:defRPr sz="1200">
                <a:latin typeface="+mn-lt"/>
              </a:defRPr>
            </a:lvl3pPr>
            <a:lvl4pPr marL="0" indent="0" algn="ctr">
              <a:buNone/>
              <a:defRPr sz="1100"/>
            </a:lvl4pPr>
            <a:lvl5pPr marL="0" indent="0" algn="ctr">
              <a:buNone/>
              <a:defRPr sz="1050"/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32205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4" orient="horz" pos="2160">
          <p15:clr>
            <a:srgbClr val="FBAE40"/>
          </p15:clr>
        </p15:guide>
        <p15:guide id="5" pos="3840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istics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765D6C79-9D37-0E13-82D2-107B380183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9763" y="347472"/>
            <a:ext cx="10912474" cy="640080"/>
          </a:xfrm>
        </p:spPr>
        <p:txBody>
          <a:bodyPr/>
          <a:lstStyle/>
          <a:p>
            <a:r>
              <a:rPr lang="en-US" dirty="0"/>
              <a:t>Click to edit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768FF6-8FD0-4E13-A01B-AB7AF941CB4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39763" y="1352550"/>
            <a:ext cx="10912474" cy="2478551"/>
          </a:xfrm>
        </p:spPr>
        <p:txBody>
          <a:bodyPr/>
          <a:lstStyle/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A7D73A8-1A02-9040-4814-89E9B5B3EF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4100362"/>
            <a:ext cx="11734799" cy="2300438"/>
          </a:xfrm>
          <a:prstGeom prst="rect">
            <a:avLst/>
          </a:prstGeom>
          <a:solidFill>
            <a:srgbClr val="E9E9E9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6C00D2AC-5CCB-2AD0-E11C-55F9EDAE8C40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639762" y="4466122"/>
            <a:ext cx="3513985" cy="1568918"/>
          </a:xfrm>
        </p:spPr>
        <p:txBody>
          <a:bodyPr anchor="ctr" anchorCtr="0">
            <a:noAutofit/>
          </a:bodyPr>
          <a:lstStyle>
            <a:lvl1pPr marL="0" indent="0" algn="ctr">
              <a:spcAft>
                <a:spcPts val="0"/>
              </a:spcAft>
              <a:buNone/>
              <a:defRPr sz="6600">
                <a:solidFill>
                  <a:schemeClr val="accent1"/>
                </a:solidFill>
                <a:latin typeface="+mj-lt"/>
              </a:defRPr>
            </a:lvl1pPr>
            <a:lvl2pPr marL="0" indent="0" algn="ctr">
              <a:spcAft>
                <a:spcPts val="300"/>
              </a:spcAft>
              <a:buNone/>
              <a:defRPr sz="1800">
                <a:latin typeface="IntelOne Text Medium" panose="020B0703020203020204" pitchFamily="34" charset="0"/>
              </a:defRPr>
            </a:lvl2pPr>
            <a:lvl3pPr marL="0" indent="0" algn="ctr">
              <a:spcAft>
                <a:spcPts val="300"/>
              </a:spcAft>
              <a:buNone/>
              <a:defRPr sz="1200">
                <a:latin typeface="+mn-lt"/>
              </a:defRPr>
            </a:lvl3pPr>
            <a:lvl4pPr marL="0" indent="0" algn="ctr">
              <a:buNone/>
              <a:defRPr sz="1100"/>
            </a:lvl4pPr>
            <a:lvl5pPr marL="0" indent="0" algn="ctr">
              <a:buNone/>
              <a:defRPr sz="1050"/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7" name="Content Placeholder 4">
            <a:extLst>
              <a:ext uri="{FF2B5EF4-FFF2-40B4-BE49-F238E27FC236}">
                <a16:creationId xmlns:a16="http://schemas.microsoft.com/office/drawing/2014/main" id="{3FEB52B4-A5FA-94B7-AF0F-679406C14E77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4339008" y="4466122"/>
            <a:ext cx="3513985" cy="1568918"/>
          </a:xfrm>
        </p:spPr>
        <p:txBody>
          <a:bodyPr anchor="ctr" anchorCtr="0">
            <a:noAutofit/>
          </a:bodyPr>
          <a:lstStyle>
            <a:lvl1pPr marL="0" indent="0" algn="ctr">
              <a:spcAft>
                <a:spcPts val="0"/>
              </a:spcAft>
              <a:buNone/>
              <a:defRPr sz="6600">
                <a:solidFill>
                  <a:schemeClr val="accent1"/>
                </a:solidFill>
                <a:latin typeface="+mj-lt"/>
              </a:defRPr>
            </a:lvl1pPr>
            <a:lvl2pPr marL="0" indent="0" algn="ctr">
              <a:spcAft>
                <a:spcPts val="300"/>
              </a:spcAft>
              <a:buNone/>
              <a:defRPr sz="1800">
                <a:latin typeface="IntelOne Text Medium" panose="020B0703020203020204" pitchFamily="34" charset="0"/>
              </a:defRPr>
            </a:lvl2pPr>
            <a:lvl3pPr marL="0" indent="0" algn="ctr">
              <a:spcAft>
                <a:spcPts val="300"/>
              </a:spcAft>
              <a:buNone/>
              <a:defRPr sz="1200">
                <a:latin typeface="+mn-lt"/>
              </a:defRPr>
            </a:lvl3pPr>
            <a:lvl4pPr marL="0" indent="0" algn="ctr">
              <a:buNone/>
              <a:defRPr sz="1100"/>
            </a:lvl4pPr>
            <a:lvl5pPr marL="0" indent="0" algn="ctr">
              <a:buNone/>
              <a:defRPr sz="1050"/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8" name="Content Placeholder 5">
            <a:extLst>
              <a:ext uri="{FF2B5EF4-FFF2-40B4-BE49-F238E27FC236}">
                <a16:creationId xmlns:a16="http://schemas.microsoft.com/office/drawing/2014/main" id="{F3380B29-5A86-7650-A63A-8317825B682A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8036665" y="4466122"/>
            <a:ext cx="3513985" cy="1568918"/>
          </a:xfrm>
        </p:spPr>
        <p:txBody>
          <a:bodyPr anchor="ctr" anchorCtr="0">
            <a:noAutofit/>
          </a:bodyPr>
          <a:lstStyle>
            <a:lvl1pPr marL="0" indent="0" algn="ctr">
              <a:spcAft>
                <a:spcPts val="0"/>
              </a:spcAft>
              <a:buNone/>
              <a:defRPr sz="6600">
                <a:solidFill>
                  <a:schemeClr val="accent1"/>
                </a:solidFill>
                <a:latin typeface="+mj-lt"/>
              </a:defRPr>
            </a:lvl1pPr>
            <a:lvl2pPr marL="0" indent="0" algn="ctr">
              <a:spcAft>
                <a:spcPts val="300"/>
              </a:spcAft>
              <a:buNone/>
              <a:defRPr sz="1800">
                <a:latin typeface="IntelOne Text Medium" panose="020B0703020203020204" pitchFamily="34" charset="0"/>
              </a:defRPr>
            </a:lvl2pPr>
            <a:lvl3pPr marL="0" indent="0" algn="ctr">
              <a:spcAft>
                <a:spcPts val="300"/>
              </a:spcAft>
              <a:buNone/>
              <a:defRPr sz="1200">
                <a:latin typeface="+mn-lt"/>
              </a:defRPr>
            </a:lvl3pPr>
            <a:lvl4pPr marL="0" indent="0" algn="ctr">
              <a:buNone/>
              <a:defRPr sz="1100"/>
            </a:lvl4pPr>
            <a:lvl5pPr marL="0" indent="0" algn="ctr">
              <a:buNone/>
              <a:defRPr sz="1050"/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3887621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4" orient="horz" pos="2160">
          <p15:clr>
            <a:srgbClr val="FBAE40"/>
          </p15:clr>
        </p15:guide>
        <p15:guide id="5" pos="3840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Fram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FA79AD-8981-4F51-8CC1-43C8856813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1" y="914400"/>
            <a:ext cx="10363200" cy="5029200"/>
          </a:xfrm>
        </p:spPr>
        <p:txBody>
          <a:bodyPr anchor="ctr" anchorCtr="0">
            <a:normAutofit/>
          </a:bodyPr>
          <a:lstStyle>
            <a:lvl1pPr algn="ctr"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2CCE575-6B8D-CE65-CA71-FF4D4B610D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1734800" cy="457200"/>
          </a:xfrm>
          <a:prstGeom prst="rect">
            <a:avLst/>
          </a:prstGeom>
          <a:solidFill>
            <a:srgbClr val="F2F2F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452DAB1-EFD9-4743-BC94-47F323AA0E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57200" cy="6400800"/>
          </a:xfrm>
          <a:prstGeom prst="rect">
            <a:avLst/>
          </a:prstGeom>
          <a:solidFill>
            <a:srgbClr val="F2F2F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7C6A85B-F842-1FAA-D024-2EC16F3910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734800" y="6400800"/>
            <a:ext cx="457200" cy="457200"/>
          </a:xfrm>
          <a:prstGeom prst="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FD10E7-CCF3-227A-2D39-7CD0C41479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1898805" y="6553045"/>
            <a:ext cx="142668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1000" b="0" i="0" u="none" strike="noStrike" cap="none" spc="0" normalizeH="0" baseline="0" smtClean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Intel Clear" panose="020B0604020203020204" pitchFamily="34" charset="0"/>
                <a:cs typeface="Times New Roman" panose="02020603050405020304" pitchFamily="18" charset="0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1000" b="0" i="0" u="none" strike="noStrike" cap="none" spc="0" normalizeH="0" baseline="0" err="1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ea typeface="Intel Clear" panose="020B0604020203020204" pitchFamily="34" charset="0"/>
              <a:cs typeface="Times New Roman" panose="02020603050405020304" pitchFamily="18" charset="0"/>
              <a:sym typeface="Helvetica Neue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95B63A3-7E62-8282-AA9D-5AB83807DC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57200" y="464127"/>
            <a:ext cx="11286348" cy="5944838"/>
          </a:xfrm>
          <a:prstGeom prst="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14460954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nd Slide">
    <p:bg>
      <p:bgPr>
        <a:gradFill>
          <a:gsLst>
            <a:gs pos="0">
              <a:srgbClr val="0046C8"/>
            </a:gs>
            <a:gs pos="100000">
              <a:srgbClr val="004A86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AB64A66B-5F35-B525-5F16-CE644AB17A81}"/>
              </a:ext>
            </a:extLst>
          </p:cNvPr>
          <p:cNvGrpSpPr>
            <a:grpSpLocks noChangeAspect="1"/>
          </p:cNvGrpSpPr>
          <p:nvPr/>
        </p:nvGrpSpPr>
        <p:grpSpPr>
          <a:xfrm>
            <a:off x="4144824" y="2606040"/>
            <a:ext cx="3902352" cy="1645920"/>
            <a:chOff x="1314450" y="6391094"/>
            <a:chExt cx="997266" cy="420623"/>
          </a:xfrm>
          <a:solidFill>
            <a:schemeClr val="tx1"/>
          </a:solidFill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B482DD91-686E-21D8-6E71-9F445071C9DB}"/>
                </a:ext>
              </a:extLst>
            </p:cNvPr>
            <p:cNvSpPr/>
            <p:nvPr/>
          </p:nvSpPr>
          <p:spPr>
            <a:xfrm>
              <a:off x="1314450" y="6396809"/>
              <a:ext cx="78581" cy="78581"/>
            </a:xfrm>
            <a:custGeom>
              <a:avLst/>
              <a:gdLst>
                <a:gd name="connsiteX0" fmla="*/ 0 w 78581"/>
                <a:gd name="connsiteY0" fmla="*/ 0 h 78581"/>
                <a:gd name="connsiteX1" fmla="*/ 78581 w 78581"/>
                <a:gd name="connsiteY1" fmla="*/ 0 h 78581"/>
                <a:gd name="connsiteX2" fmla="*/ 78581 w 78581"/>
                <a:gd name="connsiteY2" fmla="*/ 78581 h 78581"/>
                <a:gd name="connsiteX3" fmla="*/ 0 w 78581"/>
                <a:gd name="connsiteY3" fmla="*/ 78581 h 785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581" h="78581">
                  <a:moveTo>
                    <a:pt x="0" y="0"/>
                  </a:moveTo>
                  <a:lnTo>
                    <a:pt x="78581" y="0"/>
                  </a:lnTo>
                  <a:lnTo>
                    <a:pt x="78581" y="78581"/>
                  </a:lnTo>
                  <a:lnTo>
                    <a:pt x="0" y="78581"/>
                  </a:lnTo>
                  <a:close/>
                </a:path>
              </a:pathLst>
            </a:custGeom>
            <a:solidFill>
              <a:srgbClr val="00C7F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+mn-lt"/>
                <a:ea typeface="Intel Clear" panose="020B060402020302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2F7CA66F-111B-6F13-4BE3-096E930B219B}"/>
                </a:ext>
              </a:extLst>
            </p:cNvPr>
            <p:cNvSpPr/>
            <p:nvPr/>
          </p:nvSpPr>
          <p:spPr>
            <a:xfrm>
              <a:off x="1316545" y="6391094"/>
              <a:ext cx="995171" cy="420623"/>
            </a:xfrm>
            <a:custGeom>
              <a:avLst/>
              <a:gdLst>
                <a:gd name="connsiteX0" fmla="*/ 74486 w 995171"/>
                <a:gd name="connsiteY0" fmla="*/ 131921 h 420623"/>
                <a:gd name="connsiteX1" fmla="*/ 0 w 995171"/>
                <a:gd name="connsiteY1" fmla="*/ 131921 h 420623"/>
                <a:gd name="connsiteX2" fmla="*/ 0 w 995171"/>
                <a:gd name="connsiteY2" fmla="*/ 414719 h 420623"/>
                <a:gd name="connsiteX3" fmla="*/ 74486 w 995171"/>
                <a:gd name="connsiteY3" fmla="*/ 414719 h 420623"/>
                <a:gd name="connsiteX4" fmla="*/ 74486 w 995171"/>
                <a:gd name="connsiteY4" fmla="*/ 131921 h 420623"/>
                <a:gd name="connsiteX5" fmla="*/ 568262 w 995171"/>
                <a:gd name="connsiteY5" fmla="*/ 417576 h 420623"/>
                <a:gd name="connsiteX6" fmla="*/ 568262 w 995171"/>
                <a:gd name="connsiteY6" fmla="*/ 348234 h 420623"/>
                <a:gd name="connsiteX7" fmla="*/ 541306 w 995171"/>
                <a:gd name="connsiteY7" fmla="*/ 346520 h 420623"/>
                <a:gd name="connsiteX8" fmla="*/ 523780 w 995171"/>
                <a:gd name="connsiteY8" fmla="*/ 338804 h 420623"/>
                <a:gd name="connsiteX9" fmla="*/ 516065 w 995171"/>
                <a:gd name="connsiteY9" fmla="*/ 321945 h 420623"/>
                <a:gd name="connsiteX10" fmla="*/ 514350 w 995171"/>
                <a:gd name="connsiteY10" fmla="*/ 294608 h 420623"/>
                <a:gd name="connsiteX11" fmla="*/ 514350 w 995171"/>
                <a:gd name="connsiteY11" fmla="*/ 195644 h 420623"/>
                <a:gd name="connsiteX12" fmla="*/ 568262 w 995171"/>
                <a:gd name="connsiteY12" fmla="*/ 195644 h 420623"/>
                <a:gd name="connsiteX13" fmla="*/ 568262 w 995171"/>
                <a:gd name="connsiteY13" fmla="*/ 131921 h 420623"/>
                <a:gd name="connsiteX14" fmla="*/ 514350 w 995171"/>
                <a:gd name="connsiteY14" fmla="*/ 131921 h 420623"/>
                <a:gd name="connsiteX15" fmla="*/ 514350 w 995171"/>
                <a:gd name="connsiteY15" fmla="*/ 21812 h 420623"/>
                <a:gd name="connsiteX16" fmla="*/ 439865 w 995171"/>
                <a:gd name="connsiteY16" fmla="*/ 21812 h 420623"/>
                <a:gd name="connsiteX17" fmla="*/ 439865 w 995171"/>
                <a:gd name="connsiteY17" fmla="*/ 295180 h 420623"/>
                <a:gd name="connsiteX18" fmla="*/ 445865 w 995171"/>
                <a:gd name="connsiteY18" fmla="*/ 353473 h 420623"/>
                <a:gd name="connsiteX19" fmla="*/ 465677 w 995171"/>
                <a:gd name="connsiteY19" fmla="*/ 391001 h 420623"/>
                <a:gd name="connsiteX20" fmla="*/ 502063 w 995171"/>
                <a:gd name="connsiteY20" fmla="*/ 411385 h 420623"/>
                <a:gd name="connsiteX21" fmla="*/ 558927 w 995171"/>
                <a:gd name="connsiteY21" fmla="*/ 417671 h 420623"/>
                <a:gd name="connsiteX22" fmla="*/ 568262 w 995171"/>
                <a:gd name="connsiteY22" fmla="*/ 417671 h 420623"/>
                <a:gd name="connsiteX23" fmla="*/ 995172 w 995171"/>
                <a:gd name="connsiteY23" fmla="*/ 0 h 420623"/>
                <a:gd name="connsiteX24" fmla="*/ 920687 w 995171"/>
                <a:gd name="connsiteY24" fmla="*/ 0 h 420623"/>
                <a:gd name="connsiteX25" fmla="*/ 920687 w 995171"/>
                <a:gd name="connsiteY25" fmla="*/ 414719 h 420623"/>
                <a:gd name="connsiteX26" fmla="*/ 995172 w 995171"/>
                <a:gd name="connsiteY26" fmla="*/ 414719 h 420623"/>
                <a:gd name="connsiteX27" fmla="*/ 995172 w 995171"/>
                <a:gd name="connsiteY27" fmla="*/ 0 h 420623"/>
                <a:gd name="connsiteX28" fmla="*/ 367951 w 995171"/>
                <a:gd name="connsiteY28" fmla="*/ 159830 h 420623"/>
                <a:gd name="connsiteX29" fmla="*/ 281273 w 995171"/>
                <a:gd name="connsiteY29" fmla="*/ 126206 h 420623"/>
                <a:gd name="connsiteX30" fmla="*/ 232410 w 995171"/>
                <a:gd name="connsiteY30" fmla="*/ 137065 h 420623"/>
                <a:gd name="connsiteX31" fmla="*/ 195358 w 995171"/>
                <a:gd name="connsiteY31" fmla="*/ 167259 h 420623"/>
                <a:gd name="connsiteX32" fmla="*/ 191262 w 995171"/>
                <a:gd name="connsiteY32" fmla="*/ 172498 h 420623"/>
                <a:gd name="connsiteX33" fmla="*/ 191262 w 995171"/>
                <a:gd name="connsiteY33" fmla="*/ 167831 h 420623"/>
                <a:gd name="connsiteX34" fmla="*/ 191262 w 995171"/>
                <a:gd name="connsiteY34" fmla="*/ 132017 h 420623"/>
                <a:gd name="connsiteX35" fmla="*/ 117920 w 995171"/>
                <a:gd name="connsiteY35" fmla="*/ 132017 h 420623"/>
                <a:gd name="connsiteX36" fmla="*/ 117920 w 995171"/>
                <a:gd name="connsiteY36" fmla="*/ 414814 h 420623"/>
                <a:gd name="connsiteX37" fmla="*/ 191929 w 995171"/>
                <a:gd name="connsiteY37" fmla="*/ 414814 h 420623"/>
                <a:gd name="connsiteX38" fmla="*/ 191929 w 995171"/>
                <a:gd name="connsiteY38" fmla="*/ 264128 h 420623"/>
                <a:gd name="connsiteX39" fmla="*/ 192024 w 995171"/>
                <a:gd name="connsiteY39" fmla="*/ 274606 h 420623"/>
                <a:gd name="connsiteX40" fmla="*/ 192119 w 995171"/>
                <a:gd name="connsiteY40" fmla="*/ 269558 h 420623"/>
                <a:gd name="connsiteX41" fmla="*/ 211741 w 995171"/>
                <a:gd name="connsiteY41" fmla="*/ 210884 h 420623"/>
                <a:gd name="connsiteX42" fmla="*/ 258985 w 995171"/>
                <a:gd name="connsiteY42" fmla="*/ 190786 h 420623"/>
                <a:gd name="connsiteX43" fmla="*/ 307753 w 995171"/>
                <a:gd name="connsiteY43" fmla="*/ 210407 h 420623"/>
                <a:gd name="connsiteX44" fmla="*/ 323945 w 995171"/>
                <a:gd name="connsiteY44" fmla="*/ 264605 h 420623"/>
                <a:gd name="connsiteX45" fmla="*/ 323945 w 995171"/>
                <a:gd name="connsiteY45" fmla="*/ 264605 h 420623"/>
                <a:gd name="connsiteX46" fmla="*/ 323945 w 995171"/>
                <a:gd name="connsiteY46" fmla="*/ 265176 h 420623"/>
                <a:gd name="connsiteX47" fmla="*/ 323945 w 995171"/>
                <a:gd name="connsiteY47" fmla="*/ 265271 h 420623"/>
                <a:gd name="connsiteX48" fmla="*/ 323945 w 995171"/>
                <a:gd name="connsiteY48" fmla="*/ 414814 h 420623"/>
                <a:gd name="connsiteX49" fmla="*/ 399098 w 995171"/>
                <a:gd name="connsiteY49" fmla="*/ 414814 h 420623"/>
                <a:gd name="connsiteX50" fmla="*/ 399098 w 995171"/>
                <a:gd name="connsiteY50" fmla="*/ 254222 h 420623"/>
                <a:gd name="connsiteX51" fmla="*/ 367951 w 995171"/>
                <a:gd name="connsiteY51" fmla="*/ 159830 h 420623"/>
                <a:gd name="connsiteX52" fmla="*/ 881825 w 995171"/>
                <a:gd name="connsiteY52" fmla="*/ 272796 h 420623"/>
                <a:gd name="connsiteX53" fmla="*/ 871061 w 995171"/>
                <a:gd name="connsiteY53" fmla="*/ 215646 h 420623"/>
                <a:gd name="connsiteX54" fmla="*/ 841057 w 995171"/>
                <a:gd name="connsiteY54" fmla="*/ 168974 h 420623"/>
                <a:gd name="connsiteX55" fmla="*/ 794957 w 995171"/>
                <a:gd name="connsiteY55" fmla="*/ 137636 h 420623"/>
                <a:gd name="connsiteX56" fmla="*/ 735806 w 995171"/>
                <a:gd name="connsiteY56" fmla="*/ 126302 h 420623"/>
                <a:gd name="connsiteX57" fmla="*/ 678371 w 995171"/>
                <a:gd name="connsiteY57" fmla="*/ 137922 h 420623"/>
                <a:gd name="connsiteX58" fmla="*/ 631698 w 995171"/>
                <a:gd name="connsiteY58" fmla="*/ 169355 h 420623"/>
                <a:gd name="connsiteX59" fmla="*/ 600266 w 995171"/>
                <a:gd name="connsiteY59" fmla="*/ 216027 h 420623"/>
                <a:gd name="connsiteX60" fmla="*/ 588645 w 995171"/>
                <a:gd name="connsiteY60" fmla="*/ 273463 h 420623"/>
                <a:gd name="connsiteX61" fmla="*/ 599694 w 995171"/>
                <a:gd name="connsiteY61" fmla="*/ 330899 h 420623"/>
                <a:gd name="connsiteX62" fmla="*/ 630269 w 995171"/>
                <a:gd name="connsiteY62" fmla="*/ 377571 h 420623"/>
                <a:gd name="connsiteX63" fmla="*/ 677513 w 995171"/>
                <a:gd name="connsiteY63" fmla="*/ 409004 h 420623"/>
                <a:gd name="connsiteX64" fmla="*/ 738092 w 995171"/>
                <a:gd name="connsiteY64" fmla="*/ 420624 h 420623"/>
                <a:gd name="connsiteX65" fmla="*/ 863918 w 995171"/>
                <a:gd name="connsiteY65" fmla="*/ 365093 h 420623"/>
                <a:gd name="connsiteX66" fmla="*/ 810292 w 995171"/>
                <a:gd name="connsiteY66" fmla="*/ 324231 h 420623"/>
                <a:gd name="connsiteX67" fmla="*/ 738664 w 995171"/>
                <a:gd name="connsiteY67" fmla="*/ 355854 h 420623"/>
                <a:gd name="connsiteX68" fmla="*/ 687229 w 995171"/>
                <a:gd name="connsiteY68" fmla="*/ 341376 h 420623"/>
                <a:gd name="connsiteX69" fmla="*/ 660368 w 995171"/>
                <a:gd name="connsiteY69" fmla="*/ 302133 h 420623"/>
                <a:gd name="connsiteX70" fmla="*/ 659606 w 995171"/>
                <a:gd name="connsiteY70" fmla="*/ 299466 h 420623"/>
                <a:gd name="connsiteX71" fmla="*/ 881825 w 995171"/>
                <a:gd name="connsiteY71" fmla="*/ 299466 h 420623"/>
                <a:gd name="connsiteX72" fmla="*/ 881825 w 995171"/>
                <a:gd name="connsiteY72" fmla="*/ 272796 h 420623"/>
                <a:gd name="connsiteX73" fmla="*/ 660368 w 995171"/>
                <a:gd name="connsiteY73" fmla="*/ 246793 h 420623"/>
                <a:gd name="connsiteX74" fmla="*/ 735330 w 995171"/>
                <a:gd name="connsiteY74" fmla="*/ 189929 h 420623"/>
                <a:gd name="connsiteX75" fmla="*/ 810387 w 995171"/>
                <a:gd name="connsiteY75" fmla="*/ 246698 h 420623"/>
                <a:gd name="connsiteX76" fmla="*/ 660368 w 995171"/>
                <a:gd name="connsiteY76" fmla="*/ 246793 h 420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995171" h="420623">
                  <a:moveTo>
                    <a:pt x="74486" y="131921"/>
                  </a:moveTo>
                  <a:lnTo>
                    <a:pt x="0" y="131921"/>
                  </a:lnTo>
                  <a:lnTo>
                    <a:pt x="0" y="414719"/>
                  </a:lnTo>
                  <a:lnTo>
                    <a:pt x="74486" y="414719"/>
                  </a:lnTo>
                  <a:lnTo>
                    <a:pt x="74486" y="131921"/>
                  </a:lnTo>
                  <a:close/>
                  <a:moveTo>
                    <a:pt x="568262" y="417576"/>
                  </a:moveTo>
                  <a:lnTo>
                    <a:pt x="568262" y="348234"/>
                  </a:lnTo>
                  <a:cubicBezTo>
                    <a:pt x="557308" y="348139"/>
                    <a:pt x="548259" y="347567"/>
                    <a:pt x="541306" y="346520"/>
                  </a:cubicBezTo>
                  <a:cubicBezTo>
                    <a:pt x="533591" y="345281"/>
                    <a:pt x="527685" y="342710"/>
                    <a:pt x="523780" y="338804"/>
                  </a:cubicBezTo>
                  <a:cubicBezTo>
                    <a:pt x="519875" y="334899"/>
                    <a:pt x="517303" y="329184"/>
                    <a:pt x="516065" y="321945"/>
                  </a:cubicBezTo>
                  <a:cubicBezTo>
                    <a:pt x="514922" y="314992"/>
                    <a:pt x="514350" y="305753"/>
                    <a:pt x="514350" y="294608"/>
                  </a:cubicBezTo>
                  <a:lnTo>
                    <a:pt x="514350" y="195644"/>
                  </a:lnTo>
                  <a:lnTo>
                    <a:pt x="568262" y="195644"/>
                  </a:lnTo>
                  <a:lnTo>
                    <a:pt x="568262" y="131921"/>
                  </a:lnTo>
                  <a:lnTo>
                    <a:pt x="514350" y="131921"/>
                  </a:lnTo>
                  <a:lnTo>
                    <a:pt x="514350" y="21812"/>
                  </a:lnTo>
                  <a:lnTo>
                    <a:pt x="439865" y="21812"/>
                  </a:lnTo>
                  <a:lnTo>
                    <a:pt x="439865" y="295180"/>
                  </a:lnTo>
                  <a:cubicBezTo>
                    <a:pt x="439865" y="318230"/>
                    <a:pt x="441865" y="337852"/>
                    <a:pt x="445865" y="353473"/>
                  </a:cubicBezTo>
                  <a:cubicBezTo>
                    <a:pt x="449771" y="368903"/>
                    <a:pt x="456438" y="381572"/>
                    <a:pt x="465677" y="391001"/>
                  </a:cubicBezTo>
                  <a:cubicBezTo>
                    <a:pt x="474917" y="400431"/>
                    <a:pt x="487204" y="407289"/>
                    <a:pt x="502063" y="411385"/>
                  </a:cubicBezTo>
                  <a:cubicBezTo>
                    <a:pt x="517112" y="415481"/>
                    <a:pt x="536258" y="417671"/>
                    <a:pt x="558927" y="417671"/>
                  </a:cubicBezTo>
                  <a:lnTo>
                    <a:pt x="568262" y="417671"/>
                  </a:lnTo>
                  <a:close/>
                  <a:moveTo>
                    <a:pt x="995172" y="0"/>
                  </a:moveTo>
                  <a:lnTo>
                    <a:pt x="920687" y="0"/>
                  </a:lnTo>
                  <a:lnTo>
                    <a:pt x="920687" y="414719"/>
                  </a:lnTo>
                  <a:lnTo>
                    <a:pt x="995172" y="414719"/>
                  </a:lnTo>
                  <a:lnTo>
                    <a:pt x="995172" y="0"/>
                  </a:lnTo>
                  <a:close/>
                  <a:moveTo>
                    <a:pt x="367951" y="159830"/>
                  </a:moveTo>
                  <a:cubicBezTo>
                    <a:pt x="347282" y="137541"/>
                    <a:pt x="318135" y="126206"/>
                    <a:pt x="281273" y="126206"/>
                  </a:cubicBezTo>
                  <a:cubicBezTo>
                    <a:pt x="263462" y="126206"/>
                    <a:pt x="247079" y="129921"/>
                    <a:pt x="232410" y="137065"/>
                  </a:cubicBezTo>
                  <a:cubicBezTo>
                    <a:pt x="217742" y="144304"/>
                    <a:pt x="205264" y="154496"/>
                    <a:pt x="195358" y="167259"/>
                  </a:cubicBezTo>
                  <a:lnTo>
                    <a:pt x="191262" y="172498"/>
                  </a:lnTo>
                  <a:lnTo>
                    <a:pt x="191262" y="167831"/>
                  </a:lnTo>
                  <a:lnTo>
                    <a:pt x="191262" y="132017"/>
                  </a:lnTo>
                  <a:lnTo>
                    <a:pt x="117920" y="132017"/>
                  </a:lnTo>
                  <a:lnTo>
                    <a:pt x="117920" y="414814"/>
                  </a:lnTo>
                  <a:lnTo>
                    <a:pt x="191929" y="414814"/>
                  </a:lnTo>
                  <a:lnTo>
                    <a:pt x="191929" y="264128"/>
                  </a:lnTo>
                  <a:lnTo>
                    <a:pt x="192024" y="274606"/>
                  </a:lnTo>
                  <a:cubicBezTo>
                    <a:pt x="192024" y="272891"/>
                    <a:pt x="192024" y="271177"/>
                    <a:pt x="192119" y="269558"/>
                  </a:cubicBezTo>
                  <a:cubicBezTo>
                    <a:pt x="192881" y="243173"/>
                    <a:pt x="199454" y="223456"/>
                    <a:pt x="211741" y="210884"/>
                  </a:cubicBezTo>
                  <a:cubicBezTo>
                    <a:pt x="224790" y="197549"/>
                    <a:pt x="240697" y="190786"/>
                    <a:pt x="258985" y="190786"/>
                  </a:cubicBezTo>
                  <a:cubicBezTo>
                    <a:pt x="280511" y="190786"/>
                    <a:pt x="296894" y="197358"/>
                    <a:pt x="307753" y="210407"/>
                  </a:cubicBezTo>
                  <a:cubicBezTo>
                    <a:pt x="318421" y="223171"/>
                    <a:pt x="323850" y="241364"/>
                    <a:pt x="323945" y="264605"/>
                  </a:cubicBezTo>
                  <a:lnTo>
                    <a:pt x="323945" y="264605"/>
                  </a:lnTo>
                  <a:lnTo>
                    <a:pt x="323945" y="265176"/>
                  </a:lnTo>
                  <a:lnTo>
                    <a:pt x="323945" y="265271"/>
                  </a:lnTo>
                  <a:lnTo>
                    <a:pt x="323945" y="414814"/>
                  </a:lnTo>
                  <a:lnTo>
                    <a:pt x="399098" y="414814"/>
                  </a:lnTo>
                  <a:lnTo>
                    <a:pt x="399098" y="254222"/>
                  </a:lnTo>
                  <a:cubicBezTo>
                    <a:pt x="399193" y="213931"/>
                    <a:pt x="388620" y="182118"/>
                    <a:pt x="367951" y="159830"/>
                  </a:cubicBezTo>
                  <a:moveTo>
                    <a:pt x="881825" y="272796"/>
                  </a:moveTo>
                  <a:cubicBezTo>
                    <a:pt x="881825" y="252508"/>
                    <a:pt x="878205" y="233267"/>
                    <a:pt x="871061" y="215646"/>
                  </a:cubicBezTo>
                  <a:cubicBezTo>
                    <a:pt x="863918" y="198025"/>
                    <a:pt x="853821" y="182309"/>
                    <a:pt x="841057" y="168974"/>
                  </a:cubicBezTo>
                  <a:cubicBezTo>
                    <a:pt x="828294" y="155639"/>
                    <a:pt x="812768" y="145066"/>
                    <a:pt x="794957" y="137636"/>
                  </a:cubicBezTo>
                  <a:cubicBezTo>
                    <a:pt x="777145" y="130112"/>
                    <a:pt x="757238" y="126302"/>
                    <a:pt x="735806" y="126302"/>
                  </a:cubicBezTo>
                  <a:cubicBezTo>
                    <a:pt x="715518" y="126302"/>
                    <a:pt x="696182" y="130207"/>
                    <a:pt x="678371" y="137922"/>
                  </a:cubicBezTo>
                  <a:cubicBezTo>
                    <a:pt x="660559" y="145637"/>
                    <a:pt x="644843" y="156210"/>
                    <a:pt x="631698" y="169355"/>
                  </a:cubicBezTo>
                  <a:cubicBezTo>
                    <a:pt x="618554" y="182499"/>
                    <a:pt x="607981" y="198215"/>
                    <a:pt x="600266" y="216027"/>
                  </a:cubicBezTo>
                  <a:cubicBezTo>
                    <a:pt x="592550" y="233839"/>
                    <a:pt x="588645" y="253175"/>
                    <a:pt x="588645" y="273463"/>
                  </a:cubicBezTo>
                  <a:cubicBezTo>
                    <a:pt x="588645" y="293751"/>
                    <a:pt x="592360" y="313087"/>
                    <a:pt x="599694" y="330899"/>
                  </a:cubicBezTo>
                  <a:cubicBezTo>
                    <a:pt x="607028" y="348710"/>
                    <a:pt x="617315" y="364426"/>
                    <a:pt x="630269" y="377571"/>
                  </a:cubicBezTo>
                  <a:cubicBezTo>
                    <a:pt x="643223" y="390716"/>
                    <a:pt x="659130" y="401288"/>
                    <a:pt x="677513" y="409004"/>
                  </a:cubicBezTo>
                  <a:cubicBezTo>
                    <a:pt x="695897" y="416719"/>
                    <a:pt x="716280" y="420624"/>
                    <a:pt x="738092" y="420624"/>
                  </a:cubicBezTo>
                  <a:cubicBezTo>
                    <a:pt x="801148" y="420624"/>
                    <a:pt x="840391" y="391954"/>
                    <a:pt x="863918" y="365093"/>
                  </a:cubicBezTo>
                  <a:lnTo>
                    <a:pt x="810292" y="324231"/>
                  </a:lnTo>
                  <a:cubicBezTo>
                    <a:pt x="798957" y="337661"/>
                    <a:pt x="772192" y="355854"/>
                    <a:pt x="738664" y="355854"/>
                  </a:cubicBezTo>
                  <a:cubicBezTo>
                    <a:pt x="717614" y="355854"/>
                    <a:pt x="700373" y="350996"/>
                    <a:pt x="687229" y="341376"/>
                  </a:cubicBezTo>
                  <a:cubicBezTo>
                    <a:pt x="674084" y="331756"/>
                    <a:pt x="665036" y="318611"/>
                    <a:pt x="660368" y="302133"/>
                  </a:cubicBezTo>
                  <a:lnTo>
                    <a:pt x="659606" y="299466"/>
                  </a:lnTo>
                  <a:lnTo>
                    <a:pt x="881825" y="299466"/>
                  </a:lnTo>
                  <a:lnTo>
                    <a:pt x="881825" y="272796"/>
                  </a:lnTo>
                  <a:close/>
                  <a:moveTo>
                    <a:pt x="660368" y="246793"/>
                  </a:moveTo>
                  <a:cubicBezTo>
                    <a:pt x="660368" y="226124"/>
                    <a:pt x="684086" y="189929"/>
                    <a:pt x="735330" y="189929"/>
                  </a:cubicBezTo>
                  <a:cubicBezTo>
                    <a:pt x="786575" y="189929"/>
                    <a:pt x="810387" y="226028"/>
                    <a:pt x="810387" y="246698"/>
                  </a:cubicBezTo>
                  <a:lnTo>
                    <a:pt x="660368" y="246793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+mn-lt"/>
                <a:ea typeface="Intel Clear" panose="020B0604020203020204" pitchFamily="34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510292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Title Slide Blue A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EE1982CC-C5C2-43DF-8FDA-037495FAF9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73803" y="0"/>
            <a:ext cx="4325371" cy="6392520"/>
            <a:chOff x="573803" y="0"/>
            <a:chExt cx="4325371" cy="6392520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1F4567CD-F1DA-4E8F-ADDF-371B07892411}"/>
                </a:ext>
              </a:extLst>
            </p:cNvPr>
            <p:cNvSpPr/>
            <p:nvPr userDrawn="1"/>
          </p:nvSpPr>
          <p:spPr>
            <a:xfrm>
              <a:off x="860457" y="4951823"/>
              <a:ext cx="158111" cy="158111"/>
            </a:xfrm>
            <a:prstGeom prst="rect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FF16119A-1487-48A7-9CC6-71F9F9535C16}"/>
                </a:ext>
              </a:extLst>
            </p:cNvPr>
            <p:cNvSpPr/>
            <p:nvPr userDrawn="1"/>
          </p:nvSpPr>
          <p:spPr>
            <a:xfrm>
              <a:off x="573803" y="5104242"/>
              <a:ext cx="286654" cy="286654"/>
            </a:xfrm>
            <a:prstGeom prst="rect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63CF0AA4-E89F-418F-83F2-0CC0FB3DF16B}"/>
                </a:ext>
              </a:extLst>
            </p:cNvPr>
            <p:cNvSpPr/>
            <p:nvPr userDrawn="1"/>
          </p:nvSpPr>
          <p:spPr>
            <a:xfrm>
              <a:off x="861107" y="5390896"/>
              <a:ext cx="610214" cy="610214"/>
            </a:xfrm>
            <a:prstGeom prst="rect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A9F8D4CB-DB57-4130-8BDE-86D5A4C11D49}"/>
                </a:ext>
              </a:extLst>
            </p:cNvPr>
            <p:cNvSpPr/>
            <p:nvPr userDrawn="1"/>
          </p:nvSpPr>
          <p:spPr>
            <a:xfrm>
              <a:off x="1468406" y="0"/>
              <a:ext cx="3430768" cy="5390870"/>
            </a:xfrm>
            <a:prstGeom prst="rect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502BD194-F320-4426-964A-1D4F58024C5F}"/>
                </a:ext>
              </a:extLst>
            </p:cNvPr>
            <p:cNvGrpSpPr/>
            <p:nvPr userDrawn="1"/>
          </p:nvGrpSpPr>
          <p:grpSpPr>
            <a:xfrm>
              <a:off x="1468406" y="5995719"/>
              <a:ext cx="1059754" cy="396801"/>
              <a:chOff x="1314450" y="6391094"/>
              <a:chExt cx="1123377" cy="420623"/>
            </a:xfrm>
          </p:grpSpPr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61C32755-5BE0-4F78-B52A-08742A60A8EF}"/>
                  </a:ext>
                </a:extLst>
              </p:cNvPr>
              <p:cNvSpPr/>
              <p:nvPr/>
            </p:nvSpPr>
            <p:spPr>
              <a:xfrm>
                <a:off x="1314450" y="6396809"/>
                <a:ext cx="78581" cy="78581"/>
              </a:xfrm>
              <a:custGeom>
                <a:avLst/>
                <a:gdLst>
                  <a:gd name="connsiteX0" fmla="*/ 0 w 78581"/>
                  <a:gd name="connsiteY0" fmla="*/ 0 h 78581"/>
                  <a:gd name="connsiteX1" fmla="*/ 78581 w 78581"/>
                  <a:gd name="connsiteY1" fmla="*/ 0 h 78581"/>
                  <a:gd name="connsiteX2" fmla="*/ 78581 w 78581"/>
                  <a:gd name="connsiteY2" fmla="*/ 78581 h 78581"/>
                  <a:gd name="connsiteX3" fmla="*/ 0 w 78581"/>
                  <a:gd name="connsiteY3" fmla="*/ 78581 h 785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581" h="78581">
                    <a:moveTo>
                      <a:pt x="0" y="0"/>
                    </a:moveTo>
                    <a:lnTo>
                      <a:pt x="78581" y="0"/>
                    </a:lnTo>
                    <a:lnTo>
                      <a:pt x="78581" y="78581"/>
                    </a:lnTo>
                    <a:lnTo>
                      <a:pt x="0" y="78581"/>
                    </a:lnTo>
                    <a:close/>
                  </a:path>
                </a:pathLst>
              </a:custGeom>
              <a:solidFill>
                <a:srgbClr val="00B2E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ea typeface="Intel Clear" panose="020B060402020302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B33F9D2F-6ED9-4D82-B111-BEFD50CBB7B2}"/>
                  </a:ext>
                </a:extLst>
              </p:cNvPr>
              <p:cNvSpPr/>
              <p:nvPr/>
            </p:nvSpPr>
            <p:spPr>
              <a:xfrm>
                <a:off x="1316545" y="6391094"/>
                <a:ext cx="995171" cy="420623"/>
              </a:xfrm>
              <a:custGeom>
                <a:avLst/>
                <a:gdLst>
                  <a:gd name="connsiteX0" fmla="*/ 74486 w 995171"/>
                  <a:gd name="connsiteY0" fmla="*/ 131921 h 420623"/>
                  <a:gd name="connsiteX1" fmla="*/ 0 w 995171"/>
                  <a:gd name="connsiteY1" fmla="*/ 131921 h 420623"/>
                  <a:gd name="connsiteX2" fmla="*/ 0 w 995171"/>
                  <a:gd name="connsiteY2" fmla="*/ 414719 h 420623"/>
                  <a:gd name="connsiteX3" fmla="*/ 74486 w 995171"/>
                  <a:gd name="connsiteY3" fmla="*/ 414719 h 420623"/>
                  <a:gd name="connsiteX4" fmla="*/ 74486 w 995171"/>
                  <a:gd name="connsiteY4" fmla="*/ 131921 h 420623"/>
                  <a:gd name="connsiteX5" fmla="*/ 568262 w 995171"/>
                  <a:gd name="connsiteY5" fmla="*/ 417576 h 420623"/>
                  <a:gd name="connsiteX6" fmla="*/ 568262 w 995171"/>
                  <a:gd name="connsiteY6" fmla="*/ 348234 h 420623"/>
                  <a:gd name="connsiteX7" fmla="*/ 541306 w 995171"/>
                  <a:gd name="connsiteY7" fmla="*/ 346520 h 420623"/>
                  <a:gd name="connsiteX8" fmla="*/ 523780 w 995171"/>
                  <a:gd name="connsiteY8" fmla="*/ 338804 h 420623"/>
                  <a:gd name="connsiteX9" fmla="*/ 516065 w 995171"/>
                  <a:gd name="connsiteY9" fmla="*/ 321945 h 420623"/>
                  <a:gd name="connsiteX10" fmla="*/ 514350 w 995171"/>
                  <a:gd name="connsiteY10" fmla="*/ 294608 h 420623"/>
                  <a:gd name="connsiteX11" fmla="*/ 514350 w 995171"/>
                  <a:gd name="connsiteY11" fmla="*/ 195644 h 420623"/>
                  <a:gd name="connsiteX12" fmla="*/ 568262 w 995171"/>
                  <a:gd name="connsiteY12" fmla="*/ 195644 h 420623"/>
                  <a:gd name="connsiteX13" fmla="*/ 568262 w 995171"/>
                  <a:gd name="connsiteY13" fmla="*/ 131921 h 420623"/>
                  <a:gd name="connsiteX14" fmla="*/ 514350 w 995171"/>
                  <a:gd name="connsiteY14" fmla="*/ 131921 h 420623"/>
                  <a:gd name="connsiteX15" fmla="*/ 514350 w 995171"/>
                  <a:gd name="connsiteY15" fmla="*/ 21812 h 420623"/>
                  <a:gd name="connsiteX16" fmla="*/ 439865 w 995171"/>
                  <a:gd name="connsiteY16" fmla="*/ 21812 h 420623"/>
                  <a:gd name="connsiteX17" fmla="*/ 439865 w 995171"/>
                  <a:gd name="connsiteY17" fmla="*/ 295180 h 420623"/>
                  <a:gd name="connsiteX18" fmla="*/ 445865 w 995171"/>
                  <a:gd name="connsiteY18" fmla="*/ 353473 h 420623"/>
                  <a:gd name="connsiteX19" fmla="*/ 465677 w 995171"/>
                  <a:gd name="connsiteY19" fmla="*/ 391001 h 420623"/>
                  <a:gd name="connsiteX20" fmla="*/ 502063 w 995171"/>
                  <a:gd name="connsiteY20" fmla="*/ 411385 h 420623"/>
                  <a:gd name="connsiteX21" fmla="*/ 558927 w 995171"/>
                  <a:gd name="connsiteY21" fmla="*/ 417671 h 420623"/>
                  <a:gd name="connsiteX22" fmla="*/ 568262 w 995171"/>
                  <a:gd name="connsiteY22" fmla="*/ 417671 h 420623"/>
                  <a:gd name="connsiteX23" fmla="*/ 995172 w 995171"/>
                  <a:gd name="connsiteY23" fmla="*/ 0 h 420623"/>
                  <a:gd name="connsiteX24" fmla="*/ 920687 w 995171"/>
                  <a:gd name="connsiteY24" fmla="*/ 0 h 420623"/>
                  <a:gd name="connsiteX25" fmla="*/ 920687 w 995171"/>
                  <a:gd name="connsiteY25" fmla="*/ 414719 h 420623"/>
                  <a:gd name="connsiteX26" fmla="*/ 995172 w 995171"/>
                  <a:gd name="connsiteY26" fmla="*/ 414719 h 420623"/>
                  <a:gd name="connsiteX27" fmla="*/ 995172 w 995171"/>
                  <a:gd name="connsiteY27" fmla="*/ 0 h 420623"/>
                  <a:gd name="connsiteX28" fmla="*/ 367951 w 995171"/>
                  <a:gd name="connsiteY28" fmla="*/ 159830 h 420623"/>
                  <a:gd name="connsiteX29" fmla="*/ 281273 w 995171"/>
                  <a:gd name="connsiteY29" fmla="*/ 126206 h 420623"/>
                  <a:gd name="connsiteX30" fmla="*/ 232410 w 995171"/>
                  <a:gd name="connsiteY30" fmla="*/ 137065 h 420623"/>
                  <a:gd name="connsiteX31" fmla="*/ 195358 w 995171"/>
                  <a:gd name="connsiteY31" fmla="*/ 167259 h 420623"/>
                  <a:gd name="connsiteX32" fmla="*/ 191262 w 995171"/>
                  <a:gd name="connsiteY32" fmla="*/ 172498 h 420623"/>
                  <a:gd name="connsiteX33" fmla="*/ 191262 w 995171"/>
                  <a:gd name="connsiteY33" fmla="*/ 167831 h 420623"/>
                  <a:gd name="connsiteX34" fmla="*/ 191262 w 995171"/>
                  <a:gd name="connsiteY34" fmla="*/ 132017 h 420623"/>
                  <a:gd name="connsiteX35" fmla="*/ 117920 w 995171"/>
                  <a:gd name="connsiteY35" fmla="*/ 132017 h 420623"/>
                  <a:gd name="connsiteX36" fmla="*/ 117920 w 995171"/>
                  <a:gd name="connsiteY36" fmla="*/ 414814 h 420623"/>
                  <a:gd name="connsiteX37" fmla="*/ 191929 w 995171"/>
                  <a:gd name="connsiteY37" fmla="*/ 414814 h 420623"/>
                  <a:gd name="connsiteX38" fmla="*/ 191929 w 995171"/>
                  <a:gd name="connsiteY38" fmla="*/ 264128 h 420623"/>
                  <a:gd name="connsiteX39" fmla="*/ 192024 w 995171"/>
                  <a:gd name="connsiteY39" fmla="*/ 274606 h 420623"/>
                  <a:gd name="connsiteX40" fmla="*/ 192119 w 995171"/>
                  <a:gd name="connsiteY40" fmla="*/ 269558 h 420623"/>
                  <a:gd name="connsiteX41" fmla="*/ 211741 w 995171"/>
                  <a:gd name="connsiteY41" fmla="*/ 210884 h 420623"/>
                  <a:gd name="connsiteX42" fmla="*/ 258985 w 995171"/>
                  <a:gd name="connsiteY42" fmla="*/ 190786 h 420623"/>
                  <a:gd name="connsiteX43" fmla="*/ 307753 w 995171"/>
                  <a:gd name="connsiteY43" fmla="*/ 210407 h 420623"/>
                  <a:gd name="connsiteX44" fmla="*/ 323945 w 995171"/>
                  <a:gd name="connsiteY44" fmla="*/ 264605 h 420623"/>
                  <a:gd name="connsiteX45" fmla="*/ 323945 w 995171"/>
                  <a:gd name="connsiteY45" fmla="*/ 264605 h 420623"/>
                  <a:gd name="connsiteX46" fmla="*/ 323945 w 995171"/>
                  <a:gd name="connsiteY46" fmla="*/ 265176 h 420623"/>
                  <a:gd name="connsiteX47" fmla="*/ 323945 w 995171"/>
                  <a:gd name="connsiteY47" fmla="*/ 265271 h 420623"/>
                  <a:gd name="connsiteX48" fmla="*/ 323945 w 995171"/>
                  <a:gd name="connsiteY48" fmla="*/ 414814 h 420623"/>
                  <a:gd name="connsiteX49" fmla="*/ 399098 w 995171"/>
                  <a:gd name="connsiteY49" fmla="*/ 414814 h 420623"/>
                  <a:gd name="connsiteX50" fmla="*/ 399098 w 995171"/>
                  <a:gd name="connsiteY50" fmla="*/ 254222 h 420623"/>
                  <a:gd name="connsiteX51" fmla="*/ 367951 w 995171"/>
                  <a:gd name="connsiteY51" fmla="*/ 159830 h 420623"/>
                  <a:gd name="connsiteX52" fmla="*/ 881825 w 995171"/>
                  <a:gd name="connsiteY52" fmla="*/ 272796 h 420623"/>
                  <a:gd name="connsiteX53" fmla="*/ 871061 w 995171"/>
                  <a:gd name="connsiteY53" fmla="*/ 215646 h 420623"/>
                  <a:gd name="connsiteX54" fmla="*/ 841057 w 995171"/>
                  <a:gd name="connsiteY54" fmla="*/ 168974 h 420623"/>
                  <a:gd name="connsiteX55" fmla="*/ 794957 w 995171"/>
                  <a:gd name="connsiteY55" fmla="*/ 137636 h 420623"/>
                  <a:gd name="connsiteX56" fmla="*/ 735806 w 995171"/>
                  <a:gd name="connsiteY56" fmla="*/ 126302 h 420623"/>
                  <a:gd name="connsiteX57" fmla="*/ 678371 w 995171"/>
                  <a:gd name="connsiteY57" fmla="*/ 137922 h 420623"/>
                  <a:gd name="connsiteX58" fmla="*/ 631698 w 995171"/>
                  <a:gd name="connsiteY58" fmla="*/ 169355 h 420623"/>
                  <a:gd name="connsiteX59" fmla="*/ 600266 w 995171"/>
                  <a:gd name="connsiteY59" fmla="*/ 216027 h 420623"/>
                  <a:gd name="connsiteX60" fmla="*/ 588645 w 995171"/>
                  <a:gd name="connsiteY60" fmla="*/ 273463 h 420623"/>
                  <a:gd name="connsiteX61" fmla="*/ 599694 w 995171"/>
                  <a:gd name="connsiteY61" fmla="*/ 330899 h 420623"/>
                  <a:gd name="connsiteX62" fmla="*/ 630269 w 995171"/>
                  <a:gd name="connsiteY62" fmla="*/ 377571 h 420623"/>
                  <a:gd name="connsiteX63" fmla="*/ 677513 w 995171"/>
                  <a:gd name="connsiteY63" fmla="*/ 409004 h 420623"/>
                  <a:gd name="connsiteX64" fmla="*/ 738092 w 995171"/>
                  <a:gd name="connsiteY64" fmla="*/ 420624 h 420623"/>
                  <a:gd name="connsiteX65" fmla="*/ 863918 w 995171"/>
                  <a:gd name="connsiteY65" fmla="*/ 365093 h 420623"/>
                  <a:gd name="connsiteX66" fmla="*/ 810292 w 995171"/>
                  <a:gd name="connsiteY66" fmla="*/ 324231 h 420623"/>
                  <a:gd name="connsiteX67" fmla="*/ 738664 w 995171"/>
                  <a:gd name="connsiteY67" fmla="*/ 355854 h 420623"/>
                  <a:gd name="connsiteX68" fmla="*/ 687229 w 995171"/>
                  <a:gd name="connsiteY68" fmla="*/ 341376 h 420623"/>
                  <a:gd name="connsiteX69" fmla="*/ 660368 w 995171"/>
                  <a:gd name="connsiteY69" fmla="*/ 302133 h 420623"/>
                  <a:gd name="connsiteX70" fmla="*/ 659606 w 995171"/>
                  <a:gd name="connsiteY70" fmla="*/ 299466 h 420623"/>
                  <a:gd name="connsiteX71" fmla="*/ 881825 w 995171"/>
                  <a:gd name="connsiteY71" fmla="*/ 299466 h 420623"/>
                  <a:gd name="connsiteX72" fmla="*/ 881825 w 995171"/>
                  <a:gd name="connsiteY72" fmla="*/ 272796 h 420623"/>
                  <a:gd name="connsiteX73" fmla="*/ 660368 w 995171"/>
                  <a:gd name="connsiteY73" fmla="*/ 246793 h 420623"/>
                  <a:gd name="connsiteX74" fmla="*/ 735330 w 995171"/>
                  <a:gd name="connsiteY74" fmla="*/ 189929 h 420623"/>
                  <a:gd name="connsiteX75" fmla="*/ 810387 w 995171"/>
                  <a:gd name="connsiteY75" fmla="*/ 246698 h 420623"/>
                  <a:gd name="connsiteX76" fmla="*/ 660368 w 995171"/>
                  <a:gd name="connsiteY76" fmla="*/ 246793 h 4206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</a:cxnLst>
                <a:rect l="l" t="t" r="r" b="b"/>
                <a:pathLst>
                  <a:path w="995171" h="420623">
                    <a:moveTo>
                      <a:pt x="74486" y="131921"/>
                    </a:moveTo>
                    <a:lnTo>
                      <a:pt x="0" y="131921"/>
                    </a:lnTo>
                    <a:lnTo>
                      <a:pt x="0" y="414719"/>
                    </a:lnTo>
                    <a:lnTo>
                      <a:pt x="74486" y="414719"/>
                    </a:lnTo>
                    <a:lnTo>
                      <a:pt x="74486" y="131921"/>
                    </a:lnTo>
                    <a:close/>
                    <a:moveTo>
                      <a:pt x="568262" y="417576"/>
                    </a:moveTo>
                    <a:lnTo>
                      <a:pt x="568262" y="348234"/>
                    </a:lnTo>
                    <a:cubicBezTo>
                      <a:pt x="557308" y="348139"/>
                      <a:pt x="548259" y="347567"/>
                      <a:pt x="541306" y="346520"/>
                    </a:cubicBezTo>
                    <a:cubicBezTo>
                      <a:pt x="533591" y="345281"/>
                      <a:pt x="527685" y="342710"/>
                      <a:pt x="523780" y="338804"/>
                    </a:cubicBezTo>
                    <a:cubicBezTo>
                      <a:pt x="519875" y="334899"/>
                      <a:pt x="517303" y="329184"/>
                      <a:pt x="516065" y="321945"/>
                    </a:cubicBezTo>
                    <a:cubicBezTo>
                      <a:pt x="514922" y="314992"/>
                      <a:pt x="514350" y="305753"/>
                      <a:pt x="514350" y="294608"/>
                    </a:cubicBezTo>
                    <a:lnTo>
                      <a:pt x="514350" y="195644"/>
                    </a:lnTo>
                    <a:lnTo>
                      <a:pt x="568262" y="195644"/>
                    </a:lnTo>
                    <a:lnTo>
                      <a:pt x="568262" y="131921"/>
                    </a:lnTo>
                    <a:lnTo>
                      <a:pt x="514350" y="131921"/>
                    </a:lnTo>
                    <a:lnTo>
                      <a:pt x="514350" y="21812"/>
                    </a:lnTo>
                    <a:lnTo>
                      <a:pt x="439865" y="21812"/>
                    </a:lnTo>
                    <a:lnTo>
                      <a:pt x="439865" y="295180"/>
                    </a:lnTo>
                    <a:cubicBezTo>
                      <a:pt x="439865" y="318230"/>
                      <a:pt x="441865" y="337852"/>
                      <a:pt x="445865" y="353473"/>
                    </a:cubicBezTo>
                    <a:cubicBezTo>
                      <a:pt x="449771" y="368903"/>
                      <a:pt x="456438" y="381572"/>
                      <a:pt x="465677" y="391001"/>
                    </a:cubicBezTo>
                    <a:cubicBezTo>
                      <a:pt x="474917" y="400431"/>
                      <a:pt x="487204" y="407289"/>
                      <a:pt x="502063" y="411385"/>
                    </a:cubicBezTo>
                    <a:cubicBezTo>
                      <a:pt x="517112" y="415481"/>
                      <a:pt x="536258" y="417671"/>
                      <a:pt x="558927" y="417671"/>
                    </a:cubicBezTo>
                    <a:lnTo>
                      <a:pt x="568262" y="417671"/>
                    </a:lnTo>
                    <a:close/>
                    <a:moveTo>
                      <a:pt x="995172" y="0"/>
                    </a:moveTo>
                    <a:lnTo>
                      <a:pt x="920687" y="0"/>
                    </a:lnTo>
                    <a:lnTo>
                      <a:pt x="920687" y="414719"/>
                    </a:lnTo>
                    <a:lnTo>
                      <a:pt x="995172" y="414719"/>
                    </a:lnTo>
                    <a:lnTo>
                      <a:pt x="995172" y="0"/>
                    </a:lnTo>
                    <a:close/>
                    <a:moveTo>
                      <a:pt x="367951" y="159830"/>
                    </a:moveTo>
                    <a:cubicBezTo>
                      <a:pt x="347282" y="137541"/>
                      <a:pt x="318135" y="126206"/>
                      <a:pt x="281273" y="126206"/>
                    </a:cubicBezTo>
                    <a:cubicBezTo>
                      <a:pt x="263462" y="126206"/>
                      <a:pt x="247079" y="129921"/>
                      <a:pt x="232410" y="137065"/>
                    </a:cubicBezTo>
                    <a:cubicBezTo>
                      <a:pt x="217742" y="144304"/>
                      <a:pt x="205264" y="154496"/>
                      <a:pt x="195358" y="167259"/>
                    </a:cubicBezTo>
                    <a:lnTo>
                      <a:pt x="191262" y="172498"/>
                    </a:lnTo>
                    <a:lnTo>
                      <a:pt x="191262" y="167831"/>
                    </a:lnTo>
                    <a:lnTo>
                      <a:pt x="191262" y="132017"/>
                    </a:lnTo>
                    <a:lnTo>
                      <a:pt x="117920" y="132017"/>
                    </a:lnTo>
                    <a:lnTo>
                      <a:pt x="117920" y="414814"/>
                    </a:lnTo>
                    <a:lnTo>
                      <a:pt x="191929" y="414814"/>
                    </a:lnTo>
                    <a:lnTo>
                      <a:pt x="191929" y="264128"/>
                    </a:lnTo>
                    <a:lnTo>
                      <a:pt x="192024" y="274606"/>
                    </a:lnTo>
                    <a:cubicBezTo>
                      <a:pt x="192024" y="272891"/>
                      <a:pt x="192024" y="271177"/>
                      <a:pt x="192119" y="269558"/>
                    </a:cubicBezTo>
                    <a:cubicBezTo>
                      <a:pt x="192881" y="243173"/>
                      <a:pt x="199454" y="223456"/>
                      <a:pt x="211741" y="210884"/>
                    </a:cubicBezTo>
                    <a:cubicBezTo>
                      <a:pt x="224790" y="197549"/>
                      <a:pt x="240697" y="190786"/>
                      <a:pt x="258985" y="190786"/>
                    </a:cubicBezTo>
                    <a:cubicBezTo>
                      <a:pt x="280511" y="190786"/>
                      <a:pt x="296894" y="197358"/>
                      <a:pt x="307753" y="210407"/>
                    </a:cubicBezTo>
                    <a:cubicBezTo>
                      <a:pt x="318421" y="223171"/>
                      <a:pt x="323850" y="241364"/>
                      <a:pt x="323945" y="264605"/>
                    </a:cubicBezTo>
                    <a:lnTo>
                      <a:pt x="323945" y="264605"/>
                    </a:lnTo>
                    <a:lnTo>
                      <a:pt x="323945" y="265176"/>
                    </a:lnTo>
                    <a:lnTo>
                      <a:pt x="323945" y="265271"/>
                    </a:lnTo>
                    <a:lnTo>
                      <a:pt x="323945" y="414814"/>
                    </a:lnTo>
                    <a:lnTo>
                      <a:pt x="399098" y="414814"/>
                    </a:lnTo>
                    <a:lnTo>
                      <a:pt x="399098" y="254222"/>
                    </a:lnTo>
                    <a:cubicBezTo>
                      <a:pt x="399193" y="213931"/>
                      <a:pt x="388620" y="182118"/>
                      <a:pt x="367951" y="159830"/>
                    </a:cubicBezTo>
                    <a:moveTo>
                      <a:pt x="881825" y="272796"/>
                    </a:moveTo>
                    <a:cubicBezTo>
                      <a:pt x="881825" y="252508"/>
                      <a:pt x="878205" y="233267"/>
                      <a:pt x="871061" y="215646"/>
                    </a:cubicBezTo>
                    <a:cubicBezTo>
                      <a:pt x="863918" y="198025"/>
                      <a:pt x="853821" y="182309"/>
                      <a:pt x="841057" y="168974"/>
                    </a:cubicBezTo>
                    <a:cubicBezTo>
                      <a:pt x="828294" y="155639"/>
                      <a:pt x="812768" y="145066"/>
                      <a:pt x="794957" y="137636"/>
                    </a:cubicBezTo>
                    <a:cubicBezTo>
                      <a:pt x="777145" y="130112"/>
                      <a:pt x="757238" y="126302"/>
                      <a:pt x="735806" y="126302"/>
                    </a:cubicBezTo>
                    <a:cubicBezTo>
                      <a:pt x="715518" y="126302"/>
                      <a:pt x="696182" y="130207"/>
                      <a:pt x="678371" y="137922"/>
                    </a:cubicBezTo>
                    <a:cubicBezTo>
                      <a:pt x="660559" y="145637"/>
                      <a:pt x="644843" y="156210"/>
                      <a:pt x="631698" y="169355"/>
                    </a:cubicBezTo>
                    <a:cubicBezTo>
                      <a:pt x="618554" y="182499"/>
                      <a:pt x="607981" y="198215"/>
                      <a:pt x="600266" y="216027"/>
                    </a:cubicBezTo>
                    <a:cubicBezTo>
                      <a:pt x="592550" y="233839"/>
                      <a:pt x="588645" y="253175"/>
                      <a:pt x="588645" y="273463"/>
                    </a:cubicBezTo>
                    <a:cubicBezTo>
                      <a:pt x="588645" y="293751"/>
                      <a:pt x="592360" y="313087"/>
                      <a:pt x="599694" y="330899"/>
                    </a:cubicBezTo>
                    <a:cubicBezTo>
                      <a:pt x="607028" y="348710"/>
                      <a:pt x="617315" y="364426"/>
                      <a:pt x="630269" y="377571"/>
                    </a:cubicBezTo>
                    <a:cubicBezTo>
                      <a:pt x="643223" y="390716"/>
                      <a:pt x="659130" y="401288"/>
                      <a:pt x="677513" y="409004"/>
                    </a:cubicBezTo>
                    <a:cubicBezTo>
                      <a:pt x="695897" y="416719"/>
                      <a:pt x="716280" y="420624"/>
                      <a:pt x="738092" y="420624"/>
                    </a:cubicBezTo>
                    <a:cubicBezTo>
                      <a:pt x="801148" y="420624"/>
                      <a:pt x="840391" y="391954"/>
                      <a:pt x="863918" y="365093"/>
                    </a:cubicBezTo>
                    <a:lnTo>
                      <a:pt x="810292" y="324231"/>
                    </a:lnTo>
                    <a:cubicBezTo>
                      <a:pt x="798957" y="337661"/>
                      <a:pt x="772192" y="355854"/>
                      <a:pt x="738664" y="355854"/>
                    </a:cubicBezTo>
                    <a:cubicBezTo>
                      <a:pt x="717614" y="355854"/>
                      <a:pt x="700373" y="350996"/>
                      <a:pt x="687229" y="341376"/>
                    </a:cubicBezTo>
                    <a:cubicBezTo>
                      <a:pt x="674084" y="331756"/>
                      <a:pt x="665036" y="318611"/>
                      <a:pt x="660368" y="302133"/>
                    </a:cubicBezTo>
                    <a:lnTo>
                      <a:pt x="659606" y="299466"/>
                    </a:lnTo>
                    <a:lnTo>
                      <a:pt x="881825" y="299466"/>
                    </a:lnTo>
                    <a:lnTo>
                      <a:pt x="881825" y="272796"/>
                    </a:lnTo>
                    <a:close/>
                    <a:moveTo>
                      <a:pt x="660368" y="246793"/>
                    </a:moveTo>
                    <a:cubicBezTo>
                      <a:pt x="660368" y="226124"/>
                      <a:pt x="684086" y="189929"/>
                      <a:pt x="735330" y="189929"/>
                    </a:cubicBezTo>
                    <a:cubicBezTo>
                      <a:pt x="786575" y="189929"/>
                      <a:pt x="810387" y="226028"/>
                      <a:pt x="810387" y="246698"/>
                    </a:cubicBezTo>
                    <a:lnTo>
                      <a:pt x="660368" y="246793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ea typeface="Intel Clear" panose="020B060402020302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C1C42114-E0DC-41C5-A333-869DAB921F8F}"/>
                  </a:ext>
                </a:extLst>
              </p:cNvPr>
              <p:cNvSpPr/>
              <p:nvPr/>
            </p:nvSpPr>
            <p:spPr>
              <a:xfrm>
                <a:off x="2358770" y="6728469"/>
                <a:ext cx="79057" cy="79057"/>
              </a:xfrm>
              <a:custGeom>
                <a:avLst/>
                <a:gdLst>
                  <a:gd name="connsiteX0" fmla="*/ 39529 w 79057"/>
                  <a:gd name="connsiteY0" fmla="*/ 5620 h 79057"/>
                  <a:gd name="connsiteX1" fmla="*/ 73438 w 79057"/>
                  <a:gd name="connsiteY1" fmla="*/ 39529 h 79057"/>
                  <a:gd name="connsiteX2" fmla="*/ 39529 w 79057"/>
                  <a:gd name="connsiteY2" fmla="*/ 73438 h 79057"/>
                  <a:gd name="connsiteX3" fmla="*/ 5620 w 79057"/>
                  <a:gd name="connsiteY3" fmla="*/ 39529 h 79057"/>
                  <a:gd name="connsiteX4" fmla="*/ 39529 w 79057"/>
                  <a:gd name="connsiteY4" fmla="*/ 5620 h 79057"/>
                  <a:gd name="connsiteX5" fmla="*/ 39529 w 79057"/>
                  <a:gd name="connsiteY5" fmla="*/ 0 h 79057"/>
                  <a:gd name="connsiteX6" fmla="*/ 0 w 79057"/>
                  <a:gd name="connsiteY6" fmla="*/ 39529 h 79057"/>
                  <a:gd name="connsiteX7" fmla="*/ 39529 w 79057"/>
                  <a:gd name="connsiteY7" fmla="*/ 79058 h 79057"/>
                  <a:gd name="connsiteX8" fmla="*/ 79058 w 79057"/>
                  <a:gd name="connsiteY8" fmla="*/ 39529 h 79057"/>
                  <a:gd name="connsiteX9" fmla="*/ 39529 w 79057"/>
                  <a:gd name="connsiteY9" fmla="*/ 0 h 790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79057" h="79057">
                    <a:moveTo>
                      <a:pt x="39529" y="5620"/>
                    </a:moveTo>
                    <a:cubicBezTo>
                      <a:pt x="58198" y="5620"/>
                      <a:pt x="73438" y="20860"/>
                      <a:pt x="73438" y="39529"/>
                    </a:cubicBezTo>
                    <a:cubicBezTo>
                      <a:pt x="73438" y="58198"/>
                      <a:pt x="58198" y="73438"/>
                      <a:pt x="39529" y="73438"/>
                    </a:cubicBezTo>
                    <a:cubicBezTo>
                      <a:pt x="20860" y="73438"/>
                      <a:pt x="5620" y="58198"/>
                      <a:pt x="5620" y="39529"/>
                    </a:cubicBezTo>
                    <a:cubicBezTo>
                      <a:pt x="5620" y="20860"/>
                      <a:pt x="20860" y="5620"/>
                      <a:pt x="39529" y="5620"/>
                    </a:cubicBezTo>
                    <a:moveTo>
                      <a:pt x="39529" y="0"/>
                    </a:moveTo>
                    <a:cubicBezTo>
                      <a:pt x="17717" y="0"/>
                      <a:pt x="0" y="17717"/>
                      <a:pt x="0" y="39529"/>
                    </a:cubicBezTo>
                    <a:cubicBezTo>
                      <a:pt x="0" y="61341"/>
                      <a:pt x="17717" y="79058"/>
                      <a:pt x="39529" y="79058"/>
                    </a:cubicBezTo>
                    <a:cubicBezTo>
                      <a:pt x="61341" y="79058"/>
                      <a:pt x="79058" y="61341"/>
                      <a:pt x="79058" y="39529"/>
                    </a:cubicBezTo>
                    <a:cubicBezTo>
                      <a:pt x="79058" y="17717"/>
                      <a:pt x="61341" y="0"/>
                      <a:pt x="39529" y="0"/>
                    </a:cubicBezTo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ea typeface="Intel Clear" panose="020B060402020302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EB18CC9F-8A17-402D-B10E-AE9061E9554F}"/>
                  </a:ext>
                </a:extLst>
              </p:cNvPr>
              <p:cNvSpPr/>
              <p:nvPr/>
            </p:nvSpPr>
            <p:spPr>
              <a:xfrm>
                <a:off x="2384869" y="6748090"/>
                <a:ext cx="30765" cy="39528"/>
              </a:xfrm>
              <a:custGeom>
                <a:avLst/>
                <a:gdLst>
                  <a:gd name="connsiteX0" fmla="*/ 16383 w 30765"/>
                  <a:gd name="connsiteY0" fmla="*/ 95 h 39528"/>
                  <a:gd name="connsiteX1" fmla="*/ 23051 w 30765"/>
                  <a:gd name="connsiteY1" fmla="*/ 1715 h 39528"/>
                  <a:gd name="connsiteX2" fmla="*/ 27718 w 30765"/>
                  <a:gd name="connsiteY2" fmla="*/ 6191 h 39528"/>
                  <a:gd name="connsiteX3" fmla="*/ 29337 w 30765"/>
                  <a:gd name="connsiteY3" fmla="*/ 12478 h 39528"/>
                  <a:gd name="connsiteX4" fmla="*/ 27146 w 30765"/>
                  <a:gd name="connsiteY4" fmla="*/ 19622 h 39528"/>
                  <a:gd name="connsiteX5" fmla="*/ 21812 w 30765"/>
                  <a:gd name="connsiteY5" fmla="*/ 23717 h 39528"/>
                  <a:gd name="connsiteX6" fmla="*/ 30766 w 30765"/>
                  <a:gd name="connsiteY6" fmla="*/ 39529 h 39528"/>
                  <a:gd name="connsiteX7" fmla="*/ 23717 w 30765"/>
                  <a:gd name="connsiteY7" fmla="*/ 39529 h 39528"/>
                  <a:gd name="connsiteX8" fmla="*/ 15526 w 30765"/>
                  <a:gd name="connsiteY8" fmla="*/ 24860 h 39528"/>
                  <a:gd name="connsiteX9" fmla="*/ 6191 w 30765"/>
                  <a:gd name="connsiteY9" fmla="*/ 24860 h 39528"/>
                  <a:gd name="connsiteX10" fmla="*/ 6191 w 30765"/>
                  <a:gd name="connsiteY10" fmla="*/ 39529 h 39528"/>
                  <a:gd name="connsiteX11" fmla="*/ 0 w 30765"/>
                  <a:gd name="connsiteY11" fmla="*/ 39529 h 39528"/>
                  <a:gd name="connsiteX12" fmla="*/ 0 w 30765"/>
                  <a:gd name="connsiteY12" fmla="*/ 0 h 39528"/>
                  <a:gd name="connsiteX13" fmla="*/ 16383 w 30765"/>
                  <a:gd name="connsiteY13" fmla="*/ 0 h 39528"/>
                  <a:gd name="connsiteX14" fmla="*/ 16383 w 30765"/>
                  <a:gd name="connsiteY14" fmla="*/ 19336 h 39528"/>
                  <a:gd name="connsiteX15" fmla="*/ 19907 w 30765"/>
                  <a:gd name="connsiteY15" fmla="*/ 18478 h 39528"/>
                  <a:gd name="connsiteX16" fmla="*/ 22289 w 30765"/>
                  <a:gd name="connsiteY16" fmla="*/ 16097 h 39528"/>
                  <a:gd name="connsiteX17" fmla="*/ 23146 w 30765"/>
                  <a:gd name="connsiteY17" fmla="*/ 12573 h 39528"/>
                  <a:gd name="connsiteX18" fmla="*/ 22289 w 30765"/>
                  <a:gd name="connsiteY18" fmla="*/ 9049 h 39528"/>
                  <a:gd name="connsiteX19" fmla="*/ 19907 w 30765"/>
                  <a:gd name="connsiteY19" fmla="*/ 6668 h 39528"/>
                  <a:gd name="connsiteX20" fmla="*/ 16383 w 30765"/>
                  <a:gd name="connsiteY20" fmla="*/ 5810 h 39528"/>
                  <a:gd name="connsiteX21" fmla="*/ 6191 w 30765"/>
                  <a:gd name="connsiteY21" fmla="*/ 5810 h 39528"/>
                  <a:gd name="connsiteX22" fmla="*/ 6191 w 30765"/>
                  <a:gd name="connsiteY22" fmla="*/ 19336 h 39528"/>
                  <a:gd name="connsiteX23" fmla="*/ 16383 w 30765"/>
                  <a:gd name="connsiteY23" fmla="*/ 19336 h 395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0765" h="39528">
                    <a:moveTo>
                      <a:pt x="16383" y="95"/>
                    </a:moveTo>
                    <a:cubicBezTo>
                      <a:pt x="18860" y="95"/>
                      <a:pt x="21050" y="667"/>
                      <a:pt x="23051" y="1715"/>
                    </a:cubicBezTo>
                    <a:cubicBezTo>
                      <a:pt x="25051" y="2762"/>
                      <a:pt x="26575" y="4286"/>
                      <a:pt x="27718" y="6191"/>
                    </a:cubicBezTo>
                    <a:cubicBezTo>
                      <a:pt x="28861" y="8096"/>
                      <a:pt x="29337" y="10192"/>
                      <a:pt x="29337" y="12478"/>
                    </a:cubicBezTo>
                    <a:cubicBezTo>
                      <a:pt x="29337" y="15335"/>
                      <a:pt x="28575" y="17717"/>
                      <a:pt x="27146" y="19622"/>
                    </a:cubicBezTo>
                    <a:cubicBezTo>
                      <a:pt x="25718" y="21527"/>
                      <a:pt x="23908" y="22860"/>
                      <a:pt x="21812" y="23717"/>
                    </a:cubicBezTo>
                    <a:lnTo>
                      <a:pt x="30766" y="39529"/>
                    </a:lnTo>
                    <a:lnTo>
                      <a:pt x="23717" y="39529"/>
                    </a:lnTo>
                    <a:lnTo>
                      <a:pt x="15526" y="24860"/>
                    </a:lnTo>
                    <a:lnTo>
                      <a:pt x="6191" y="24860"/>
                    </a:lnTo>
                    <a:lnTo>
                      <a:pt x="6191" y="39529"/>
                    </a:lnTo>
                    <a:lnTo>
                      <a:pt x="0" y="39529"/>
                    </a:lnTo>
                    <a:lnTo>
                      <a:pt x="0" y="0"/>
                    </a:lnTo>
                    <a:lnTo>
                      <a:pt x="16383" y="0"/>
                    </a:lnTo>
                    <a:close/>
                    <a:moveTo>
                      <a:pt x="16383" y="19336"/>
                    </a:moveTo>
                    <a:cubicBezTo>
                      <a:pt x="17717" y="19336"/>
                      <a:pt x="18860" y="19050"/>
                      <a:pt x="19907" y="18478"/>
                    </a:cubicBezTo>
                    <a:cubicBezTo>
                      <a:pt x="20955" y="17907"/>
                      <a:pt x="21717" y="17050"/>
                      <a:pt x="22289" y="16097"/>
                    </a:cubicBezTo>
                    <a:cubicBezTo>
                      <a:pt x="22860" y="15050"/>
                      <a:pt x="23146" y="13906"/>
                      <a:pt x="23146" y="12573"/>
                    </a:cubicBezTo>
                    <a:cubicBezTo>
                      <a:pt x="23146" y="11240"/>
                      <a:pt x="22860" y="10097"/>
                      <a:pt x="22289" y="9049"/>
                    </a:cubicBezTo>
                    <a:cubicBezTo>
                      <a:pt x="21717" y="8001"/>
                      <a:pt x="20860" y="7239"/>
                      <a:pt x="19907" y="6668"/>
                    </a:cubicBezTo>
                    <a:cubicBezTo>
                      <a:pt x="18860" y="6096"/>
                      <a:pt x="17717" y="5810"/>
                      <a:pt x="16383" y="5810"/>
                    </a:cubicBezTo>
                    <a:lnTo>
                      <a:pt x="6191" y="5810"/>
                    </a:lnTo>
                    <a:lnTo>
                      <a:pt x="6191" y="19336"/>
                    </a:lnTo>
                    <a:lnTo>
                      <a:pt x="16383" y="19336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ea typeface="Intel Clear" panose="020B0604020203020204" pitchFamily="34" charset="0"/>
                  <a:cs typeface="Times New Roman" panose="02020603050405020304" pitchFamily="18" charset="0"/>
                </a:endParaRPr>
              </a:p>
            </p:txBody>
          </p:sp>
        </p:grpSp>
      </p:grp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825262-3F6E-4DC6-AA53-E30B25B1583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43438" y="944163"/>
            <a:ext cx="9810362" cy="627700"/>
          </a:xfrm>
        </p:spPr>
        <p:txBody>
          <a:bodyPr anchor="b" anchorCtr="0">
            <a:normAutofit/>
          </a:bodyPr>
          <a:lstStyle>
            <a:lvl1pPr marL="0" indent="0">
              <a:buFontTx/>
              <a:buNone/>
              <a:defRPr sz="1600">
                <a:solidFill>
                  <a:schemeClr val="bg1"/>
                </a:solidFill>
                <a:latin typeface="IntelOne Text" panose="020B0503020203020204" pitchFamily="34" charset="77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E6BC2F-544E-4727-A6CC-2BE3B3E01B5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42536" y="1635111"/>
            <a:ext cx="9789007" cy="1874852"/>
          </a:xfrm>
        </p:spPr>
        <p:txBody>
          <a:bodyPr anchor="b"/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F0B31C-0AD0-4CC0-BF2B-DECE53E6665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42536" y="3602038"/>
            <a:ext cx="9789007" cy="1655762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778797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Quote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A8C51-69D0-4653-9DD4-C9657C8565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0A8B5C-DC90-4F60-9A7A-08826CF8083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441833"/>
            <a:ext cx="10972800" cy="4241800"/>
          </a:xfrm>
        </p:spPr>
        <p:txBody>
          <a:bodyPr>
            <a:normAutofit/>
          </a:bodyPr>
          <a:lstStyle>
            <a:lvl1pPr marL="0" indent="0">
              <a:buNone/>
              <a:defRPr sz="6000" b="0" i="0">
                <a:solidFill>
                  <a:schemeClr val="bg1"/>
                </a:solidFill>
                <a:latin typeface="IntelOne Text" panose="020B0503020203020204" pitchFamily="34" charset="0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74C57F0-3964-4184-8486-C7C3D87AEA3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5757203"/>
            <a:ext cx="10972800" cy="50165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  <a:latin typeface="IntelOne Text" panose="020B0503020203020204" pitchFamily="34" charset="77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40C7463-044C-48C5-9C61-01035600C0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400800"/>
            <a:ext cx="11734800" cy="457200"/>
          </a:xfrm>
          <a:prstGeom prst="rect">
            <a:avLst/>
          </a:prstGeom>
          <a:solidFill>
            <a:schemeClr val="tx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791783BE-2760-44E4-ADC3-DD3F254CEA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lum bright="10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37466" y="6554735"/>
            <a:ext cx="476084" cy="177524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3547586F-EE67-4051-9999-DE673BC9B9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734800" y="0"/>
            <a:ext cx="457200" cy="6400800"/>
          </a:xfrm>
          <a:prstGeom prst="rect">
            <a:avLst/>
          </a:prstGeom>
          <a:solidFill>
            <a:schemeClr val="tx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3B0D2E6-CDB6-4990-9882-8E1AC38762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537995" y="6510549"/>
            <a:ext cx="1116010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>
                <a:solidFill>
                  <a:schemeClr val="bg1"/>
                </a:solidFill>
                <a:ea typeface="Intel Clear" panose="020B0604020203020204" pitchFamily="34" charset="0"/>
                <a:cs typeface="Times New Roman" panose="02020603050405020304" pitchFamily="18" charset="0"/>
              </a:rPr>
              <a:t>Intel Confidential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8A1EC77-5BEB-45BB-B35A-D1CB9FB092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86365" y="6510549"/>
            <a:ext cx="217239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sz="1200">
                <a:solidFill>
                  <a:schemeClr val="bg1"/>
                </a:solidFill>
                <a:ea typeface="Intel Clear" panose="020B0604020203020204" pitchFamily="34" charset="0"/>
                <a:cs typeface="Times New Roman" panose="02020603050405020304" pitchFamily="18" charset="0"/>
              </a:rPr>
              <a:t>Department or Event Name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FE3CC19-B2E2-40FF-B774-8AD1AD5A1A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1898805" y="6553045"/>
            <a:ext cx="142668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1000" b="0" i="0" u="none" strike="noStrike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n-lt"/>
                <a:ea typeface="Intel Clear" panose="020B0604020203020204" pitchFamily="34" charset="0"/>
                <a:cs typeface="Times New Roman" panose="02020603050405020304" pitchFamily="18" charset="0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1000" b="0" i="0" u="none" strike="noStrike" cap="none" spc="0" normalizeH="0" baseline="0" err="1">
              <a:ln>
                <a:noFill/>
              </a:ln>
              <a:solidFill>
                <a:schemeClr val="bg1"/>
              </a:solidFill>
              <a:effectLst/>
              <a:uFillTx/>
              <a:latin typeface="+mn-lt"/>
              <a:ea typeface="Intel Clear" panose="020B0604020203020204" pitchFamily="34" charset="0"/>
              <a:cs typeface="Times New Roman" panose="02020603050405020304" pitchFamily="18" charset="0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3589278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Intel Log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Logo&#10;&#10;Description automatically generated">
            <a:extLst>
              <a:ext uri="{FF2B5EF4-FFF2-40B4-BE49-F238E27FC236}">
                <a16:creationId xmlns:a16="http://schemas.microsoft.com/office/drawing/2014/main" id="{204B0861-499A-4B5C-86C7-11D994DAA69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4381" y="2626737"/>
            <a:ext cx="4052408" cy="1643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951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Blue A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EE1982CC-C5C2-43DF-8FDA-037495FAF9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73803" y="0"/>
            <a:ext cx="4325371" cy="6392520"/>
            <a:chOff x="573803" y="0"/>
            <a:chExt cx="4325371" cy="6392520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1F4567CD-F1DA-4E8F-ADDF-371B07892411}"/>
                </a:ext>
              </a:extLst>
            </p:cNvPr>
            <p:cNvSpPr/>
            <p:nvPr/>
          </p:nvSpPr>
          <p:spPr>
            <a:xfrm>
              <a:off x="860457" y="4951823"/>
              <a:ext cx="158111" cy="158111"/>
            </a:xfrm>
            <a:prstGeom prst="rect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FF16119A-1487-48A7-9CC6-71F9F9535C16}"/>
                </a:ext>
              </a:extLst>
            </p:cNvPr>
            <p:cNvSpPr/>
            <p:nvPr/>
          </p:nvSpPr>
          <p:spPr>
            <a:xfrm>
              <a:off x="573803" y="5104242"/>
              <a:ext cx="286654" cy="286654"/>
            </a:xfrm>
            <a:prstGeom prst="rect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63CF0AA4-E89F-418F-83F2-0CC0FB3DF16B}"/>
                </a:ext>
              </a:extLst>
            </p:cNvPr>
            <p:cNvSpPr/>
            <p:nvPr/>
          </p:nvSpPr>
          <p:spPr>
            <a:xfrm>
              <a:off x="861107" y="5390896"/>
              <a:ext cx="610214" cy="610214"/>
            </a:xfrm>
            <a:prstGeom prst="rect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A9F8D4CB-DB57-4130-8BDE-86D5A4C11D49}"/>
                </a:ext>
              </a:extLst>
            </p:cNvPr>
            <p:cNvSpPr/>
            <p:nvPr/>
          </p:nvSpPr>
          <p:spPr>
            <a:xfrm>
              <a:off x="1468406" y="0"/>
              <a:ext cx="3430768" cy="5390870"/>
            </a:xfrm>
            <a:prstGeom prst="rect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502BD194-F320-4426-964A-1D4F58024C5F}"/>
                </a:ext>
              </a:extLst>
            </p:cNvPr>
            <p:cNvGrpSpPr/>
            <p:nvPr/>
          </p:nvGrpSpPr>
          <p:grpSpPr>
            <a:xfrm>
              <a:off x="1468406" y="5995719"/>
              <a:ext cx="1059754" cy="396801"/>
              <a:chOff x="1314450" y="6391094"/>
              <a:chExt cx="1123377" cy="420623"/>
            </a:xfrm>
          </p:grpSpPr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61C32755-5BE0-4F78-B52A-08742A60A8EF}"/>
                  </a:ext>
                </a:extLst>
              </p:cNvPr>
              <p:cNvSpPr/>
              <p:nvPr/>
            </p:nvSpPr>
            <p:spPr>
              <a:xfrm>
                <a:off x="1314450" y="6396809"/>
                <a:ext cx="78581" cy="78581"/>
              </a:xfrm>
              <a:custGeom>
                <a:avLst/>
                <a:gdLst>
                  <a:gd name="connsiteX0" fmla="*/ 0 w 78581"/>
                  <a:gd name="connsiteY0" fmla="*/ 0 h 78581"/>
                  <a:gd name="connsiteX1" fmla="*/ 78581 w 78581"/>
                  <a:gd name="connsiteY1" fmla="*/ 0 h 78581"/>
                  <a:gd name="connsiteX2" fmla="*/ 78581 w 78581"/>
                  <a:gd name="connsiteY2" fmla="*/ 78581 h 78581"/>
                  <a:gd name="connsiteX3" fmla="*/ 0 w 78581"/>
                  <a:gd name="connsiteY3" fmla="*/ 78581 h 785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581" h="78581">
                    <a:moveTo>
                      <a:pt x="0" y="0"/>
                    </a:moveTo>
                    <a:lnTo>
                      <a:pt x="78581" y="0"/>
                    </a:lnTo>
                    <a:lnTo>
                      <a:pt x="78581" y="78581"/>
                    </a:lnTo>
                    <a:lnTo>
                      <a:pt x="0" y="78581"/>
                    </a:lnTo>
                    <a:close/>
                  </a:path>
                </a:pathLst>
              </a:custGeom>
              <a:solidFill>
                <a:srgbClr val="00B2E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ea typeface="Intel Clear" panose="020B060402020302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B33F9D2F-6ED9-4D82-B111-BEFD50CBB7B2}"/>
                  </a:ext>
                </a:extLst>
              </p:cNvPr>
              <p:cNvSpPr/>
              <p:nvPr/>
            </p:nvSpPr>
            <p:spPr>
              <a:xfrm>
                <a:off x="1316545" y="6391094"/>
                <a:ext cx="995171" cy="420623"/>
              </a:xfrm>
              <a:custGeom>
                <a:avLst/>
                <a:gdLst>
                  <a:gd name="connsiteX0" fmla="*/ 74486 w 995171"/>
                  <a:gd name="connsiteY0" fmla="*/ 131921 h 420623"/>
                  <a:gd name="connsiteX1" fmla="*/ 0 w 995171"/>
                  <a:gd name="connsiteY1" fmla="*/ 131921 h 420623"/>
                  <a:gd name="connsiteX2" fmla="*/ 0 w 995171"/>
                  <a:gd name="connsiteY2" fmla="*/ 414719 h 420623"/>
                  <a:gd name="connsiteX3" fmla="*/ 74486 w 995171"/>
                  <a:gd name="connsiteY3" fmla="*/ 414719 h 420623"/>
                  <a:gd name="connsiteX4" fmla="*/ 74486 w 995171"/>
                  <a:gd name="connsiteY4" fmla="*/ 131921 h 420623"/>
                  <a:gd name="connsiteX5" fmla="*/ 568262 w 995171"/>
                  <a:gd name="connsiteY5" fmla="*/ 417576 h 420623"/>
                  <a:gd name="connsiteX6" fmla="*/ 568262 w 995171"/>
                  <a:gd name="connsiteY6" fmla="*/ 348234 h 420623"/>
                  <a:gd name="connsiteX7" fmla="*/ 541306 w 995171"/>
                  <a:gd name="connsiteY7" fmla="*/ 346520 h 420623"/>
                  <a:gd name="connsiteX8" fmla="*/ 523780 w 995171"/>
                  <a:gd name="connsiteY8" fmla="*/ 338804 h 420623"/>
                  <a:gd name="connsiteX9" fmla="*/ 516065 w 995171"/>
                  <a:gd name="connsiteY9" fmla="*/ 321945 h 420623"/>
                  <a:gd name="connsiteX10" fmla="*/ 514350 w 995171"/>
                  <a:gd name="connsiteY10" fmla="*/ 294608 h 420623"/>
                  <a:gd name="connsiteX11" fmla="*/ 514350 w 995171"/>
                  <a:gd name="connsiteY11" fmla="*/ 195644 h 420623"/>
                  <a:gd name="connsiteX12" fmla="*/ 568262 w 995171"/>
                  <a:gd name="connsiteY12" fmla="*/ 195644 h 420623"/>
                  <a:gd name="connsiteX13" fmla="*/ 568262 w 995171"/>
                  <a:gd name="connsiteY13" fmla="*/ 131921 h 420623"/>
                  <a:gd name="connsiteX14" fmla="*/ 514350 w 995171"/>
                  <a:gd name="connsiteY14" fmla="*/ 131921 h 420623"/>
                  <a:gd name="connsiteX15" fmla="*/ 514350 w 995171"/>
                  <a:gd name="connsiteY15" fmla="*/ 21812 h 420623"/>
                  <a:gd name="connsiteX16" fmla="*/ 439865 w 995171"/>
                  <a:gd name="connsiteY16" fmla="*/ 21812 h 420623"/>
                  <a:gd name="connsiteX17" fmla="*/ 439865 w 995171"/>
                  <a:gd name="connsiteY17" fmla="*/ 295180 h 420623"/>
                  <a:gd name="connsiteX18" fmla="*/ 445865 w 995171"/>
                  <a:gd name="connsiteY18" fmla="*/ 353473 h 420623"/>
                  <a:gd name="connsiteX19" fmla="*/ 465677 w 995171"/>
                  <a:gd name="connsiteY19" fmla="*/ 391001 h 420623"/>
                  <a:gd name="connsiteX20" fmla="*/ 502063 w 995171"/>
                  <a:gd name="connsiteY20" fmla="*/ 411385 h 420623"/>
                  <a:gd name="connsiteX21" fmla="*/ 558927 w 995171"/>
                  <a:gd name="connsiteY21" fmla="*/ 417671 h 420623"/>
                  <a:gd name="connsiteX22" fmla="*/ 568262 w 995171"/>
                  <a:gd name="connsiteY22" fmla="*/ 417671 h 420623"/>
                  <a:gd name="connsiteX23" fmla="*/ 995172 w 995171"/>
                  <a:gd name="connsiteY23" fmla="*/ 0 h 420623"/>
                  <a:gd name="connsiteX24" fmla="*/ 920687 w 995171"/>
                  <a:gd name="connsiteY24" fmla="*/ 0 h 420623"/>
                  <a:gd name="connsiteX25" fmla="*/ 920687 w 995171"/>
                  <a:gd name="connsiteY25" fmla="*/ 414719 h 420623"/>
                  <a:gd name="connsiteX26" fmla="*/ 995172 w 995171"/>
                  <a:gd name="connsiteY26" fmla="*/ 414719 h 420623"/>
                  <a:gd name="connsiteX27" fmla="*/ 995172 w 995171"/>
                  <a:gd name="connsiteY27" fmla="*/ 0 h 420623"/>
                  <a:gd name="connsiteX28" fmla="*/ 367951 w 995171"/>
                  <a:gd name="connsiteY28" fmla="*/ 159830 h 420623"/>
                  <a:gd name="connsiteX29" fmla="*/ 281273 w 995171"/>
                  <a:gd name="connsiteY29" fmla="*/ 126206 h 420623"/>
                  <a:gd name="connsiteX30" fmla="*/ 232410 w 995171"/>
                  <a:gd name="connsiteY30" fmla="*/ 137065 h 420623"/>
                  <a:gd name="connsiteX31" fmla="*/ 195358 w 995171"/>
                  <a:gd name="connsiteY31" fmla="*/ 167259 h 420623"/>
                  <a:gd name="connsiteX32" fmla="*/ 191262 w 995171"/>
                  <a:gd name="connsiteY32" fmla="*/ 172498 h 420623"/>
                  <a:gd name="connsiteX33" fmla="*/ 191262 w 995171"/>
                  <a:gd name="connsiteY33" fmla="*/ 167831 h 420623"/>
                  <a:gd name="connsiteX34" fmla="*/ 191262 w 995171"/>
                  <a:gd name="connsiteY34" fmla="*/ 132017 h 420623"/>
                  <a:gd name="connsiteX35" fmla="*/ 117920 w 995171"/>
                  <a:gd name="connsiteY35" fmla="*/ 132017 h 420623"/>
                  <a:gd name="connsiteX36" fmla="*/ 117920 w 995171"/>
                  <a:gd name="connsiteY36" fmla="*/ 414814 h 420623"/>
                  <a:gd name="connsiteX37" fmla="*/ 191929 w 995171"/>
                  <a:gd name="connsiteY37" fmla="*/ 414814 h 420623"/>
                  <a:gd name="connsiteX38" fmla="*/ 191929 w 995171"/>
                  <a:gd name="connsiteY38" fmla="*/ 264128 h 420623"/>
                  <a:gd name="connsiteX39" fmla="*/ 192024 w 995171"/>
                  <a:gd name="connsiteY39" fmla="*/ 274606 h 420623"/>
                  <a:gd name="connsiteX40" fmla="*/ 192119 w 995171"/>
                  <a:gd name="connsiteY40" fmla="*/ 269558 h 420623"/>
                  <a:gd name="connsiteX41" fmla="*/ 211741 w 995171"/>
                  <a:gd name="connsiteY41" fmla="*/ 210884 h 420623"/>
                  <a:gd name="connsiteX42" fmla="*/ 258985 w 995171"/>
                  <a:gd name="connsiteY42" fmla="*/ 190786 h 420623"/>
                  <a:gd name="connsiteX43" fmla="*/ 307753 w 995171"/>
                  <a:gd name="connsiteY43" fmla="*/ 210407 h 420623"/>
                  <a:gd name="connsiteX44" fmla="*/ 323945 w 995171"/>
                  <a:gd name="connsiteY44" fmla="*/ 264605 h 420623"/>
                  <a:gd name="connsiteX45" fmla="*/ 323945 w 995171"/>
                  <a:gd name="connsiteY45" fmla="*/ 264605 h 420623"/>
                  <a:gd name="connsiteX46" fmla="*/ 323945 w 995171"/>
                  <a:gd name="connsiteY46" fmla="*/ 265176 h 420623"/>
                  <a:gd name="connsiteX47" fmla="*/ 323945 w 995171"/>
                  <a:gd name="connsiteY47" fmla="*/ 265271 h 420623"/>
                  <a:gd name="connsiteX48" fmla="*/ 323945 w 995171"/>
                  <a:gd name="connsiteY48" fmla="*/ 414814 h 420623"/>
                  <a:gd name="connsiteX49" fmla="*/ 399098 w 995171"/>
                  <a:gd name="connsiteY49" fmla="*/ 414814 h 420623"/>
                  <a:gd name="connsiteX50" fmla="*/ 399098 w 995171"/>
                  <a:gd name="connsiteY50" fmla="*/ 254222 h 420623"/>
                  <a:gd name="connsiteX51" fmla="*/ 367951 w 995171"/>
                  <a:gd name="connsiteY51" fmla="*/ 159830 h 420623"/>
                  <a:gd name="connsiteX52" fmla="*/ 881825 w 995171"/>
                  <a:gd name="connsiteY52" fmla="*/ 272796 h 420623"/>
                  <a:gd name="connsiteX53" fmla="*/ 871061 w 995171"/>
                  <a:gd name="connsiteY53" fmla="*/ 215646 h 420623"/>
                  <a:gd name="connsiteX54" fmla="*/ 841057 w 995171"/>
                  <a:gd name="connsiteY54" fmla="*/ 168974 h 420623"/>
                  <a:gd name="connsiteX55" fmla="*/ 794957 w 995171"/>
                  <a:gd name="connsiteY55" fmla="*/ 137636 h 420623"/>
                  <a:gd name="connsiteX56" fmla="*/ 735806 w 995171"/>
                  <a:gd name="connsiteY56" fmla="*/ 126302 h 420623"/>
                  <a:gd name="connsiteX57" fmla="*/ 678371 w 995171"/>
                  <a:gd name="connsiteY57" fmla="*/ 137922 h 420623"/>
                  <a:gd name="connsiteX58" fmla="*/ 631698 w 995171"/>
                  <a:gd name="connsiteY58" fmla="*/ 169355 h 420623"/>
                  <a:gd name="connsiteX59" fmla="*/ 600266 w 995171"/>
                  <a:gd name="connsiteY59" fmla="*/ 216027 h 420623"/>
                  <a:gd name="connsiteX60" fmla="*/ 588645 w 995171"/>
                  <a:gd name="connsiteY60" fmla="*/ 273463 h 420623"/>
                  <a:gd name="connsiteX61" fmla="*/ 599694 w 995171"/>
                  <a:gd name="connsiteY61" fmla="*/ 330899 h 420623"/>
                  <a:gd name="connsiteX62" fmla="*/ 630269 w 995171"/>
                  <a:gd name="connsiteY62" fmla="*/ 377571 h 420623"/>
                  <a:gd name="connsiteX63" fmla="*/ 677513 w 995171"/>
                  <a:gd name="connsiteY63" fmla="*/ 409004 h 420623"/>
                  <a:gd name="connsiteX64" fmla="*/ 738092 w 995171"/>
                  <a:gd name="connsiteY64" fmla="*/ 420624 h 420623"/>
                  <a:gd name="connsiteX65" fmla="*/ 863918 w 995171"/>
                  <a:gd name="connsiteY65" fmla="*/ 365093 h 420623"/>
                  <a:gd name="connsiteX66" fmla="*/ 810292 w 995171"/>
                  <a:gd name="connsiteY66" fmla="*/ 324231 h 420623"/>
                  <a:gd name="connsiteX67" fmla="*/ 738664 w 995171"/>
                  <a:gd name="connsiteY67" fmla="*/ 355854 h 420623"/>
                  <a:gd name="connsiteX68" fmla="*/ 687229 w 995171"/>
                  <a:gd name="connsiteY68" fmla="*/ 341376 h 420623"/>
                  <a:gd name="connsiteX69" fmla="*/ 660368 w 995171"/>
                  <a:gd name="connsiteY69" fmla="*/ 302133 h 420623"/>
                  <a:gd name="connsiteX70" fmla="*/ 659606 w 995171"/>
                  <a:gd name="connsiteY70" fmla="*/ 299466 h 420623"/>
                  <a:gd name="connsiteX71" fmla="*/ 881825 w 995171"/>
                  <a:gd name="connsiteY71" fmla="*/ 299466 h 420623"/>
                  <a:gd name="connsiteX72" fmla="*/ 881825 w 995171"/>
                  <a:gd name="connsiteY72" fmla="*/ 272796 h 420623"/>
                  <a:gd name="connsiteX73" fmla="*/ 660368 w 995171"/>
                  <a:gd name="connsiteY73" fmla="*/ 246793 h 420623"/>
                  <a:gd name="connsiteX74" fmla="*/ 735330 w 995171"/>
                  <a:gd name="connsiteY74" fmla="*/ 189929 h 420623"/>
                  <a:gd name="connsiteX75" fmla="*/ 810387 w 995171"/>
                  <a:gd name="connsiteY75" fmla="*/ 246698 h 420623"/>
                  <a:gd name="connsiteX76" fmla="*/ 660368 w 995171"/>
                  <a:gd name="connsiteY76" fmla="*/ 246793 h 4206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</a:cxnLst>
                <a:rect l="l" t="t" r="r" b="b"/>
                <a:pathLst>
                  <a:path w="995171" h="420623">
                    <a:moveTo>
                      <a:pt x="74486" y="131921"/>
                    </a:moveTo>
                    <a:lnTo>
                      <a:pt x="0" y="131921"/>
                    </a:lnTo>
                    <a:lnTo>
                      <a:pt x="0" y="414719"/>
                    </a:lnTo>
                    <a:lnTo>
                      <a:pt x="74486" y="414719"/>
                    </a:lnTo>
                    <a:lnTo>
                      <a:pt x="74486" y="131921"/>
                    </a:lnTo>
                    <a:close/>
                    <a:moveTo>
                      <a:pt x="568262" y="417576"/>
                    </a:moveTo>
                    <a:lnTo>
                      <a:pt x="568262" y="348234"/>
                    </a:lnTo>
                    <a:cubicBezTo>
                      <a:pt x="557308" y="348139"/>
                      <a:pt x="548259" y="347567"/>
                      <a:pt x="541306" y="346520"/>
                    </a:cubicBezTo>
                    <a:cubicBezTo>
                      <a:pt x="533591" y="345281"/>
                      <a:pt x="527685" y="342710"/>
                      <a:pt x="523780" y="338804"/>
                    </a:cubicBezTo>
                    <a:cubicBezTo>
                      <a:pt x="519875" y="334899"/>
                      <a:pt x="517303" y="329184"/>
                      <a:pt x="516065" y="321945"/>
                    </a:cubicBezTo>
                    <a:cubicBezTo>
                      <a:pt x="514922" y="314992"/>
                      <a:pt x="514350" y="305753"/>
                      <a:pt x="514350" y="294608"/>
                    </a:cubicBezTo>
                    <a:lnTo>
                      <a:pt x="514350" y="195644"/>
                    </a:lnTo>
                    <a:lnTo>
                      <a:pt x="568262" y="195644"/>
                    </a:lnTo>
                    <a:lnTo>
                      <a:pt x="568262" y="131921"/>
                    </a:lnTo>
                    <a:lnTo>
                      <a:pt x="514350" y="131921"/>
                    </a:lnTo>
                    <a:lnTo>
                      <a:pt x="514350" y="21812"/>
                    </a:lnTo>
                    <a:lnTo>
                      <a:pt x="439865" y="21812"/>
                    </a:lnTo>
                    <a:lnTo>
                      <a:pt x="439865" y="295180"/>
                    </a:lnTo>
                    <a:cubicBezTo>
                      <a:pt x="439865" y="318230"/>
                      <a:pt x="441865" y="337852"/>
                      <a:pt x="445865" y="353473"/>
                    </a:cubicBezTo>
                    <a:cubicBezTo>
                      <a:pt x="449771" y="368903"/>
                      <a:pt x="456438" y="381572"/>
                      <a:pt x="465677" y="391001"/>
                    </a:cubicBezTo>
                    <a:cubicBezTo>
                      <a:pt x="474917" y="400431"/>
                      <a:pt x="487204" y="407289"/>
                      <a:pt x="502063" y="411385"/>
                    </a:cubicBezTo>
                    <a:cubicBezTo>
                      <a:pt x="517112" y="415481"/>
                      <a:pt x="536258" y="417671"/>
                      <a:pt x="558927" y="417671"/>
                    </a:cubicBezTo>
                    <a:lnTo>
                      <a:pt x="568262" y="417671"/>
                    </a:lnTo>
                    <a:close/>
                    <a:moveTo>
                      <a:pt x="995172" y="0"/>
                    </a:moveTo>
                    <a:lnTo>
                      <a:pt x="920687" y="0"/>
                    </a:lnTo>
                    <a:lnTo>
                      <a:pt x="920687" y="414719"/>
                    </a:lnTo>
                    <a:lnTo>
                      <a:pt x="995172" y="414719"/>
                    </a:lnTo>
                    <a:lnTo>
                      <a:pt x="995172" y="0"/>
                    </a:lnTo>
                    <a:close/>
                    <a:moveTo>
                      <a:pt x="367951" y="159830"/>
                    </a:moveTo>
                    <a:cubicBezTo>
                      <a:pt x="347282" y="137541"/>
                      <a:pt x="318135" y="126206"/>
                      <a:pt x="281273" y="126206"/>
                    </a:cubicBezTo>
                    <a:cubicBezTo>
                      <a:pt x="263462" y="126206"/>
                      <a:pt x="247079" y="129921"/>
                      <a:pt x="232410" y="137065"/>
                    </a:cubicBezTo>
                    <a:cubicBezTo>
                      <a:pt x="217742" y="144304"/>
                      <a:pt x="205264" y="154496"/>
                      <a:pt x="195358" y="167259"/>
                    </a:cubicBezTo>
                    <a:lnTo>
                      <a:pt x="191262" y="172498"/>
                    </a:lnTo>
                    <a:lnTo>
                      <a:pt x="191262" y="167831"/>
                    </a:lnTo>
                    <a:lnTo>
                      <a:pt x="191262" y="132017"/>
                    </a:lnTo>
                    <a:lnTo>
                      <a:pt x="117920" y="132017"/>
                    </a:lnTo>
                    <a:lnTo>
                      <a:pt x="117920" y="414814"/>
                    </a:lnTo>
                    <a:lnTo>
                      <a:pt x="191929" y="414814"/>
                    </a:lnTo>
                    <a:lnTo>
                      <a:pt x="191929" y="264128"/>
                    </a:lnTo>
                    <a:lnTo>
                      <a:pt x="192024" y="274606"/>
                    </a:lnTo>
                    <a:cubicBezTo>
                      <a:pt x="192024" y="272891"/>
                      <a:pt x="192024" y="271177"/>
                      <a:pt x="192119" y="269558"/>
                    </a:cubicBezTo>
                    <a:cubicBezTo>
                      <a:pt x="192881" y="243173"/>
                      <a:pt x="199454" y="223456"/>
                      <a:pt x="211741" y="210884"/>
                    </a:cubicBezTo>
                    <a:cubicBezTo>
                      <a:pt x="224790" y="197549"/>
                      <a:pt x="240697" y="190786"/>
                      <a:pt x="258985" y="190786"/>
                    </a:cubicBezTo>
                    <a:cubicBezTo>
                      <a:pt x="280511" y="190786"/>
                      <a:pt x="296894" y="197358"/>
                      <a:pt x="307753" y="210407"/>
                    </a:cubicBezTo>
                    <a:cubicBezTo>
                      <a:pt x="318421" y="223171"/>
                      <a:pt x="323850" y="241364"/>
                      <a:pt x="323945" y="264605"/>
                    </a:cubicBezTo>
                    <a:lnTo>
                      <a:pt x="323945" y="264605"/>
                    </a:lnTo>
                    <a:lnTo>
                      <a:pt x="323945" y="265176"/>
                    </a:lnTo>
                    <a:lnTo>
                      <a:pt x="323945" y="265271"/>
                    </a:lnTo>
                    <a:lnTo>
                      <a:pt x="323945" y="414814"/>
                    </a:lnTo>
                    <a:lnTo>
                      <a:pt x="399098" y="414814"/>
                    </a:lnTo>
                    <a:lnTo>
                      <a:pt x="399098" y="254222"/>
                    </a:lnTo>
                    <a:cubicBezTo>
                      <a:pt x="399193" y="213931"/>
                      <a:pt x="388620" y="182118"/>
                      <a:pt x="367951" y="159830"/>
                    </a:cubicBezTo>
                    <a:moveTo>
                      <a:pt x="881825" y="272796"/>
                    </a:moveTo>
                    <a:cubicBezTo>
                      <a:pt x="881825" y="252508"/>
                      <a:pt x="878205" y="233267"/>
                      <a:pt x="871061" y="215646"/>
                    </a:cubicBezTo>
                    <a:cubicBezTo>
                      <a:pt x="863918" y="198025"/>
                      <a:pt x="853821" y="182309"/>
                      <a:pt x="841057" y="168974"/>
                    </a:cubicBezTo>
                    <a:cubicBezTo>
                      <a:pt x="828294" y="155639"/>
                      <a:pt x="812768" y="145066"/>
                      <a:pt x="794957" y="137636"/>
                    </a:cubicBezTo>
                    <a:cubicBezTo>
                      <a:pt x="777145" y="130112"/>
                      <a:pt x="757238" y="126302"/>
                      <a:pt x="735806" y="126302"/>
                    </a:cubicBezTo>
                    <a:cubicBezTo>
                      <a:pt x="715518" y="126302"/>
                      <a:pt x="696182" y="130207"/>
                      <a:pt x="678371" y="137922"/>
                    </a:cubicBezTo>
                    <a:cubicBezTo>
                      <a:pt x="660559" y="145637"/>
                      <a:pt x="644843" y="156210"/>
                      <a:pt x="631698" y="169355"/>
                    </a:cubicBezTo>
                    <a:cubicBezTo>
                      <a:pt x="618554" y="182499"/>
                      <a:pt x="607981" y="198215"/>
                      <a:pt x="600266" y="216027"/>
                    </a:cubicBezTo>
                    <a:cubicBezTo>
                      <a:pt x="592550" y="233839"/>
                      <a:pt x="588645" y="253175"/>
                      <a:pt x="588645" y="273463"/>
                    </a:cubicBezTo>
                    <a:cubicBezTo>
                      <a:pt x="588645" y="293751"/>
                      <a:pt x="592360" y="313087"/>
                      <a:pt x="599694" y="330899"/>
                    </a:cubicBezTo>
                    <a:cubicBezTo>
                      <a:pt x="607028" y="348710"/>
                      <a:pt x="617315" y="364426"/>
                      <a:pt x="630269" y="377571"/>
                    </a:cubicBezTo>
                    <a:cubicBezTo>
                      <a:pt x="643223" y="390716"/>
                      <a:pt x="659130" y="401288"/>
                      <a:pt x="677513" y="409004"/>
                    </a:cubicBezTo>
                    <a:cubicBezTo>
                      <a:pt x="695897" y="416719"/>
                      <a:pt x="716280" y="420624"/>
                      <a:pt x="738092" y="420624"/>
                    </a:cubicBezTo>
                    <a:cubicBezTo>
                      <a:pt x="801148" y="420624"/>
                      <a:pt x="840391" y="391954"/>
                      <a:pt x="863918" y="365093"/>
                    </a:cubicBezTo>
                    <a:lnTo>
                      <a:pt x="810292" y="324231"/>
                    </a:lnTo>
                    <a:cubicBezTo>
                      <a:pt x="798957" y="337661"/>
                      <a:pt x="772192" y="355854"/>
                      <a:pt x="738664" y="355854"/>
                    </a:cubicBezTo>
                    <a:cubicBezTo>
                      <a:pt x="717614" y="355854"/>
                      <a:pt x="700373" y="350996"/>
                      <a:pt x="687229" y="341376"/>
                    </a:cubicBezTo>
                    <a:cubicBezTo>
                      <a:pt x="674084" y="331756"/>
                      <a:pt x="665036" y="318611"/>
                      <a:pt x="660368" y="302133"/>
                    </a:cubicBezTo>
                    <a:lnTo>
                      <a:pt x="659606" y="299466"/>
                    </a:lnTo>
                    <a:lnTo>
                      <a:pt x="881825" y="299466"/>
                    </a:lnTo>
                    <a:lnTo>
                      <a:pt x="881825" y="272796"/>
                    </a:lnTo>
                    <a:close/>
                    <a:moveTo>
                      <a:pt x="660368" y="246793"/>
                    </a:moveTo>
                    <a:cubicBezTo>
                      <a:pt x="660368" y="226124"/>
                      <a:pt x="684086" y="189929"/>
                      <a:pt x="735330" y="189929"/>
                    </a:cubicBezTo>
                    <a:cubicBezTo>
                      <a:pt x="786575" y="189929"/>
                      <a:pt x="810387" y="226028"/>
                      <a:pt x="810387" y="246698"/>
                    </a:cubicBezTo>
                    <a:lnTo>
                      <a:pt x="660368" y="246793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ea typeface="Intel Clear" panose="020B060402020302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C1C42114-E0DC-41C5-A333-869DAB921F8F}"/>
                  </a:ext>
                </a:extLst>
              </p:cNvPr>
              <p:cNvSpPr/>
              <p:nvPr/>
            </p:nvSpPr>
            <p:spPr>
              <a:xfrm>
                <a:off x="2358770" y="6728469"/>
                <a:ext cx="79057" cy="79057"/>
              </a:xfrm>
              <a:custGeom>
                <a:avLst/>
                <a:gdLst>
                  <a:gd name="connsiteX0" fmla="*/ 39529 w 79057"/>
                  <a:gd name="connsiteY0" fmla="*/ 5620 h 79057"/>
                  <a:gd name="connsiteX1" fmla="*/ 73438 w 79057"/>
                  <a:gd name="connsiteY1" fmla="*/ 39529 h 79057"/>
                  <a:gd name="connsiteX2" fmla="*/ 39529 w 79057"/>
                  <a:gd name="connsiteY2" fmla="*/ 73438 h 79057"/>
                  <a:gd name="connsiteX3" fmla="*/ 5620 w 79057"/>
                  <a:gd name="connsiteY3" fmla="*/ 39529 h 79057"/>
                  <a:gd name="connsiteX4" fmla="*/ 39529 w 79057"/>
                  <a:gd name="connsiteY4" fmla="*/ 5620 h 79057"/>
                  <a:gd name="connsiteX5" fmla="*/ 39529 w 79057"/>
                  <a:gd name="connsiteY5" fmla="*/ 0 h 79057"/>
                  <a:gd name="connsiteX6" fmla="*/ 0 w 79057"/>
                  <a:gd name="connsiteY6" fmla="*/ 39529 h 79057"/>
                  <a:gd name="connsiteX7" fmla="*/ 39529 w 79057"/>
                  <a:gd name="connsiteY7" fmla="*/ 79058 h 79057"/>
                  <a:gd name="connsiteX8" fmla="*/ 79058 w 79057"/>
                  <a:gd name="connsiteY8" fmla="*/ 39529 h 79057"/>
                  <a:gd name="connsiteX9" fmla="*/ 39529 w 79057"/>
                  <a:gd name="connsiteY9" fmla="*/ 0 h 790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79057" h="79057">
                    <a:moveTo>
                      <a:pt x="39529" y="5620"/>
                    </a:moveTo>
                    <a:cubicBezTo>
                      <a:pt x="58198" y="5620"/>
                      <a:pt x="73438" y="20860"/>
                      <a:pt x="73438" y="39529"/>
                    </a:cubicBezTo>
                    <a:cubicBezTo>
                      <a:pt x="73438" y="58198"/>
                      <a:pt x="58198" y="73438"/>
                      <a:pt x="39529" y="73438"/>
                    </a:cubicBezTo>
                    <a:cubicBezTo>
                      <a:pt x="20860" y="73438"/>
                      <a:pt x="5620" y="58198"/>
                      <a:pt x="5620" y="39529"/>
                    </a:cubicBezTo>
                    <a:cubicBezTo>
                      <a:pt x="5620" y="20860"/>
                      <a:pt x="20860" y="5620"/>
                      <a:pt x="39529" y="5620"/>
                    </a:cubicBezTo>
                    <a:moveTo>
                      <a:pt x="39529" y="0"/>
                    </a:moveTo>
                    <a:cubicBezTo>
                      <a:pt x="17717" y="0"/>
                      <a:pt x="0" y="17717"/>
                      <a:pt x="0" y="39529"/>
                    </a:cubicBezTo>
                    <a:cubicBezTo>
                      <a:pt x="0" y="61341"/>
                      <a:pt x="17717" y="79058"/>
                      <a:pt x="39529" y="79058"/>
                    </a:cubicBezTo>
                    <a:cubicBezTo>
                      <a:pt x="61341" y="79058"/>
                      <a:pt x="79058" y="61341"/>
                      <a:pt x="79058" y="39529"/>
                    </a:cubicBezTo>
                    <a:cubicBezTo>
                      <a:pt x="79058" y="17717"/>
                      <a:pt x="61341" y="0"/>
                      <a:pt x="39529" y="0"/>
                    </a:cubicBezTo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ea typeface="Intel Clear" panose="020B060402020302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EB18CC9F-8A17-402D-B10E-AE9061E9554F}"/>
                  </a:ext>
                </a:extLst>
              </p:cNvPr>
              <p:cNvSpPr/>
              <p:nvPr/>
            </p:nvSpPr>
            <p:spPr>
              <a:xfrm>
                <a:off x="2384869" y="6748090"/>
                <a:ext cx="30765" cy="39528"/>
              </a:xfrm>
              <a:custGeom>
                <a:avLst/>
                <a:gdLst>
                  <a:gd name="connsiteX0" fmla="*/ 16383 w 30765"/>
                  <a:gd name="connsiteY0" fmla="*/ 95 h 39528"/>
                  <a:gd name="connsiteX1" fmla="*/ 23051 w 30765"/>
                  <a:gd name="connsiteY1" fmla="*/ 1715 h 39528"/>
                  <a:gd name="connsiteX2" fmla="*/ 27718 w 30765"/>
                  <a:gd name="connsiteY2" fmla="*/ 6191 h 39528"/>
                  <a:gd name="connsiteX3" fmla="*/ 29337 w 30765"/>
                  <a:gd name="connsiteY3" fmla="*/ 12478 h 39528"/>
                  <a:gd name="connsiteX4" fmla="*/ 27146 w 30765"/>
                  <a:gd name="connsiteY4" fmla="*/ 19622 h 39528"/>
                  <a:gd name="connsiteX5" fmla="*/ 21812 w 30765"/>
                  <a:gd name="connsiteY5" fmla="*/ 23717 h 39528"/>
                  <a:gd name="connsiteX6" fmla="*/ 30766 w 30765"/>
                  <a:gd name="connsiteY6" fmla="*/ 39529 h 39528"/>
                  <a:gd name="connsiteX7" fmla="*/ 23717 w 30765"/>
                  <a:gd name="connsiteY7" fmla="*/ 39529 h 39528"/>
                  <a:gd name="connsiteX8" fmla="*/ 15526 w 30765"/>
                  <a:gd name="connsiteY8" fmla="*/ 24860 h 39528"/>
                  <a:gd name="connsiteX9" fmla="*/ 6191 w 30765"/>
                  <a:gd name="connsiteY9" fmla="*/ 24860 h 39528"/>
                  <a:gd name="connsiteX10" fmla="*/ 6191 w 30765"/>
                  <a:gd name="connsiteY10" fmla="*/ 39529 h 39528"/>
                  <a:gd name="connsiteX11" fmla="*/ 0 w 30765"/>
                  <a:gd name="connsiteY11" fmla="*/ 39529 h 39528"/>
                  <a:gd name="connsiteX12" fmla="*/ 0 w 30765"/>
                  <a:gd name="connsiteY12" fmla="*/ 0 h 39528"/>
                  <a:gd name="connsiteX13" fmla="*/ 16383 w 30765"/>
                  <a:gd name="connsiteY13" fmla="*/ 0 h 39528"/>
                  <a:gd name="connsiteX14" fmla="*/ 16383 w 30765"/>
                  <a:gd name="connsiteY14" fmla="*/ 19336 h 39528"/>
                  <a:gd name="connsiteX15" fmla="*/ 19907 w 30765"/>
                  <a:gd name="connsiteY15" fmla="*/ 18478 h 39528"/>
                  <a:gd name="connsiteX16" fmla="*/ 22289 w 30765"/>
                  <a:gd name="connsiteY16" fmla="*/ 16097 h 39528"/>
                  <a:gd name="connsiteX17" fmla="*/ 23146 w 30765"/>
                  <a:gd name="connsiteY17" fmla="*/ 12573 h 39528"/>
                  <a:gd name="connsiteX18" fmla="*/ 22289 w 30765"/>
                  <a:gd name="connsiteY18" fmla="*/ 9049 h 39528"/>
                  <a:gd name="connsiteX19" fmla="*/ 19907 w 30765"/>
                  <a:gd name="connsiteY19" fmla="*/ 6668 h 39528"/>
                  <a:gd name="connsiteX20" fmla="*/ 16383 w 30765"/>
                  <a:gd name="connsiteY20" fmla="*/ 5810 h 39528"/>
                  <a:gd name="connsiteX21" fmla="*/ 6191 w 30765"/>
                  <a:gd name="connsiteY21" fmla="*/ 5810 h 39528"/>
                  <a:gd name="connsiteX22" fmla="*/ 6191 w 30765"/>
                  <a:gd name="connsiteY22" fmla="*/ 19336 h 39528"/>
                  <a:gd name="connsiteX23" fmla="*/ 16383 w 30765"/>
                  <a:gd name="connsiteY23" fmla="*/ 19336 h 395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0765" h="39528">
                    <a:moveTo>
                      <a:pt x="16383" y="95"/>
                    </a:moveTo>
                    <a:cubicBezTo>
                      <a:pt x="18860" y="95"/>
                      <a:pt x="21050" y="667"/>
                      <a:pt x="23051" y="1715"/>
                    </a:cubicBezTo>
                    <a:cubicBezTo>
                      <a:pt x="25051" y="2762"/>
                      <a:pt x="26575" y="4286"/>
                      <a:pt x="27718" y="6191"/>
                    </a:cubicBezTo>
                    <a:cubicBezTo>
                      <a:pt x="28861" y="8096"/>
                      <a:pt x="29337" y="10192"/>
                      <a:pt x="29337" y="12478"/>
                    </a:cubicBezTo>
                    <a:cubicBezTo>
                      <a:pt x="29337" y="15335"/>
                      <a:pt x="28575" y="17717"/>
                      <a:pt x="27146" y="19622"/>
                    </a:cubicBezTo>
                    <a:cubicBezTo>
                      <a:pt x="25718" y="21527"/>
                      <a:pt x="23908" y="22860"/>
                      <a:pt x="21812" y="23717"/>
                    </a:cubicBezTo>
                    <a:lnTo>
                      <a:pt x="30766" y="39529"/>
                    </a:lnTo>
                    <a:lnTo>
                      <a:pt x="23717" y="39529"/>
                    </a:lnTo>
                    <a:lnTo>
                      <a:pt x="15526" y="24860"/>
                    </a:lnTo>
                    <a:lnTo>
                      <a:pt x="6191" y="24860"/>
                    </a:lnTo>
                    <a:lnTo>
                      <a:pt x="6191" y="39529"/>
                    </a:lnTo>
                    <a:lnTo>
                      <a:pt x="0" y="39529"/>
                    </a:lnTo>
                    <a:lnTo>
                      <a:pt x="0" y="0"/>
                    </a:lnTo>
                    <a:lnTo>
                      <a:pt x="16383" y="0"/>
                    </a:lnTo>
                    <a:close/>
                    <a:moveTo>
                      <a:pt x="16383" y="19336"/>
                    </a:moveTo>
                    <a:cubicBezTo>
                      <a:pt x="17717" y="19336"/>
                      <a:pt x="18860" y="19050"/>
                      <a:pt x="19907" y="18478"/>
                    </a:cubicBezTo>
                    <a:cubicBezTo>
                      <a:pt x="20955" y="17907"/>
                      <a:pt x="21717" y="17050"/>
                      <a:pt x="22289" y="16097"/>
                    </a:cubicBezTo>
                    <a:cubicBezTo>
                      <a:pt x="22860" y="15050"/>
                      <a:pt x="23146" y="13906"/>
                      <a:pt x="23146" y="12573"/>
                    </a:cubicBezTo>
                    <a:cubicBezTo>
                      <a:pt x="23146" y="11240"/>
                      <a:pt x="22860" y="10097"/>
                      <a:pt x="22289" y="9049"/>
                    </a:cubicBezTo>
                    <a:cubicBezTo>
                      <a:pt x="21717" y="8001"/>
                      <a:pt x="20860" y="7239"/>
                      <a:pt x="19907" y="6668"/>
                    </a:cubicBezTo>
                    <a:cubicBezTo>
                      <a:pt x="18860" y="6096"/>
                      <a:pt x="17717" y="5810"/>
                      <a:pt x="16383" y="5810"/>
                    </a:cubicBezTo>
                    <a:lnTo>
                      <a:pt x="6191" y="5810"/>
                    </a:lnTo>
                    <a:lnTo>
                      <a:pt x="6191" y="19336"/>
                    </a:lnTo>
                    <a:lnTo>
                      <a:pt x="16383" y="19336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ea typeface="Intel Clear" panose="020B0604020203020204" pitchFamily="34" charset="0"/>
                  <a:cs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7538DC6-5A10-44DE-BF8C-5185BC4F6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73803" y="0"/>
            <a:ext cx="4325371" cy="6392520"/>
            <a:chOff x="573803" y="0"/>
            <a:chExt cx="4325371" cy="639252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1BE35751-F391-41AA-9B05-1647E37D235B}"/>
                </a:ext>
              </a:extLst>
            </p:cNvPr>
            <p:cNvSpPr/>
            <p:nvPr/>
          </p:nvSpPr>
          <p:spPr>
            <a:xfrm>
              <a:off x="860457" y="4951823"/>
              <a:ext cx="158111" cy="158111"/>
            </a:xfrm>
            <a:prstGeom prst="rect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1CF1866E-6300-47C1-B36B-E4F93E357EE1}"/>
                </a:ext>
              </a:extLst>
            </p:cNvPr>
            <p:cNvSpPr/>
            <p:nvPr/>
          </p:nvSpPr>
          <p:spPr>
            <a:xfrm>
              <a:off x="573803" y="5104242"/>
              <a:ext cx="286654" cy="286654"/>
            </a:xfrm>
            <a:prstGeom prst="rect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4266AC4-1BB0-4DCC-B988-F338CCC87BB0}"/>
                </a:ext>
              </a:extLst>
            </p:cNvPr>
            <p:cNvSpPr/>
            <p:nvPr/>
          </p:nvSpPr>
          <p:spPr>
            <a:xfrm>
              <a:off x="861107" y="5390896"/>
              <a:ext cx="610214" cy="610214"/>
            </a:xfrm>
            <a:prstGeom prst="rect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F200040-B841-47B7-8555-E0299CDC24FA}"/>
                </a:ext>
              </a:extLst>
            </p:cNvPr>
            <p:cNvSpPr/>
            <p:nvPr/>
          </p:nvSpPr>
          <p:spPr>
            <a:xfrm>
              <a:off x="1468406" y="0"/>
              <a:ext cx="3430768" cy="5390870"/>
            </a:xfrm>
            <a:prstGeom prst="rect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3AD8DF60-7E0A-43C5-81B6-9B3522A7A826}"/>
                </a:ext>
              </a:extLst>
            </p:cNvPr>
            <p:cNvGrpSpPr/>
            <p:nvPr/>
          </p:nvGrpSpPr>
          <p:grpSpPr>
            <a:xfrm>
              <a:off x="1468406" y="5995719"/>
              <a:ext cx="1059754" cy="396801"/>
              <a:chOff x="1314450" y="6391094"/>
              <a:chExt cx="1123377" cy="420623"/>
            </a:xfrm>
          </p:grpSpPr>
          <p:sp>
            <p:nvSpPr>
              <p:cNvPr id="9" name="Freeform: Shape 8">
                <a:extLst>
                  <a:ext uri="{FF2B5EF4-FFF2-40B4-BE49-F238E27FC236}">
                    <a16:creationId xmlns:a16="http://schemas.microsoft.com/office/drawing/2014/main" id="{0AC5EDAF-1FA5-4CEA-99CA-7D0E1F5DDF81}"/>
                  </a:ext>
                </a:extLst>
              </p:cNvPr>
              <p:cNvSpPr/>
              <p:nvPr/>
            </p:nvSpPr>
            <p:spPr>
              <a:xfrm>
                <a:off x="1314450" y="6396809"/>
                <a:ext cx="78581" cy="78581"/>
              </a:xfrm>
              <a:custGeom>
                <a:avLst/>
                <a:gdLst>
                  <a:gd name="connsiteX0" fmla="*/ 0 w 78581"/>
                  <a:gd name="connsiteY0" fmla="*/ 0 h 78581"/>
                  <a:gd name="connsiteX1" fmla="*/ 78581 w 78581"/>
                  <a:gd name="connsiteY1" fmla="*/ 0 h 78581"/>
                  <a:gd name="connsiteX2" fmla="*/ 78581 w 78581"/>
                  <a:gd name="connsiteY2" fmla="*/ 78581 h 78581"/>
                  <a:gd name="connsiteX3" fmla="*/ 0 w 78581"/>
                  <a:gd name="connsiteY3" fmla="*/ 78581 h 785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581" h="78581">
                    <a:moveTo>
                      <a:pt x="0" y="0"/>
                    </a:moveTo>
                    <a:lnTo>
                      <a:pt x="78581" y="0"/>
                    </a:lnTo>
                    <a:lnTo>
                      <a:pt x="78581" y="78581"/>
                    </a:lnTo>
                    <a:lnTo>
                      <a:pt x="0" y="78581"/>
                    </a:lnTo>
                    <a:close/>
                  </a:path>
                </a:pathLst>
              </a:custGeom>
              <a:solidFill>
                <a:srgbClr val="00B2E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ea typeface="Intel Clear" panose="020B060402020302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5731A324-874D-4D3D-95F1-8AE3303E2272}"/>
                  </a:ext>
                </a:extLst>
              </p:cNvPr>
              <p:cNvSpPr/>
              <p:nvPr/>
            </p:nvSpPr>
            <p:spPr>
              <a:xfrm>
                <a:off x="1316545" y="6391094"/>
                <a:ext cx="995171" cy="420623"/>
              </a:xfrm>
              <a:custGeom>
                <a:avLst/>
                <a:gdLst>
                  <a:gd name="connsiteX0" fmla="*/ 74486 w 995171"/>
                  <a:gd name="connsiteY0" fmla="*/ 131921 h 420623"/>
                  <a:gd name="connsiteX1" fmla="*/ 0 w 995171"/>
                  <a:gd name="connsiteY1" fmla="*/ 131921 h 420623"/>
                  <a:gd name="connsiteX2" fmla="*/ 0 w 995171"/>
                  <a:gd name="connsiteY2" fmla="*/ 414719 h 420623"/>
                  <a:gd name="connsiteX3" fmla="*/ 74486 w 995171"/>
                  <a:gd name="connsiteY3" fmla="*/ 414719 h 420623"/>
                  <a:gd name="connsiteX4" fmla="*/ 74486 w 995171"/>
                  <a:gd name="connsiteY4" fmla="*/ 131921 h 420623"/>
                  <a:gd name="connsiteX5" fmla="*/ 568262 w 995171"/>
                  <a:gd name="connsiteY5" fmla="*/ 417576 h 420623"/>
                  <a:gd name="connsiteX6" fmla="*/ 568262 w 995171"/>
                  <a:gd name="connsiteY6" fmla="*/ 348234 h 420623"/>
                  <a:gd name="connsiteX7" fmla="*/ 541306 w 995171"/>
                  <a:gd name="connsiteY7" fmla="*/ 346520 h 420623"/>
                  <a:gd name="connsiteX8" fmla="*/ 523780 w 995171"/>
                  <a:gd name="connsiteY8" fmla="*/ 338804 h 420623"/>
                  <a:gd name="connsiteX9" fmla="*/ 516065 w 995171"/>
                  <a:gd name="connsiteY9" fmla="*/ 321945 h 420623"/>
                  <a:gd name="connsiteX10" fmla="*/ 514350 w 995171"/>
                  <a:gd name="connsiteY10" fmla="*/ 294608 h 420623"/>
                  <a:gd name="connsiteX11" fmla="*/ 514350 w 995171"/>
                  <a:gd name="connsiteY11" fmla="*/ 195644 h 420623"/>
                  <a:gd name="connsiteX12" fmla="*/ 568262 w 995171"/>
                  <a:gd name="connsiteY12" fmla="*/ 195644 h 420623"/>
                  <a:gd name="connsiteX13" fmla="*/ 568262 w 995171"/>
                  <a:gd name="connsiteY13" fmla="*/ 131921 h 420623"/>
                  <a:gd name="connsiteX14" fmla="*/ 514350 w 995171"/>
                  <a:gd name="connsiteY14" fmla="*/ 131921 h 420623"/>
                  <a:gd name="connsiteX15" fmla="*/ 514350 w 995171"/>
                  <a:gd name="connsiteY15" fmla="*/ 21812 h 420623"/>
                  <a:gd name="connsiteX16" fmla="*/ 439865 w 995171"/>
                  <a:gd name="connsiteY16" fmla="*/ 21812 h 420623"/>
                  <a:gd name="connsiteX17" fmla="*/ 439865 w 995171"/>
                  <a:gd name="connsiteY17" fmla="*/ 295180 h 420623"/>
                  <a:gd name="connsiteX18" fmla="*/ 445865 w 995171"/>
                  <a:gd name="connsiteY18" fmla="*/ 353473 h 420623"/>
                  <a:gd name="connsiteX19" fmla="*/ 465677 w 995171"/>
                  <a:gd name="connsiteY19" fmla="*/ 391001 h 420623"/>
                  <a:gd name="connsiteX20" fmla="*/ 502063 w 995171"/>
                  <a:gd name="connsiteY20" fmla="*/ 411385 h 420623"/>
                  <a:gd name="connsiteX21" fmla="*/ 558927 w 995171"/>
                  <a:gd name="connsiteY21" fmla="*/ 417671 h 420623"/>
                  <a:gd name="connsiteX22" fmla="*/ 568262 w 995171"/>
                  <a:gd name="connsiteY22" fmla="*/ 417671 h 420623"/>
                  <a:gd name="connsiteX23" fmla="*/ 995172 w 995171"/>
                  <a:gd name="connsiteY23" fmla="*/ 0 h 420623"/>
                  <a:gd name="connsiteX24" fmla="*/ 920687 w 995171"/>
                  <a:gd name="connsiteY24" fmla="*/ 0 h 420623"/>
                  <a:gd name="connsiteX25" fmla="*/ 920687 w 995171"/>
                  <a:gd name="connsiteY25" fmla="*/ 414719 h 420623"/>
                  <a:gd name="connsiteX26" fmla="*/ 995172 w 995171"/>
                  <a:gd name="connsiteY26" fmla="*/ 414719 h 420623"/>
                  <a:gd name="connsiteX27" fmla="*/ 995172 w 995171"/>
                  <a:gd name="connsiteY27" fmla="*/ 0 h 420623"/>
                  <a:gd name="connsiteX28" fmla="*/ 367951 w 995171"/>
                  <a:gd name="connsiteY28" fmla="*/ 159830 h 420623"/>
                  <a:gd name="connsiteX29" fmla="*/ 281273 w 995171"/>
                  <a:gd name="connsiteY29" fmla="*/ 126206 h 420623"/>
                  <a:gd name="connsiteX30" fmla="*/ 232410 w 995171"/>
                  <a:gd name="connsiteY30" fmla="*/ 137065 h 420623"/>
                  <a:gd name="connsiteX31" fmla="*/ 195358 w 995171"/>
                  <a:gd name="connsiteY31" fmla="*/ 167259 h 420623"/>
                  <a:gd name="connsiteX32" fmla="*/ 191262 w 995171"/>
                  <a:gd name="connsiteY32" fmla="*/ 172498 h 420623"/>
                  <a:gd name="connsiteX33" fmla="*/ 191262 w 995171"/>
                  <a:gd name="connsiteY33" fmla="*/ 167831 h 420623"/>
                  <a:gd name="connsiteX34" fmla="*/ 191262 w 995171"/>
                  <a:gd name="connsiteY34" fmla="*/ 132017 h 420623"/>
                  <a:gd name="connsiteX35" fmla="*/ 117920 w 995171"/>
                  <a:gd name="connsiteY35" fmla="*/ 132017 h 420623"/>
                  <a:gd name="connsiteX36" fmla="*/ 117920 w 995171"/>
                  <a:gd name="connsiteY36" fmla="*/ 414814 h 420623"/>
                  <a:gd name="connsiteX37" fmla="*/ 191929 w 995171"/>
                  <a:gd name="connsiteY37" fmla="*/ 414814 h 420623"/>
                  <a:gd name="connsiteX38" fmla="*/ 191929 w 995171"/>
                  <a:gd name="connsiteY38" fmla="*/ 264128 h 420623"/>
                  <a:gd name="connsiteX39" fmla="*/ 192024 w 995171"/>
                  <a:gd name="connsiteY39" fmla="*/ 274606 h 420623"/>
                  <a:gd name="connsiteX40" fmla="*/ 192119 w 995171"/>
                  <a:gd name="connsiteY40" fmla="*/ 269558 h 420623"/>
                  <a:gd name="connsiteX41" fmla="*/ 211741 w 995171"/>
                  <a:gd name="connsiteY41" fmla="*/ 210884 h 420623"/>
                  <a:gd name="connsiteX42" fmla="*/ 258985 w 995171"/>
                  <a:gd name="connsiteY42" fmla="*/ 190786 h 420623"/>
                  <a:gd name="connsiteX43" fmla="*/ 307753 w 995171"/>
                  <a:gd name="connsiteY43" fmla="*/ 210407 h 420623"/>
                  <a:gd name="connsiteX44" fmla="*/ 323945 w 995171"/>
                  <a:gd name="connsiteY44" fmla="*/ 264605 h 420623"/>
                  <a:gd name="connsiteX45" fmla="*/ 323945 w 995171"/>
                  <a:gd name="connsiteY45" fmla="*/ 264605 h 420623"/>
                  <a:gd name="connsiteX46" fmla="*/ 323945 w 995171"/>
                  <a:gd name="connsiteY46" fmla="*/ 265176 h 420623"/>
                  <a:gd name="connsiteX47" fmla="*/ 323945 w 995171"/>
                  <a:gd name="connsiteY47" fmla="*/ 265271 h 420623"/>
                  <a:gd name="connsiteX48" fmla="*/ 323945 w 995171"/>
                  <a:gd name="connsiteY48" fmla="*/ 414814 h 420623"/>
                  <a:gd name="connsiteX49" fmla="*/ 399098 w 995171"/>
                  <a:gd name="connsiteY49" fmla="*/ 414814 h 420623"/>
                  <a:gd name="connsiteX50" fmla="*/ 399098 w 995171"/>
                  <a:gd name="connsiteY50" fmla="*/ 254222 h 420623"/>
                  <a:gd name="connsiteX51" fmla="*/ 367951 w 995171"/>
                  <a:gd name="connsiteY51" fmla="*/ 159830 h 420623"/>
                  <a:gd name="connsiteX52" fmla="*/ 881825 w 995171"/>
                  <a:gd name="connsiteY52" fmla="*/ 272796 h 420623"/>
                  <a:gd name="connsiteX53" fmla="*/ 871061 w 995171"/>
                  <a:gd name="connsiteY53" fmla="*/ 215646 h 420623"/>
                  <a:gd name="connsiteX54" fmla="*/ 841057 w 995171"/>
                  <a:gd name="connsiteY54" fmla="*/ 168974 h 420623"/>
                  <a:gd name="connsiteX55" fmla="*/ 794957 w 995171"/>
                  <a:gd name="connsiteY55" fmla="*/ 137636 h 420623"/>
                  <a:gd name="connsiteX56" fmla="*/ 735806 w 995171"/>
                  <a:gd name="connsiteY56" fmla="*/ 126302 h 420623"/>
                  <a:gd name="connsiteX57" fmla="*/ 678371 w 995171"/>
                  <a:gd name="connsiteY57" fmla="*/ 137922 h 420623"/>
                  <a:gd name="connsiteX58" fmla="*/ 631698 w 995171"/>
                  <a:gd name="connsiteY58" fmla="*/ 169355 h 420623"/>
                  <a:gd name="connsiteX59" fmla="*/ 600266 w 995171"/>
                  <a:gd name="connsiteY59" fmla="*/ 216027 h 420623"/>
                  <a:gd name="connsiteX60" fmla="*/ 588645 w 995171"/>
                  <a:gd name="connsiteY60" fmla="*/ 273463 h 420623"/>
                  <a:gd name="connsiteX61" fmla="*/ 599694 w 995171"/>
                  <a:gd name="connsiteY61" fmla="*/ 330899 h 420623"/>
                  <a:gd name="connsiteX62" fmla="*/ 630269 w 995171"/>
                  <a:gd name="connsiteY62" fmla="*/ 377571 h 420623"/>
                  <a:gd name="connsiteX63" fmla="*/ 677513 w 995171"/>
                  <a:gd name="connsiteY63" fmla="*/ 409004 h 420623"/>
                  <a:gd name="connsiteX64" fmla="*/ 738092 w 995171"/>
                  <a:gd name="connsiteY64" fmla="*/ 420624 h 420623"/>
                  <a:gd name="connsiteX65" fmla="*/ 863918 w 995171"/>
                  <a:gd name="connsiteY65" fmla="*/ 365093 h 420623"/>
                  <a:gd name="connsiteX66" fmla="*/ 810292 w 995171"/>
                  <a:gd name="connsiteY66" fmla="*/ 324231 h 420623"/>
                  <a:gd name="connsiteX67" fmla="*/ 738664 w 995171"/>
                  <a:gd name="connsiteY67" fmla="*/ 355854 h 420623"/>
                  <a:gd name="connsiteX68" fmla="*/ 687229 w 995171"/>
                  <a:gd name="connsiteY68" fmla="*/ 341376 h 420623"/>
                  <a:gd name="connsiteX69" fmla="*/ 660368 w 995171"/>
                  <a:gd name="connsiteY69" fmla="*/ 302133 h 420623"/>
                  <a:gd name="connsiteX70" fmla="*/ 659606 w 995171"/>
                  <a:gd name="connsiteY70" fmla="*/ 299466 h 420623"/>
                  <a:gd name="connsiteX71" fmla="*/ 881825 w 995171"/>
                  <a:gd name="connsiteY71" fmla="*/ 299466 h 420623"/>
                  <a:gd name="connsiteX72" fmla="*/ 881825 w 995171"/>
                  <a:gd name="connsiteY72" fmla="*/ 272796 h 420623"/>
                  <a:gd name="connsiteX73" fmla="*/ 660368 w 995171"/>
                  <a:gd name="connsiteY73" fmla="*/ 246793 h 420623"/>
                  <a:gd name="connsiteX74" fmla="*/ 735330 w 995171"/>
                  <a:gd name="connsiteY74" fmla="*/ 189929 h 420623"/>
                  <a:gd name="connsiteX75" fmla="*/ 810387 w 995171"/>
                  <a:gd name="connsiteY75" fmla="*/ 246698 h 420623"/>
                  <a:gd name="connsiteX76" fmla="*/ 660368 w 995171"/>
                  <a:gd name="connsiteY76" fmla="*/ 246793 h 4206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</a:cxnLst>
                <a:rect l="l" t="t" r="r" b="b"/>
                <a:pathLst>
                  <a:path w="995171" h="420623">
                    <a:moveTo>
                      <a:pt x="74486" y="131921"/>
                    </a:moveTo>
                    <a:lnTo>
                      <a:pt x="0" y="131921"/>
                    </a:lnTo>
                    <a:lnTo>
                      <a:pt x="0" y="414719"/>
                    </a:lnTo>
                    <a:lnTo>
                      <a:pt x="74486" y="414719"/>
                    </a:lnTo>
                    <a:lnTo>
                      <a:pt x="74486" y="131921"/>
                    </a:lnTo>
                    <a:close/>
                    <a:moveTo>
                      <a:pt x="568262" y="417576"/>
                    </a:moveTo>
                    <a:lnTo>
                      <a:pt x="568262" y="348234"/>
                    </a:lnTo>
                    <a:cubicBezTo>
                      <a:pt x="557308" y="348139"/>
                      <a:pt x="548259" y="347567"/>
                      <a:pt x="541306" y="346520"/>
                    </a:cubicBezTo>
                    <a:cubicBezTo>
                      <a:pt x="533591" y="345281"/>
                      <a:pt x="527685" y="342710"/>
                      <a:pt x="523780" y="338804"/>
                    </a:cubicBezTo>
                    <a:cubicBezTo>
                      <a:pt x="519875" y="334899"/>
                      <a:pt x="517303" y="329184"/>
                      <a:pt x="516065" y="321945"/>
                    </a:cubicBezTo>
                    <a:cubicBezTo>
                      <a:pt x="514922" y="314992"/>
                      <a:pt x="514350" y="305753"/>
                      <a:pt x="514350" y="294608"/>
                    </a:cubicBezTo>
                    <a:lnTo>
                      <a:pt x="514350" y="195644"/>
                    </a:lnTo>
                    <a:lnTo>
                      <a:pt x="568262" y="195644"/>
                    </a:lnTo>
                    <a:lnTo>
                      <a:pt x="568262" y="131921"/>
                    </a:lnTo>
                    <a:lnTo>
                      <a:pt x="514350" y="131921"/>
                    </a:lnTo>
                    <a:lnTo>
                      <a:pt x="514350" y="21812"/>
                    </a:lnTo>
                    <a:lnTo>
                      <a:pt x="439865" y="21812"/>
                    </a:lnTo>
                    <a:lnTo>
                      <a:pt x="439865" y="295180"/>
                    </a:lnTo>
                    <a:cubicBezTo>
                      <a:pt x="439865" y="318230"/>
                      <a:pt x="441865" y="337852"/>
                      <a:pt x="445865" y="353473"/>
                    </a:cubicBezTo>
                    <a:cubicBezTo>
                      <a:pt x="449771" y="368903"/>
                      <a:pt x="456438" y="381572"/>
                      <a:pt x="465677" y="391001"/>
                    </a:cubicBezTo>
                    <a:cubicBezTo>
                      <a:pt x="474917" y="400431"/>
                      <a:pt x="487204" y="407289"/>
                      <a:pt x="502063" y="411385"/>
                    </a:cubicBezTo>
                    <a:cubicBezTo>
                      <a:pt x="517112" y="415481"/>
                      <a:pt x="536258" y="417671"/>
                      <a:pt x="558927" y="417671"/>
                    </a:cubicBezTo>
                    <a:lnTo>
                      <a:pt x="568262" y="417671"/>
                    </a:lnTo>
                    <a:close/>
                    <a:moveTo>
                      <a:pt x="995172" y="0"/>
                    </a:moveTo>
                    <a:lnTo>
                      <a:pt x="920687" y="0"/>
                    </a:lnTo>
                    <a:lnTo>
                      <a:pt x="920687" y="414719"/>
                    </a:lnTo>
                    <a:lnTo>
                      <a:pt x="995172" y="414719"/>
                    </a:lnTo>
                    <a:lnTo>
                      <a:pt x="995172" y="0"/>
                    </a:lnTo>
                    <a:close/>
                    <a:moveTo>
                      <a:pt x="367951" y="159830"/>
                    </a:moveTo>
                    <a:cubicBezTo>
                      <a:pt x="347282" y="137541"/>
                      <a:pt x="318135" y="126206"/>
                      <a:pt x="281273" y="126206"/>
                    </a:cubicBezTo>
                    <a:cubicBezTo>
                      <a:pt x="263462" y="126206"/>
                      <a:pt x="247079" y="129921"/>
                      <a:pt x="232410" y="137065"/>
                    </a:cubicBezTo>
                    <a:cubicBezTo>
                      <a:pt x="217742" y="144304"/>
                      <a:pt x="205264" y="154496"/>
                      <a:pt x="195358" y="167259"/>
                    </a:cubicBezTo>
                    <a:lnTo>
                      <a:pt x="191262" y="172498"/>
                    </a:lnTo>
                    <a:lnTo>
                      <a:pt x="191262" y="167831"/>
                    </a:lnTo>
                    <a:lnTo>
                      <a:pt x="191262" y="132017"/>
                    </a:lnTo>
                    <a:lnTo>
                      <a:pt x="117920" y="132017"/>
                    </a:lnTo>
                    <a:lnTo>
                      <a:pt x="117920" y="414814"/>
                    </a:lnTo>
                    <a:lnTo>
                      <a:pt x="191929" y="414814"/>
                    </a:lnTo>
                    <a:lnTo>
                      <a:pt x="191929" y="264128"/>
                    </a:lnTo>
                    <a:lnTo>
                      <a:pt x="192024" y="274606"/>
                    </a:lnTo>
                    <a:cubicBezTo>
                      <a:pt x="192024" y="272891"/>
                      <a:pt x="192024" y="271177"/>
                      <a:pt x="192119" y="269558"/>
                    </a:cubicBezTo>
                    <a:cubicBezTo>
                      <a:pt x="192881" y="243173"/>
                      <a:pt x="199454" y="223456"/>
                      <a:pt x="211741" y="210884"/>
                    </a:cubicBezTo>
                    <a:cubicBezTo>
                      <a:pt x="224790" y="197549"/>
                      <a:pt x="240697" y="190786"/>
                      <a:pt x="258985" y="190786"/>
                    </a:cubicBezTo>
                    <a:cubicBezTo>
                      <a:pt x="280511" y="190786"/>
                      <a:pt x="296894" y="197358"/>
                      <a:pt x="307753" y="210407"/>
                    </a:cubicBezTo>
                    <a:cubicBezTo>
                      <a:pt x="318421" y="223171"/>
                      <a:pt x="323850" y="241364"/>
                      <a:pt x="323945" y="264605"/>
                    </a:cubicBezTo>
                    <a:lnTo>
                      <a:pt x="323945" y="264605"/>
                    </a:lnTo>
                    <a:lnTo>
                      <a:pt x="323945" y="265176"/>
                    </a:lnTo>
                    <a:lnTo>
                      <a:pt x="323945" y="265271"/>
                    </a:lnTo>
                    <a:lnTo>
                      <a:pt x="323945" y="414814"/>
                    </a:lnTo>
                    <a:lnTo>
                      <a:pt x="399098" y="414814"/>
                    </a:lnTo>
                    <a:lnTo>
                      <a:pt x="399098" y="254222"/>
                    </a:lnTo>
                    <a:cubicBezTo>
                      <a:pt x="399193" y="213931"/>
                      <a:pt x="388620" y="182118"/>
                      <a:pt x="367951" y="159830"/>
                    </a:cubicBezTo>
                    <a:moveTo>
                      <a:pt x="881825" y="272796"/>
                    </a:moveTo>
                    <a:cubicBezTo>
                      <a:pt x="881825" y="252508"/>
                      <a:pt x="878205" y="233267"/>
                      <a:pt x="871061" y="215646"/>
                    </a:cubicBezTo>
                    <a:cubicBezTo>
                      <a:pt x="863918" y="198025"/>
                      <a:pt x="853821" y="182309"/>
                      <a:pt x="841057" y="168974"/>
                    </a:cubicBezTo>
                    <a:cubicBezTo>
                      <a:pt x="828294" y="155639"/>
                      <a:pt x="812768" y="145066"/>
                      <a:pt x="794957" y="137636"/>
                    </a:cubicBezTo>
                    <a:cubicBezTo>
                      <a:pt x="777145" y="130112"/>
                      <a:pt x="757238" y="126302"/>
                      <a:pt x="735806" y="126302"/>
                    </a:cubicBezTo>
                    <a:cubicBezTo>
                      <a:pt x="715518" y="126302"/>
                      <a:pt x="696182" y="130207"/>
                      <a:pt x="678371" y="137922"/>
                    </a:cubicBezTo>
                    <a:cubicBezTo>
                      <a:pt x="660559" y="145637"/>
                      <a:pt x="644843" y="156210"/>
                      <a:pt x="631698" y="169355"/>
                    </a:cubicBezTo>
                    <a:cubicBezTo>
                      <a:pt x="618554" y="182499"/>
                      <a:pt x="607981" y="198215"/>
                      <a:pt x="600266" y="216027"/>
                    </a:cubicBezTo>
                    <a:cubicBezTo>
                      <a:pt x="592550" y="233839"/>
                      <a:pt x="588645" y="253175"/>
                      <a:pt x="588645" y="273463"/>
                    </a:cubicBezTo>
                    <a:cubicBezTo>
                      <a:pt x="588645" y="293751"/>
                      <a:pt x="592360" y="313087"/>
                      <a:pt x="599694" y="330899"/>
                    </a:cubicBezTo>
                    <a:cubicBezTo>
                      <a:pt x="607028" y="348710"/>
                      <a:pt x="617315" y="364426"/>
                      <a:pt x="630269" y="377571"/>
                    </a:cubicBezTo>
                    <a:cubicBezTo>
                      <a:pt x="643223" y="390716"/>
                      <a:pt x="659130" y="401288"/>
                      <a:pt x="677513" y="409004"/>
                    </a:cubicBezTo>
                    <a:cubicBezTo>
                      <a:pt x="695897" y="416719"/>
                      <a:pt x="716280" y="420624"/>
                      <a:pt x="738092" y="420624"/>
                    </a:cubicBezTo>
                    <a:cubicBezTo>
                      <a:pt x="801148" y="420624"/>
                      <a:pt x="840391" y="391954"/>
                      <a:pt x="863918" y="365093"/>
                    </a:cubicBezTo>
                    <a:lnTo>
                      <a:pt x="810292" y="324231"/>
                    </a:lnTo>
                    <a:cubicBezTo>
                      <a:pt x="798957" y="337661"/>
                      <a:pt x="772192" y="355854"/>
                      <a:pt x="738664" y="355854"/>
                    </a:cubicBezTo>
                    <a:cubicBezTo>
                      <a:pt x="717614" y="355854"/>
                      <a:pt x="700373" y="350996"/>
                      <a:pt x="687229" y="341376"/>
                    </a:cubicBezTo>
                    <a:cubicBezTo>
                      <a:pt x="674084" y="331756"/>
                      <a:pt x="665036" y="318611"/>
                      <a:pt x="660368" y="302133"/>
                    </a:cubicBezTo>
                    <a:lnTo>
                      <a:pt x="659606" y="299466"/>
                    </a:lnTo>
                    <a:lnTo>
                      <a:pt x="881825" y="299466"/>
                    </a:lnTo>
                    <a:lnTo>
                      <a:pt x="881825" y="272796"/>
                    </a:lnTo>
                    <a:close/>
                    <a:moveTo>
                      <a:pt x="660368" y="246793"/>
                    </a:moveTo>
                    <a:cubicBezTo>
                      <a:pt x="660368" y="226124"/>
                      <a:pt x="684086" y="189929"/>
                      <a:pt x="735330" y="189929"/>
                    </a:cubicBezTo>
                    <a:cubicBezTo>
                      <a:pt x="786575" y="189929"/>
                      <a:pt x="810387" y="226028"/>
                      <a:pt x="810387" y="246698"/>
                    </a:cubicBezTo>
                    <a:lnTo>
                      <a:pt x="660368" y="246793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ea typeface="Intel Clear" panose="020B060402020302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934E3A93-BFC9-49AD-8CF7-7EDF2A13157E}"/>
                  </a:ext>
                </a:extLst>
              </p:cNvPr>
              <p:cNvSpPr/>
              <p:nvPr/>
            </p:nvSpPr>
            <p:spPr>
              <a:xfrm>
                <a:off x="2358770" y="6728469"/>
                <a:ext cx="79057" cy="79057"/>
              </a:xfrm>
              <a:custGeom>
                <a:avLst/>
                <a:gdLst>
                  <a:gd name="connsiteX0" fmla="*/ 39529 w 79057"/>
                  <a:gd name="connsiteY0" fmla="*/ 5620 h 79057"/>
                  <a:gd name="connsiteX1" fmla="*/ 73438 w 79057"/>
                  <a:gd name="connsiteY1" fmla="*/ 39529 h 79057"/>
                  <a:gd name="connsiteX2" fmla="*/ 39529 w 79057"/>
                  <a:gd name="connsiteY2" fmla="*/ 73438 h 79057"/>
                  <a:gd name="connsiteX3" fmla="*/ 5620 w 79057"/>
                  <a:gd name="connsiteY3" fmla="*/ 39529 h 79057"/>
                  <a:gd name="connsiteX4" fmla="*/ 39529 w 79057"/>
                  <a:gd name="connsiteY4" fmla="*/ 5620 h 79057"/>
                  <a:gd name="connsiteX5" fmla="*/ 39529 w 79057"/>
                  <a:gd name="connsiteY5" fmla="*/ 0 h 79057"/>
                  <a:gd name="connsiteX6" fmla="*/ 0 w 79057"/>
                  <a:gd name="connsiteY6" fmla="*/ 39529 h 79057"/>
                  <a:gd name="connsiteX7" fmla="*/ 39529 w 79057"/>
                  <a:gd name="connsiteY7" fmla="*/ 79058 h 79057"/>
                  <a:gd name="connsiteX8" fmla="*/ 79058 w 79057"/>
                  <a:gd name="connsiteY8" fmla="*/ 39529 h 79057"/>
                  <a:gd name="connsiteX9" fmla="*/ 39529 w 79057"/>
                  <a:gd name="connsiteY9" fmla="*/ 0 h 790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79057" h="79057">
                    <a:moveTo>
                      <a:pt x="39529" y="5620"/>
                    </a:moveTo>
                    <a:cubicBezTo>
                      <a:pt x="58198" y="5620"/>
                      <a:pt x="73438" y="20860"/>
                      <a:pt x="73438" y="39529"/>
                    </a:cubicBezTo>
                    <a:cubicBezTo>
                      <a:pt x="73438" y="58198"/>
                      <a:pt x="58198" y="73438"/>
                      <a:pt x="39529" y="73438"/>
                    </a:cubicBezTo>
                    <a:cubicBezTo>
                      <a:pt x="20860" y="73438"/>
                      <a:pt x="5620" y="58198"/>
                      <a:pt x="5620" y="39529"/>
                    </a:cubicBezTo>
                    <a:cubicBezTo>
                      <a:pt x="5620" y="20860"/>
                      <a:pt x="20860" y="5620"/>
                      <a:pt x="39529" y="5620"/>
                    </a:cubicBezTo>
                    <a:moveTo>
                      <a:pt x="39529" y="0"/>
                    </a:moveTo>
                    <a:cubicBezTo>
                      <a:pt x="17717" y="0"/>
                      <a:pt x="0" y="17717"/>
                      <a:pt x="0" y="39529"/>
                    </a:cubicBezTo>
                    <a:cubicBezTo>
                      <a:pt x="0" y="61341"/>
                      <a:pt x="17717" y="79058"/>
                      <a:pt x="39529" y="79058"/>
                    </a:cubicBezTo>
                    <a:cubicBezTo>
                      <a:pt x="61341" y="79058"/>
                      <a:pt x="79058" y="61341"/>
                      <a:pt x="79058" y="39529"/>
                    </a:cubicBezTo>
                    <a:cubicBezTo>
                      <a:pt x="79058" y="17717"/>
                      <a:pt x="61341" y="0"/>
                      <a:pt x="39529" y="0"/>
                    </a:cubicBezTo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ea typeface="Intel Clear" panose="020B060402020302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839DD8F2-C56B-454C-9A84-A663F83DB6CE}"/>
                  </a:ext>
                </a:extLst>
              </p:cNvPr>
              <p:cNvSpPr/>
              <p:nvPr/>
            </p:nvSpPr>
            <p:spPr>
              <a:xfrm>
                <a:off x="2384869" y="6748090"/>
                <a:ext cx="30765" cy="39528"/>
              </a:xfrm>
              <a:custGeom>
                <a:avLst/>
                <a:gdLst>
                  <a:gd name="connsiteX0" fmla="*/ 16383 w 30765"/>
                  <a:gd name="connsiteY0" fmla="*/ 95 h 39528"/>
                  <a:gd name="connsiteX1" fmla="*/ 23051 w 30765"/>
                  <a:gd name="connsiteY1" fmla="*/ 1715 h 39528"/>
                  <a:gd name="connsiteX2" fmla="*/ 27718 w 30765"/>
                  <a:gd name="connsiteY2" fmla="*/ 6191 h 39528"/>
                  <a:gd name="connsiteX3" fmla="*/ 29337 w 30765"/>
                  <a:gd name="connsiteY3" fmla="*/ 12478 h 39528"/>
                  <a:gd name="connsiteX4" fmla="*/ 27146 w 30765"/>
                  <a:gd name="connsiteY4" fmla="*/ 19622 h 39528"/>
                  <a:gd name="connsiteX5" fmla="*/ 21812 w 30765"/>
                  <a:gd name="connsiteY5" fmla="*/ 23717 h 39528"/>
                  <a:gd name="connsiteX6" fmla="*/ 30766 w 30765"/>
                  <a:gd name="connsiteY6" fmla="*/ 39529 h 39528"/>
                  <a:gd name="connsiteX7" fmla="*/ 23717 w 30765"/>
                  <a:gd name="connsiteY7" fmla="*/ 39529 h 39528"/>
                  <a:gd name="connsiteX8" fmla="*/ 15526 w 30765"/>
                  <a:gd name="connsiteY8" fmla="*/ 24860 h 39528"/>
                  <a:gd name="connsiteX9" fmla="*/ 6191 w 30765"/>
                  <a:gd name="connsiteY9" fmla="*/ 24860 h 39528"/>
                  <a:gd name="connsiteX10" fmla="*/ 6191 w 30765"/>
                  <a:gd name="connsiteY10" fmla="*/ 39529 h 39528"/>
                  <a:gd name="connsiteX11" fmla="*/ 0 w 30765"/>
                  <a:gd name="connsiteY11" fmla="*/ 39529 h 39528"/>
                  <a:gd name="connsiteX12" fmla="*/ 0 w 30765"/>
                  <a:gd name="connsiteY12" fmla="*/ 0 h 39528"/>
                  <a:gd name="connsiteX13" fmla="*/ 16383 w 30765"/>
                  <a:gd name="connsiteY13" fmla="*/ 0 h 39528"/>
                  <a:gd name="connsiteX14" fmla="*/ 16383 w 30765"/>
                  <a:gd name="connsiteY14" fmla="*/ 19336 h 39528"/>
                  <a:gd name="connsiteX15" fmla="*/ 19907 w 30765"/>
                  <a:gd name="connsiteY15" fmla="*/ 18478 h 39528"/>
                  <a:gd name="connsiteX16" fmla="*/ 22289 w 30765"/>
                  <a:gd name="connsiteY16" fmla="*/ 16097 h 39528"/>
                  <a:gd name="connsiteX17" fmla="*/ 23146 w 30765"/>
                  <a:gd name="connsiteY17" fmla="*/ 12573 h 39528"/>
                  <a:gd name="connsiteX18" fmla="*/ 22289 w 30765"/>
                  <a:gd name="connsiteY18" fmla="*/ 9049 h 39528"/>
                  <a:gd name="connsiteX19" fmla="*/ 19907 w 30765"/>
                  <a:gd name="connsiteY19" fmla="*/ 6668 h 39528"/>
                  <a:gd name="connsiteX20" fmla="*/ 16383 w 30765"/>
                  <a:gd name="connsiteY20" fmla="*/ 5810 h 39528"/>
                  <a:gd name="connsiteX21" fmla="*/ 6191 w 30765"/>
                  <a:gd name="connsiteY21" fmla="*/ 5810 h 39528"/>
                  <a:gd name="connsiteX22" fmla="*/ 6191 w 30765"/>
                  <a:gd name="connsiteY22" fmla="*/ 19336 h 39528"/>
                  <a:gd name="connsiteX23" fmla="*/ 16383 w 30765"/>
                  <a:gd name="connsiteY23" fmla="*/ 19336 h 395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0765" h="39528">
                    <a:moveTo>
                      <a:pt x="16383" y="95"/>
                    </a:moveTo>
                    <a:cubicBezTo>
                      <a:pt x="18860" y="95"/>
                      <a:pt x="21050" y="667"/>
                      <a:pt x="23051" y="1715"/>
                    </a:cubicBezTo>
                    <a:cubicBezTo>
                      <a:pt x="25051" y="2762"/>
                      <a:pt x="26575" y="4286"/>
                      <a:pt x="27718" y="6191"/>
                    </a:cubicBezTo>
                    <a:cubicBezTo>
                      <a:pt x="28861" y="8096"/>
                      <a:pt x="29337" y="10192"/>
                      <a:pt x="29337" y="12478"/>
                    </a:cubicBezTo>
                    <a:cubicBezTo>
                      <a:pt x="29337" y="15335"/>
                      <a:pt x="28575" y="17717"/>
                      <a:pt x="27146" y="19622"/>
                    </a:cubicBezTo>
                    <a:cubicBezTo>
                      <a:pt x="25718" y="21527"/>
                      <a:pt x="23908" y="22860"/>
                      <a:pt x="21812" y="23717"/>
                    </a:cubicBezTo>
                    <a:lnTo>
                      <a:pt x="30766" y="39529"/>
                    </a:lnTo>
                    <a:lnTo>
                      <a:pt x="23717" y="39529"/>
                    </a:lnTo>
                    <a:lnTo>
                      <a:pt x="15526" y="24860"/>
                    </a:lnTo>
                    <a:lnTo>
                      <a:pt x="6191" y="24860"/>
                    </a:lnTo>
                    <a:lnTo>
                      <a:pt x="6191" y="39529"/>
                    </a:lnTo>
                    <a:lnTo>
                      <a:pt x="0" y="39529"/>
                    </a:lnTo>
                    <a:lnTo>
                      <a:pt x="0" y="0"/>
                    </a:lnTo>
                    <a:lnTo>
                      <a:pt x="16383" y="0"/>
                    </a:lnTo>
                    <a:close/>
                    <a:moveTo>
                      <a:pt x="16383" y="19336"/>
                    </a:moveTo>
                    <a:cubicBezTo>
                      <a:pt x="17717" y="19336"/>
                      <a:pt x="18860" y="19050"/>
                      <a:pt x="19907" y="18478"/>
                    </a:cubicBezTo>
                    <a:cubicBezTo>
                      <a:pt x="20955" y="17907"/>
                      <a:pt x="21717" y="17050"/>
                      <a:pt x="22289" y="16097"/>
                    </a:cubicBezTo>
                    <a:cubicBezTo>
                      <a:pt x="22860" y="15050"/>
                      <a:pt x="23146" y="13906"/>
                      <a:pt x="23146" y="12573"/>
                    </a:cubicBezTo>
                    <a:cubicBezTo>
                      <a:pt x="23146" y="11240"/>
                      <a:pt x="22860" y="10097"/>
                      <a:pt x="22289" y="9049"/>
                    </a:cubicBezTo>
                    <a:cubicBezTo>
                      <a:pt x="21717" y="8001"/>
                      <a:pt x="20860" y="7239"/>
                      <a:pt x="19907" y="6668"/>
                    </a:cubicBezTo>
                    <a:cubicBezTo>
                      <a:pt x="18860" y="6096"/>
                      <a:pt x="17717" y="5810"/>
                      <a:pt x="16383" y="5810"/>
                    </a:cubicBezTo>
                    <a:lnTo>
                      <a:pt x="6191" y="5810"/>
                    </a:lnTo>
                    <a:lnTo>
                      <a:pt x="6191" y="19336"/>
                    </a:lnTo>
                    <a:lnTo>
                      <a:pt x="16383" y="19336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ea typeface="Intel Clear" panose="020B0604020203020204" pitchFamily="34" charset="0"/>
                  <a:cs typeface="Times New Roman" panose="02020603050405020304" pitchFamily="18" charset="0"/>
                </a:endParaRPr>
              </a:p>
            </p:txBody>
          </p:sp>
        </p:grpSp>
      </p:grp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825262-3F6E-4DC6-AA53-E30B25B1583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43438" y="944163"/>
            <a:ext cx="9810362" cy="627700"/>
          </a:xfrm>
        </p:spPr>
        <p:txBody>
          <a:bodyPr anchor="b" anchorCtr="0">
            <a:normAutofit/>
          </a:bodyPr>
          <a:lstStyle>
            <a:lvl1pPr marL="0" indent="0">
              <a:buFontTx/>
              <a:buNone/>
              <a:defRPr sz="1600">
                <a:solidFill>
                  <a:schemeClr val="bg1"/>
                </a:solidFill>
                <a:latin typeface="IntelOne Text" panose="020B0503020203020204" pitchFamily="34" charset="77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E6BC2F-544E-4727-A6CC-2BE3B3E01B5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42536" y="1635111"/>
            <a:ext cx="9789007" cy="1874852"/>
          </a:xfrm>
        </p:spPr>
        <p:txBody>
          <a:bodyPr anchor="b"/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F0B31C-0AD0-4CC0-BF2B-DECE53E6665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42536" y="3602038"/>
            <a:ext cx="9789007" cy="1655762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subtitle style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E65C62D5-9DB0-E443-6A4C-AE468FA101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73803" y="0"/>
            <a:ext cx="4325371" cy="6392520"/>
            <a:chOff x="573803" y="0"/>
            <a:chExt cx="4325371" cy="6392520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86425FF0-1690-2C28-DB64-D62DFB456EA3}"/>
                </a:ext>
              </a:extLst>
            </p:cNvPr>
            <p:cNvSpPr/>
            <p:nvPr userDrawn="1"/>
          </p:nvSpPr>
          <p:spPr>
            <a:xfrm>
              <a:off x="860457" y="4951823"/>
              <a:ext cx="158111" cy="158111"/>
            </a:xfrm>
            <a:prstGeom prst="rect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3F9633AD-E052-6CF3-C4C7-1DB291A6D7AE}"/>
                </a:ext>
              </a:extLst>
            </p:cNvPr>
            <p:cNvSpPr/>
            <p:nvPr userDrawn="1"/>
          </p:nvSpPr>
          <p:spPr>
            <a:xfrm>
              <a:off x="573803" y="5104242"/>
              <a:ext cx="286654" cy="286654"/>
            </a:xfrm>
            <a:prstGeom prst="rect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1AC9794A-8BF5-5C68-0C31-B55372CCC26C}"/>
                </a:ext>
              </a:extLst>
            </p:cNvPr>
            <p:cNvSpPr/>
            <p:nvPr userDrawn="1"/>
          </p:nvSpPr>
          <p:spPr>
            <a:xfrm>
              <a:off x="861107" y="5390896"/>
              <a:ext cx="610214" cy="610214"/>
            </a:xfrm>
            <a:prstGeom prst="rect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548FD3A0-73AC-CCB6-FE59-DC26CD95DA8E}"/>
                </a:ext>
              </a:extLst>
            </p:cNvPr>
            <p:cNvSpPr/>
            <p:nvPr userDrawn="1"/>
          </p:nvSpPr>
          <p:spPr>
            <a:xfrm>
              <a:off x="1468406" y="0"/>
              <a:ext cx="3430768" cy="5390870"/>
            </a:xfrm>
            <a:prstGeom prst="rect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E22856D4-FE3C-AC68-341B-0B1BA1368B4B}"/>
                </a:ext>
              </a:extLst>
            </p:cNvPr>
            <p:cNvGrpSpPr/>
            <p:nvPr userDrawn="1"/>
          </p:nvGrpSpPr>
          <p:grpSpPr>
            <a:xfrm>
              <a:off x="1468406" y="5995719"/>
              <a:ext cx="1059754" cy="396801"/>
              <a:chOff x="1314450" y="6391094"/>
              <a:chExt cx="1123377" cy="420623"/>
            </a:xfrm>
          </p:grpSpPr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6070EBBA-22AF-9F46-D426-42E3444940A9}"/>
                  </a:ext>
                </a:extLst>
              </p:cNvPr>
              <p:cNvSpPr/>
              <p:nvPr/>
            </p:nvSpPr>
            <p:spPr>
              <a:xfrm>
                <a:off x="1314450" y="6396809"/>
                <a:ext cx="78581" cy="78581"/>
              </a:xfrm>
              <a:custGeom>
                <a:avLst/>
                <a:gdLst>
                  <a:gd name="connsiteX0" fmla="*/ 0 w 78581"/>
                  <a:gd name="connsiteY0" fmla="*/ 0 h 78581"/>
                  <a:gd name="connsiteX1" fmla="*/ 78581 w 78581"/>
                  <a:gd name="connsiteY1" fmla="*/ 0 h 78581"/>
                  <a:gd name="connsiteX2" fmla="*/ 78581 w 78581"/>
                  <a:gd name="connsiteY2" fmla="*/ 78581 h 78581"/>
                  <a:gd name="connsiteX3" fmla="*/ 0 w 78581"/>
                  <a:gd name="connsiteY3" fmla="*/ 78581 h 785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581" h="78581">
                    <a:moveTo>
                      <a:pt x="0" y="0"/>
                    </a:moveTo>
                    <a:lnTo>
                      <a:pt x="78581" y="0"/>
                    </a:lnTo>
                    <a:lnTo>
                      <a:pt x="78581" y="78581"/>
                    </a:lnTo>
                    <a:lnTo>
                      <a:pt x="0" y="78581"/>
                    </a:lnTo>
                    <a:close/>
                  </a:path>
                </a:pathLst>
              </a:custGeom>
              <a:solidFill>
                <a:srgbClr val="00B2E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ea typeface="Intel Clear" panose="020B060402020302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85992D4E-B782-4A34-3ABB-151A0E292D07}"/>
                  </a:ext>
                </a:extLst>
              </p:cNvPr>
              <p:cNvSpPr/>
              <p:nvPr/>
            </p:nvSpPr>
            <p:spPr>
              <a:xfrm>
                <a:off x="1316545" y="6391094"/>
                <a:ext cx="995171" cy="420623"/>
              </a:xfrm>
              <a:custGeom>
                <a:avLst/>
                <a:gdLst>
                  <a:gd name="connsiteX0" fmla="*/ 74486 w 995171"/>
                  <a:gd name="connsiteY0" fmla="*/ 131921 h 420623"/>
                  <a:gd name="connsiteX1" fmla="*/ 0 w 995171"/>
                  <a:gd name="connsiteY1" fmla="*/ 131921 h 420623"/>
                  <a:gd name="connsiteX2" fmla="*/ 0 w 995171"/>
                  <a:gd name="connsiteY2" fmla="*/ 414719 h 420623"/>
                  <a:gd name="connsiteX3" fmla="*/ 74486 w 995171"/>
                  <a:gd name="connsiteY3" fmla="*/ 414719 h 420623"/>
                  <a:gd name="connsiteX4" fmla="*/ 74486 w 995171"/>
                  <a:gd name="connsiteY4" fmla="*/ 131921 h 420623"/>
                  <a:gd name="connsiteX5" fmla="*/ 568262 w 995171"/>
                  <a:gd name="connsiteY5" fmla="*/ 417576 h 420623"/>
                  <a:gd name="connsiteX6" fmla="*/ 568262 w 995171"/>
                  <a:gd name="connsiteY6" fmla="*/ 348234 h 420623"/>
                  <a:gd name="connsiteX7" fmla="*/ 541306 w 995171"/>
                  <a:gd name="connsiteY7" fmla="*/ 346520 h 420623"/>
                  <a:gd name="connsiteX8" fmla="*/ 523780 w 995171"/>
                  <a:gd name="connsiteY8" fmla="*/ 338804 h 420623"/>
                  <a:gd name="connsiteX9" fmla="*/ 516065 w 995171"/>
                  <a:gd name="connsiteY9" fmla="*/ 321945 h 420623"/>
                  <a:gd name="connsiteX10" fmla="*/ 514350 w 995171"/>
                  <a:gd name="connsiteY10" fmla="*/ 294608 h 420623"/>
                  <a:gd name="connsiteX11" fmla="*/ 514350 w 995171"/>
                  <a:gd name="connsiteY11" fmla="*/ 195644 h 420623"/>
                  <a:gd name="connsiteX12" fmla="*/ 568262 w 995171"/>
                  <a:gd name="connsiteY12" fmla="*/ 195644 h 420623"/>
                  <a:gd name="connsiteX13" fmla="*/ 568262 w 995171"/>
                  <a:gd name="connsiteY13" fmla="*/ 131921 h 420623"/>
                  <a:gd name="connsiteX14" fmla="*/ 514350 w 995171"/>
                  <a:gd name="connsiteY14" fmla="*/ 131921 h 420623"/>
                  <a:gd name="connsiteX15" fmla="*/ 514350 w 995171"/>
                  <a:gd name="connsiteY15" fmla="*/ 21812 h 420623"/>
                  <a:gd name="connsiteX16" fmla="*/ 439865 w 995171"/>
                  <a:gd name="connsiteY16" fmla="*/ 21812 h 420623"/>
                  <a:gd name="connsiteX17" fmla="*/ 439865 w 995171"/>
                  <a:gd name="connsiteY17" fmla="*/ 295180 h 420623"/>
                  <a:gd name="connsiteX18" fmla="*/ 445865 w 995171"/>
                  <a:gd name="connsiteY18" fmla="*/ 353473 h 420623"/>
                  <a:gd name="connsiteX19" fmla="*/ 465677 w 995171"/>
                  <a:gd name="connsiteY19" fmla="*/ 391001 h 420623"/>
                  <a:gd name="connsiteX20" fmla="*/ 502063 w 995171"/>
                  <a:gd name="connsiteY20" fmla="*/ 411385 h 420623"/>
                  <a:gd name="connsiteX21" fmla="*/ 558927 w 995171"/>
                  <a:gd name="connsiteY21" fmla="*/ 417671 h 420623"/>
                  <a:gd name="connsiteX22" fmla="*/ 568262 w 995171"/>
                  <a:gd name="connsiteY22" fmla="*/ 417671 h 420623"/>
                  <a:gd name="connsiteX23" fmla="*/ 995172 w 995171"/>
                  <a:gd name="connsiteY23" fmla="*/ 0 h 420623"/>
                  <a:gd name="connsiteX24" fmla="*/ 920687 w 995171"/>
                  <a:gd name="connsiteY24" fmla="*/ 0 h 420623"/>
                  <a:gd name="connsiteX25" fmla="*/ 920687 w 995171"/>
                  <a:gd name="connsiteY25" fmla="*/ 414719 h 420623"/>
                  <a:gd name="connsiteX26" fmla="*/ 995172 w 995171"/>
                  <a:gd name="connsiteY26" fmla="*/ 414719 h 420623"/>
                  <a:gd name="connsiteX27" fmla="*/ 995172 w 995171"/>
                  <a:gd name="connsiteY27" fmla="*/ 0 h 420623"/>
                  <a:gd name="connsiteX28" fmla="*/ 367951 w 995171"/>
                  <a:gd name="connsiteY28" fmla="*/ 159830 h 420623"/>
                  <a:gd name="connsiteX29" fmla="*/ 281273 w 995171"/>
                  <a:gd name="connsiteY29" fmla="*/ 126206 h 420623"/>
                  <a:gd name="connsiteX30" fmla="*/ 232410 w 995171"/>
                  <a:gd name="connsiteY30" fmla="*/ 137065 h 420623"/>
                  <a:gd name="connsiteX31" fmla="*/ 195358 w 995171"/>
                  <a:gd name="connsiteY31" fmla="*/ 167259 h 420623"/>
                  <a:gd name="connsiteX32" fmla="*/ 191262 w 995171"/>
                  <a:gd name="connsiteY32" fmla="*/ 172498 h 420623"/>
                  <a:gd name="connsiteX33" fmla="*/ 191262 w 995171"/>
                  <a:gd name="connsiteY33" fmla="*/ 167831 h 420623"/>
                  <a:gd name="connsiteX34" fmla="*/ 191262 w 995171"/>
                  <a:gd name="connsiteY34" fmla="*/ 132017 h 420623"/>
                  <a:gd name="connsiteX35" fmla="*/ 117920 w 995171"/>
                  <a:gd name="connsiteY35" fmla="*/ 132017 h 420623"/>
                  <a:gd name="connsiteX36" fmla="*/ 117920 w 995171"/>
                  <a:gd name="connsiteY36" fmla="*/ 414814 h 420623"/>
                  <a:gd name="connsiteX37" fmla="*/ 191929 w 995171"/>
                  <a:gd name="connsiteY37" fmla="*/ 414814 h 420623"/>
                  <a:gd name="connsiteX38" fmla="*/ 191929 w 995171"/>
                  <a:gd name="connsiteY38" fmla="*/ 264128 h 420623"/>
                  <a:gd name="connsiteX39" fmla="*/ 192024 w 995171"/>
                  <a:gd name="connsiteY39" fmla="*/ 274606 h 420623"/>
                  <a:gd name="connsiteX40" fmla="*/ 192119 w 995171"/>
                  <a:gd name="connsiteY40" fmla="*/ 269558 h 420623"/>
                  <a:gd name="connsiteX41" fmla="*/ 211741 w 995171"/>
                  <a:gd name="connsiteY41" fmla="*/ 210884 h 420623"/>
                  <a:gd name="connsiteX42" fmla="*/ 258985 w 995171"/>
                  <a:gd name="connsiteY42" fmla="*/ 190786 h 420623"/>
                  <a:gd name="connsiteX43" fmla="*/ 307753 w 995171"/>
                  <a:gd name="connsiteY43" fmla="*/ 210407 h 420623"/>
                  <a:gd name="connsiteX44" fmla="*/ 323945 w 995171"/>
                  <a:gd name="connsiteY44" fmla="*/ 264605 h 420623"/>
                  <a:gd name="connsiteX45" fmla="*/ 323945 w 995171"/>
                  <a:gd name="connsiteY45" fmla="*/ 264605 h 420623"/>
                  <a:gd name="connsiteX46" fmla="*/ 323945 w 995171"/>
                  <a:gd name="connsiteY46" fmla="*/ 265176 h 420623"/>
                  <a:gd name="connsiteX47" fmla="*/ 323945 w 995171"/>
                  <a:gd name="connsiteY47" fmla="*/ 265271 h 420623"/>
                  <a:gd name="connsiteX48" fmla="*/ 323945 w 995171"/>
                  <a:gd name="connsiteY48" fmla="*/ 414814 h 420623"/>
                  <a:gd name="connsiteX49" fmla="*/ 399098 w 995171"/>
                  <a:gd name="connsiteY49" fmla="*/ 414814 h 420623"/>
                  <a:gd name="connsiteX50" fmla="*/ 399098 w 995171"/>
                  <a:gd name="connsiteY50" fmla="*/ 254222 h 420623"/>
                  <a:gd name="connsiteX51" fmla="*/ 367951 w 995171"/>
                  <a:gd name="connsiteY51" fmla="*/ 159830 h 420623"/>
                  <a:gd name="connsiteX52" fmla="*/ 881825 w 995171"/>
                  <a:gd name="connsiteY52" fmla="*/ 272796 h 420623"/>
                  <a:gd name="connsiteX53" fmla="*/ 871061 w 995171"/>
                  <a:gd name="connsiteY53" fmla="*/ 215646 h 420623"/>
                  <a:gd name="connsiteX54" fmla="*/ 841057 w 995171"/>
                  <a:gd name="connsiteY54" fmla="*/ 168974 h 420623"/>
                  <a:gd name="connsiteX55" fmla="*/ 794957 w 995171"/>
                  <a:gd name="connsiteY55" fmla="*/ 137636 h 420623"/>
                  <a:gd name="connsiteX56" fmla="*/ 735806 w 995171"/>
                  <a:gd name="connsiteY56" fmla="*/ 126302 h 420623"/>
                  <a:gd name="connsiteX57" fmla="*/ 678371 w 995171"/>
                  <a:gd name="connsiteY57" fmla="*/ 137922 h 420623"/>
                  <a:gd name="connsiteX58" fmla="*/ 631698 w 995171"/>
                  <a:gd name="connsiteY58" fmla="*/ 169355 h 420623"/>
                  <a:gd name="connsiteX59" fmla="*/ 600266 w 995171"/>
                  <a:gd name="connsiteY59" fmla="*/ 216027 h 420623"/>
                  <a:gd name="connsiteX60" fmla="*/ 588645 w 995171"/>
                  <a:gd name="connsiteY60" fmla="*/ 273463 h 420623"/>
                  <a:gd name="connsiteX61" fmla="*/ 599694 w 995171"/>
                  <a:gd name="connsiteY61" fmla="*/ 330899 h 420623"/>
                  <a:gd name="connsiteX62" fmla="*/ 630269 w 995171"/>
                  <a:gd name="connsiteY62" fmla="*/ 377571 h 420623"/>
                  <a:gd name="connsiteX63" fmla="*/ 677513 w 995171"/>
                  <a:gd name="connsiteY63" fmla="*/ 409004 h 420623"/>
                  <a:gd name="connsiteX64" fmla="*/ 738092 w 995171"/>
                  <a:gd name="connsiteY64" fmla="*/ 420624 h 420623"/>
                  <a:gd name="connsiteX65" fmla="*/ 863918 w 995171"/>
                  <a:gd name="connsiteY65" fmla="*/ 365093 h 420623"/>
                  <a:gd name="connsiteX66" fmla="*/ 810292 w 995171"/>
                  <a:gd name="connsiteY66" fmla="*/ 324231 h 420623"/>
                  <a:gd name="connsiteX67" fmla="*/ 738664 w 995171"/>
                  <a:gd name="connsiteY67" fmla="*/ 355854 h 420623"/>
                  <a:gd name="connsiteX68" fmla="*/ 687229 w 995171"/>
                  <a:gd name="connsiteY68" fmla="*/ 341376 h 420623"/>
                  <a:gd name="connsiteX69" fmla="*/ 660368 w 995171"/>
                  <a:gd name="connsiteY69" fmla="*/ 302133 h 420623"/>
                  <a:gd name="connsiteX70" fmla="*/ 659606 w 995171"/>
                  <a:gd name="connsiteY70" fmla="*/ 299466 h 420623"/>
                  <a:gd name="connsiteX71" fmla="*/ 881825 w 995171"/>
                  <a:gd name="connsiteY71" fmla="*/ 299466 h 420623"/>
                  <a:gd name="connsiteX72" fmla="*/ 881825 w 995171"/>
                  <a:gd name="connsiteY72" fmla="*/ 272796 h 420623"/>
                  <a:gd name="connsiteX73" fmla="*/ 660368 w 995171"/>
                  <a:gd name="connsiteY73" fmla="*/ 246793 h 420623"/>
                  <a:gd name="connsiteX74" fmla="*/ 735330 w 995171"/>
                  <a:gd name="connsiteY74" fmla="*/ 189929 h 420623"/>
                  <a:gd name="connsiteX75" fmla="*/ 810387 w 995171"/>
                  <a:gd name="connsiteY75" fmla="*/ 246698 h 420623"/>
                  <a:gd name="connsiteX76" fmla="*/ 660368 w 995171"/>
                  <a:gd name="connsiteY76" fmla="*/ 246793 h 4206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</a:cxnLst>
                <a:rect l="l" t="t" r="r" b="b"/>
                <a:pathLst>
                  <a:path w="995171" h="420623">
                    <a:moveTo>
                      <a:pt x="74486" y="131921"/>
                    </a:moveTo>
                    <a:lnTo>
                      <a:pt x="0" y="131921"/>
                    </a:lnTo>
                    <a:lnTo>
                      <a:pt x="0" y="414719"/>
                    </a:lnTo>
                    <a:lnTo>
                      <a:pt x="74486" y="414719"/>
                    </a:lnTo>
                    <a:lnTo>
                      <a:pt x="74486" y="131921"/>
                    </a:lnTo>
                    <a:close/>
                    <a:moveTo>
                      <a:pt x="568262" y="417576"/>
                    </a:moveTo>
                    <a:lnTo>
                      <a:pt x="568262" y="348234"/>
                    </a:lnTo>
                    <a:cubicBezTo>
                      <a:pt x="557308" y="348139"/>
                      <a:pt x="548259" y="347567"/>
                      <a:pt x="541306" y="346520"/>
                    </a:cubicBezTo>
                    <a:cubicBezTo>
                      <a:pt x="533591" y="345281"/>
                      <a:pt x="527685" y="342710"/>
                      <a:pt x="523780" y="338804"/>
                    </a:cubicBezTo>
                    <a:cubicBezTo>
                      <a:pt x="519875" y="334899"/>
                      <a:pt x="517303" y="329184"/>
                      <a:pt x="516065" y="321945"/>
                    </a:cubicBezTo>
                    <a:cubicBezTo>
                      <a:pt x="514922" y="314992"/>
                      <a:pt x="514350" y="305753"/>
                      <a:pt x="514350" y="294608"/>
                    </a:cubicBezTo>
                    <a:lnTo>
                      <a:pt x="514350" y="195644"/>
                    </a:lnTo>
                    <a:lnTo>
                      <a:pt x="568262" y="195644"/>
                    </a:lnTo>
                    <a:lnTo>
                      <a:pt x="568262" y="131921"/>
                    </a:lnTo>
                    <a:lnTo>
                      <a:pt x="514350" y="131921"/>
                    </a:lnTo>
                    <a:lnTo>
                      <a:pt x="514350" y="21812"/>
                    </a:lnTo>
                    <a:lnTo>
                      <a:pt x="439865" y="21812"/>
                    </a:lnTo>
                    <a:lnTo>
                      <a:pt x="439865" y="295180"/>
                    </a:lnTo>
                    <a:cubicBezTo>
                      <a:pt x="439865" y="318230"/>
                      <a:pt x="441865" y="337852"/>
                      <a:pt x="445865" y="353473"/>
                    </a:cubicBezTo>
                    <a:cubicBezTo>
                      <a:pt x="449771" y="368903"/>
                      <a:pt x="456438" y="381572"/>
                      <a:pt x="465677" y="391001"/>
                    </a:cubicBezTo>
                    <a:cubicBezTo>
                      <a:pt x="474917" y="400431"/>
                      <a:pt x="487204" y="407289"/>
                      <a:pt x="502063" y="411385"/>
                    </a:cubicBezTo>
                    <a:cubicBezTo>
                      <a:pt x="517112" y="415481"/>
                      <a:pt x="536258" y="417671"/>
                      <a:pt x="558927" y="417671"/>
                    </a:cubicBezTo>
                    <a:lnTo>
                      <a:pt x="568262" y="417671"/>
                    </a:lnTo>
                    <a:close/>
                    <a:moveTo>
                      <a:pt x="995172" y="0"/>
                    </a:moveTo>
                    <a:lnTo>
                      <a:pt x="920687" y="0"/>
                    </a:lnTo>
                    <a:lnTo>
                      <a:pt x="920687" y="414719"/>
                    </a:lnTo>
                    <a:lnTo>
                      <a:pt x="995172" y="414719"/>
                    </a:lnTo>
                    <a:lnTo>
                      <a:pt x="995172" y="0"/>
                    </a:lnTo>
                    <a:close/>
                    <a:moveTo>
                      <a:pt x="367951" y="159830"/>
                    </a:moveTo>
                    <a:cubicBezTo>
                      <a:pt x="347282" y="137541"/>
                      <a:pt x="318135" y="126206"/>
                      <a:pt x="281273" y="126206"/>
                    </a:cubicBezTo>
                    <a:cubicBezTo>
                      <a:pt x="263462" y="126206"/>
                      <a:pt x="247079" y="129921"/>
                      <a:pt x="232410" y="137065"/>
                    </a:cubicBezTo>
                    <a:cubicBezTo>
                      <a:pt x="217742" y="144304"/>
                      <a:pt x="205264" y="154496"/>
                      <a:pt x="195358" y="167259"/>
                    </a:cubicBezTo>
                    <a:lnTo>
                      <a:pt x="191262" y="172498"/>
                    </a:lnTo>
                    <a:lnTo>
                      <a:pt x="191262" y="167831"/>
                    </a:lnTo>
                    <a:lnTo>
                      <a:pt x="191262" y="132017"/>
                    </a:lnTo>
                    <a:lnTo>
                      <a:pt x="117920" y="132017"/>
                    </a:lnTo>
                    <a:lnTo>
                      <a:pt x="117920" y="414814"/>
                    </a:lnTo>
                    <a:lnTo>
                      <a:pt x="191929" y="414814"/>
                    </a:lnTo>
                    <a:lnTo>
                      <a:pt x="191929" y="264128"/>
                    </a:lnTo>
                    <a:lnTo>
                      <a:pt x="192024" y="274606"/>
                    </a:lnTo>
                    <a:cubicBezTo>
                      <a:pt x="192024" y="272891"/>
                      <a:pt x="192024" y="271177"/>
                      <a:pt x="192119" y="269558"/>
                    </a:cubicBezTo>
                    <a:cubicBezTo>
                      <a:pt x="192881" y="243173"/>
                      <a:pt x="199454" y="223456"/>
                      <a:pt x="211741" y="210884"/>
                    </a:cubicBezTo>
                    <a:cubicBezTo>
                      <a:pt x="224790" y="197549"/>
                      <a:pt x="240697" y="190786"/>
                      <a:pt x="258985" y="190786"/>
                    </a:cubicBezTo>
                    <a:cubicBezTo>
                      <a:pt x="280511" y="190786"/>
                      <a:pt x="296894" y="197358"/>
                      <a:pt x="307753" y="210407"/>
                    </a:cubicBezTo>
                    <a:cubicBezTo>
                      <a:pt x="318421" y="223171"/>
                      <a:pt x="323850" y="241364"/>
                      <a:pt x="323945" y="264605"/>
                    </a:cubicBezTo>
                    <a:lnTo>
                      <a:pt x="323945" y="264605"/>
                    </a:lnTo>
                    <a:lnTo>
                      <a:pt x="323945" y="265176"/>
                    </a:lnTo>
                    <a:lnTo>
                      <a:pt x="323945" y="265271"/>
                    </a:lnTo>
                    <a:lnTo>
                      <a:pt x="323945" y="414814"/>
                    </a:lnTo>
                    <a:lnTo>
                      <a:pt x="399098" y="414814"/>
                    </a:lnTo>
                    <a:lnTo>
                      <a:pt x="399098" y="254222"/>
                    </a:lnTo>
                    <a:cubicBezTo>
                      <a:pt x="399193" y="213931"/>
                      <a:pt x="388620" y="182118"/>
                      <a:pt x="367951" y="159830"/>
                    </a:cubicBezTo>
                    <a:moveTo>
                      <a:pt x="881825" y="272796"/>
                    </a:moveTo>
                    <a:cubicBezTo>
                      <a:pt x="881825" y="252508"/>
                      <a:pt x="878205" y="233267"/>
                      <a:pt x="871061" y="215646"/>
                    </a:cubicBezTo>
                    <a:cubicBezTo>
                      <a:pt x="863918" y="198025"/>
                      <a:pt x="853821" y="182309"/>
                      <a:pt x="841057" y="168974"/>
                    </a:cubicBezTo>
                    <a:cubicBezTo>
                      <a:pt x="828294" y="155639"/>
                      <a:pt x="812768" y="145066"/>
                      <a:pt x="794957" y="137636"/>
                    </a:cubicBezTo>
                    <a:cubicBezTo>
                      <a:pt x="777145" y="130112"/>
                      <a:pt x="757238" y="126302"/>
                      <a:pt x="735806" y="126302"/>
                    </a:cubicBezTo>
                    <a:cubicBezTo>
                      <a:pt x="715518" y="126302"/>
                      <a:pt x="696182" y="130207"/>
                      <a:pt x="678371" y="137922"/>
                    </a:cubicBezTo>
                    <a:cubicBezTo>
                      <a:pt x="660559" y="145637"/>
                      <a:pt x="644843" y="156210"/>
                      <a:pt x="631698" y="169355"/>
                    </a:cubicBezTo>
                    <a:cubicBezTo>
                      <a:pt x="618554" y="182499"/>
                      <a:pt x="607981" y="198215"/>
                      <a:pt x="600266" y="216027"/>
                    </a:cubicBezTo>
                    <a:cubicBezTo>
                      <a:pt x="592550" y="233839"/>
                      <a:pt x="588645" y="253175"/>
                      <a:pt x="588645" y="273463"/>
                    </a:cubicBezTo>
                    <a:cubicBezTo>
                      <a:pt x="588645" y="293751"/>
                      <a:pt x="592360" y="313087"/>
                      <a:pt x="599694" y="330899"/>
                    </a:cubicBezTo>
                    <a:cubicBezTo>
                      <a:pt x="607028" y="348710"/>
                      <a:pt x="617315" y="364426"/>
                      <a:pt x="630269" y="377571"/>
                    </a:cubicBezTo>
                    <a:cubicBezTo>
                      <a:pt x="643223" y="390716"/>
                      <a:pt x="659130" y="401288"/>
                      <a:pt x="677513" y="409004"/>
                    </a:cubicBezTo>
                    <a:cubicBezTo>
                      <a:pt x="695897" y="416719"/>
                      <a:pt x="716280" y="420624"/>
                      <a:pt x="738092" y="420624"/>
                    </a:cubicBezTo>
                    <a:cubicBezTo>
                      <a:pt x="801148" y="420624"/>
                      <a:pt x="840391" y="391954"/>
                      <a:pt x="863918" y="365093"/>
                    </a:cubicBezTo>
                    <a:lnTo>
                      <a:pt x="810292" y="324231"/>
                    </a:lnTo>
                    <a:cubicBezTo>
                      <a:pt x="798957" y="337661"/>
                      <a:pt x="772192" y="355854"/>
                      <a:pt x="738664" y="355854"/>
                    </a:cubicBezTo>
                    <a:cubicBezTo>
                      <a:pt x="717614" y="355854"/>
                      <a:pt x="700373" y="350996"/>
                      <a:pt x="687229" y="341376"/>
                    </a:cubicBezTo>
                    <a:cubicBezTo>
                      <a:pt x="674084" y="331756"/>
                      <a:pt x="665036" y="318611"/>
                      <a:pt x="660368" y="302133"/>
                    </a:cubicBezTo>
                    <a:lnTo>
                      <a:pt x="659606" y="299466"/>
                    </a:lnTo>
                    <a:lnTo>
                      <a:pt x="881825" y="299466"/>
                    </a:lnTo>
                    <a:lnTo>
                      <a:pt x="881825" y="272796"/>
                    </a:lnTo>
                    <a:close/>
                    <a:moveTo>
                      <a:pt x="660368" y="246793"/>
                    </a:moveTo>
                    <a:cubicBezTo>
                      <a:pt x="660368" y="226124"/>
                      <a:pt x="684086" y="189929"/>
                      <a:pt x="735330" y="189929"/>
                    </a:cubicBezTo>
                    <a:cubicBezTo>
                      <a:pt x="786575" y="189929"/>
                      <a:pt x="810387" y="226028"/>
                      <a:pt x="810387" y="246698"/>
                    </a:cubicBezTo>
                    <a:lnTo>
                      <a:pt x="660368" y="246793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ea typeface="Intel Clear" panose="020B060402020302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79D1DA3B-19B5-E939-708B-535B68EBDD0A}"/>
                  </a:ext>
                </a:extLst>
              </p:cNvPr>
              <p:cNvSpPr/>
              <p:nvPr/>
            </p:nvSpPr>
            <p:spPr>
              <a:xfrm>
                <a:off x="2358770" y="6728469"/>
                <a:ext cx="79057" cy="79057"/>
              </a:xfrm>
              <a:custGeom>
                <a:avLst/>
                <a:gdLst>
                  <a:gd name="connsiteX0" fmla="*/ 39529 w 79057"/>
                  <a:gd name="connsiteY0" fmla="*/ 5620 h 79057"/>
                  <a:gd name="connsiteX1" fmla="*/ 73438 w 79057"/>
                  <a:gd name="connsiteY1" fmla="*/ 39529 h 79057"/>
                  <a:gd name="connsiteX2" fmla="*/ 39529 w 79057"/>
                  <a:gd name="connsiteY2" fmla="*/ 73438 h 79057"/>
                  <a:gd name="connsiteX3" fmla="*/ 5620 w 79057"/>
                  <a:gd name="connsiteY3" fmla="*/ 39529 h 79057"/>
                  <a:gd name="connsiteX4" fmla="*/ 39529 w 79057"/>
                  <a:gd name="connsiteY4" fmla="*/ 5620 h 79057"/>
                  <a:gd name="connsiteX5" fmla="*/ 39529 w 79057"/>
                  <a:gd name="connsiteY5" fmla="*/ 0 h 79057"/>
                  <a:gd name="connsiteX6" fmla="*/ 0 w 79057"/>
                  <a:gd name="connsiteY6" fmla="*/ 39529 h 79057"/>
                  <a:gd name="connsiteX7" fmla="*/ 39529 w 79057"/>
                  <a:gd name="connsiteY7" fmla="*/ 79058 h 79057"/>
                  <a:gd name="connsiteX8" fmla="*/ 79058 w 79057"/>
                  <a:gd name="connsiteY8" fmla="*/ 39529 h 79057"/>
                  <a:gd name="connsiteX9" fmla="*/ 39529 w 79057"/>
                  <a:gd name="connsiteY9" fmla="*/ 0 h 790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79057" h="79057">
                    <a:moveTo>
                      <a:pt x="39529" y="5620"/>
                    </a:moveTo>
                    <a:cubicBezTo>
                      <a:pt x="58198" y="5620"/>
                      <a:pt x="73438" y="20860"/>
                      <a:pt x="73438" y="39529"/>
                    </a:cubicBezTo>
                    <a:cubicBezTo>
                      <a:pt x="73438" y="58198"/>
                      <a:pt x="58198" y="73438"/>
                      <a:pt x="39529" y="73438"/>
                    </a:cubicBezTo>
                    <a:cubicBezTo>
                      <a:pt x="20860" y="73438"/>
                      <a:pt x="5620" y="58198"/>
                      <a:pt x="5620" y="39529"/>
                    </a:cubicBezTo>
                    <a:cubicBezTo>
                      <a:pt x="5620" y="20860"/>
                      <a:pt x="20860" y="5620"/>
                      <a:pt x="39529" y="5620"/>
                    </a:cubicBezTo>
                    <a:moveTo>
                      <a:pt x="39529" y="0"/>
                    </a:moveTo>
                    <a:cubicBezTo>
                      <a:pt x="17717" y="0"/>
                      <a:pt x="0" y="17717"/>
                      <a:pt x="0" y="39529"/>
                    </a:cubicBezTo>
                    <a:cubicBezTo>
                      <a:pt x="0" y="61341"/>
                      <a:pt x="17717" y="79058"/>
                      <a:pt x="39529" y="79058"/>
                    </a:cubicBezTo>
                    <a:cubicBezTo>
                      <a:pt x="61341" y="79058"/>
                      <a:pt x="79058" y="61341"/>
                      <a:pt x="79058" y="39529"/>
                    </a:cubicBezTo>
                    <a:cubicBezTo>
                      <a:pt x="79058" y="17717"/>
                      <a:pt x="61341" y="0"/>
                      <a:pt x="39529" y="0"/>
                    </a:cubicBezTo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ea typeface="Intel Clear" panose="020B060402020302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ABF9DA03-FAC9-5BD2-194A-DA9A424C5806}"/>
                  </a:ext>
                </a:extLst>
              </p:cNvPr>
              <p:cNvSpPr/>
              <p:nvPr/>
            </p:nvSpPr>
            <p:spPr>
              <a:xfrm>
                <a:off x="2384869" y="6748090"/>
                <a:ext cx="30765" cy="39528"/>
              </a:xfrm>
              <a:custGeom>
                <a:avLst/>
                <a:gdLst>
                  <a:gd name="connsiteX0" fmla="*/ 16383 w 30765"/>
                  <a:gd name="connsiteY0" fmla="*/ 95 h 39528"/>
                  <a:gd name="connsiteX1" fmla="*/ 23051 w 30765"/>
                  <a:gd name="connsiteY1" fmla="*/ 1715 h 39528"/>
                  <a:gd name="connsiteX2" fmla="*/ 27718 w 30765"/>
                  <a:gd name="connsiteY2" fmla="*/ 6191 h 39528"/>
                  <a:gd name="connsiteX3" fmla="*/ 29337 w 30765"/>
                  <a:gd name="connsiteY3" fmla="*/ 12478 h 39528"/>
                  <a:gd name="connsiteX4" fmla="*/ 27146 w 30765"/>
                  <a:gd name="connsiteY4" fmla="*/ 19622 h 39528"/>
                  <a:gd name="connsiteX5" fmla="*/ 21812 w 30765"/>
                  <a:gd name="connsiteY5" fmla="*/ 23717 h 39528"/>
                  <a:gd name="connsiteX6" fmla="*/ 30766 w 30765"/>
                  <a:gd name="connsiteY6" fmla="*/ 39529 h 39528"/>
                  <a:gd name="connsiteX7" fmla="*/ 23717 w 30765"/>
                  <a:gd name="connsiteY7" fmla="*/ 39529 h 39528"/>
                  <a:gd name="connsiteX8" fmla="*/ 15526 w 30765"/>
                  <a:gd name="connsiteY8" fmla="*/ 24860 h 39528"/>
                  <a:gd name="connsiteX9" fmla="*/ 6191 w 30765"/>
                  <a:gd name="connsiteY9" fmla="*/ 24860 h 39528"/>
                  <a:gd name="connsiteX10" fmla="*/ 6191 w 30765"/>
                  <a:gd name="connsiteY10" fmla="*/ 39529 h 39528"/>
                  <a:gd name="connsiteX11" fmla="*/ 0 w 30765"/>
                  <a:gd name="connsiteY11" fmla="*/ 39529 h 39528"/>
                  <a:gd name="connsiteX12" fmla="*/ 0 w 30765"/>
                  <a:gd name="connsiteY12" fmla="*/ 0 h 39528"/>
                  <a:gd name="connsiteX13" fmla="*/ 16383 w 30765"/>
                  <a:gd name="connsiteY13" fmla="*/ 0 h 39528"/>
                  <a:gd name="connsiteX14" fmla="*/ 16383 w 30765"/>
                  <a:gd name="connsiteY14" fmla="*/ 19336 h 39528"/>
                  <a:gd name="connsiteX15" fmla="*/ 19907 w 30765"/>
                  <a:gd name="connsiteY15" fmla="*/ 18478 h 39528"/>
                  <a:gd name="connsiteX16" fmla="*/ 22289 w 30765"/>
                  <a:gd name="connsiteY16" fmla="*/ 16097 h 39528"/>
                  <a:gd name="connsiteX17" fmla="*/ 23146 w 30765"/>
                  <a:gd name="connsiteY17" fmla="*/ 12573 h 39528"/>
                  <a:gd name="connsiteX18" fmla="*/ 22289 w 30765"/>
                  <a:gd name="connsiteY18" fmla="*/ 9049 h 39528"/>
                  <a:gd name="connsiteX19" fmla="*/ 19907 w 30765"/>
                  <a:gd name="connsiteY19" fmla="*/ 6668 h 39528"/>
                  <a:gd name="connsiteX20" fmla="*/ 16383 w 30765"/>
                  <a:gd name="connsiteY20" fmla="*/ 5810 h 39528"/>
                  <a:gd name="connsiteX21" fmla="*/ 6191 w 30765"/>
                  <a:gd name="connsiteY21" fmla="*/ 5810 h 39528"/>
                  <a:gd name="connsiteX22" fmla="*/ 6191 w 30765"/>
                  <a:gd name="connsiteY22" fmla="*/ 19336 h 39528"/>
                  <a:gd name="connsiteX23" fmla="*/ 16383 w 30765"/>
                  <a:gd name="connsiteY23" fmla="*/ 19336 h 395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0765" h="39528">
                    <a:moveTo>
                      <a:pt x="16383" y="95"/>
                    </a:moveTo>
                    <a:cubicBezTo>
                      <a:pt x="18860" y="95"/>
                      <a:pt x="21050" y="667"/>
                      <a:pt x="23051" y="1715"/>
                    </a:cubicBezTo>
                    <a:cubicBezTo>
                      <a:pt x="25051" y="2762"/>
                      <a:pt x="26575" y="4286"/>
                      <a:pt x="27718" y="6191"/>
                    </a:cubicBezTo>
                    <a:cubicBezTo>
                      <a:pt x="28861" y="8096"/>
                      <a:pt x="29337" y="10192"/>
                      <a:pt x="29337" y="12478"/>
                    </a:cubicBezTo>
                    <a:cubicBezTo>
                      <a:pt x="29337" y="15335"/>
                      <a:pt x="28575" y="17717"/>
                      <a:pt x="27146" y="19622"/>
                    </a:cubicBezTo>
                    <a:cubicBezTo>
                      <a:pt x="25718" y="21527"/>
                      <a:pt x="23908" y="22860"/>
                      <a:pt x="21812" y="23717"/>
                    </a:cubicBezTo>
                    <a:lnTo>
                      <a:pt x="30766" y="39529"/>
                    </a:lnTo>
                    <a:lnTo>
                      <a:pt x="23717" y="39529"/>
                    </a:lnTo>
                    <a:lnTo>
                      <a:pt x="15526" y="24860"/>
                    </a:lnTo>
                    <a:lnTo>
                      <a:pt x="6191" y="24860"/>
                    </a:lnTo>
                    <a:lnTo>
                      <a:pt x="6191" y="39529"/>
                    </a:lnTo>
                    <a:lnTo>
                      <a:pt x="0" y="39529"/>
                    </a:lnTo>
                    <a:lnTo>
                      <a:pt x="0" y="0"/>
                    </a:lnTo>
                    <a:lnTo>
                      <a:pt x="16383" y="0"/>
                    </a:lnTo>
                    <a:close/>
                    <a:moveTo>
                      <a:pt x="16383" y="19336"/>
                    </a:moveTo>
                    <a:cubicBezTo>
                      <a:pt x="17717" y="19336"/>
                      <a:pt x="18860" y="19050"/>
                      <a:pt x="19907" y="18478"/>
                    </a:cubicBezTo>
                    <a:cubicBezTo>
                      <a:pt x="20955" y="17907"/>
                      <a:pt x="21717" y="17050"/>
                      <a:pt x="22289" y="16097"/>
                    </a:cubicBezTo>
                    <a:cubicBezTo>
                      <a:pt x="22860" y="15050"/>
                      <a:pt x="23146" y="13906"/>
                      <a:pt x="23146" y="12573"/>
                    </a:cubicBezTo>
                    <a:cubicBezTo>
                      <a:pt x="23146" y="11240"/>
                      <a:pt x="22860" y="10097"/>
                      <a:pt x="22289" y="9049"/>
                    </a:cubicBezTo>
                    <a:cubicBezTo>
                      <a:pt x="21717" y="8001"/>
                      <a:pt x="20860" y="7239"/>
                      <a:pt x="19907" y="6668"/>
                    </a:cubicBezTo>
                    <a:cubicBezTo>
                      <a:pt x="18860" y="6096"/>
                      <a:pt x="17717" y="5810"/>
                      <a:pt x="16383" y="5810"/>
                    </a:cubicBezTo>
                    <a:lnTo>
                      <a:pt x="6191" y="5810"/>
                    </a:lnTo>
                    <a:lnTo>
                      <a:pt x="6191" y="19336"/>
                    </a:lnTo>
                    <a:lnTo>
                      <a:pt x="16383" y="19336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ea typeface="Intel Clear" panose="020B0604020203020204" pitchFamily="34" charset="0"/>
                  <a:cs typeface="Times New Roman" panose="02020603050405020304" pitchFamily="18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2469392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Blue B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6882660D-9752-4416-A0A1-69ECA0CD4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73803" y="0"/>
            <a:ext cx="4325371" cy="6392520"/>
            <a:chOff x="573803" y="0"/>
            <a:chExt cx="4325371" cy="6392520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8581569F-6701-4CDA-895D-6BD6D388AB05}"/>
                </a:ext>
              </a:extLst>
            </p:cNvPr>
            <p:cNvSpPr/>
            <p:nvPr/>
          </p:nvSpPr>
          <p:spPr>
            <a:xfrm>
              <a:off x="1468406" y="0"/>
              <a:ext cx="3430768" cy="5390870"/>
            </a:xfrm>
            <a:prstGeom prst="rect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8EFB02BB-CBC4-4742-9BA0-2C9212EFAF23}"/>
                </a:ext>
              </a:extLst>
            </p:cNvPr>
            <p:cNvGrpSpPr/>
            <p:nvPr/>
          </p:nvGrpSpPr>
          <p:grpSpPr>
            <a:xfrm>
              <a:off x="1468406" y="5995719"/>
              <a:ext cx="1059754" cy="396801"/>
              <a:chOff x="1314450" y="6391094"/>
              <a:chExt cx="1123377" cy="420623"/>
            </a:xfrm>
          </p:grpSpPr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85AE6566-9773-4111-B8E5-827E7E8AE779}"/>
                  </a:ext>
                </a:extLst>
              </p:cNvPr>
              <p:cNvSpPr/>
              <p:nvPr/>
            </p:nvSpPr>
            <p:spPr>
              <a:xfrm>
                <a:off x="1314450" y="6396809"/>
                <a:ext cx="78581" cy="78581"/>
              </a:xfrm>
              <a:custGeom>
                <a:avLst/>
                <a:gdLst>
                  <a:gd name="connsiteX0" fmla="*/ 0 w 78581"/>
                  <a:gd name="connsiteY0" fmla="*/ 0 h 78581"/>
                  <a:gd name="connsiteX1" fmla="*/ 78581 w 78581"/>
                  <a:gd name="connsiteY1" fmla="*/ 0 h 78581"/>
                  <a:gd name="connsiteX2" fmla="*/ 78581 w 78581"/>
                  <a:gd name="connsiteY2" fmla="*/ 78581 h 78581"/>
                  <a:gd name="connsiteX3" fmla="*/ 0 w 78581"/>
                  <a:gd name="connsiteY3" fmla="*/ 78581 h 785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581" h="78581">
                    <a:moveTo>
                      <a:pt x="0" y="0"/>
                    </a:moveTo>
                    <a:lnTo>
                      <a:pt x="78581" y="0"/>
                    </a:lnTo>
                    <a:lnTo>
                      <a:pt x="78581" y="78581"/>
                    </a:lnTo>
                    <a:lnTo>
                      <a:pt x="0" y="78581"/>
                    </a:lnTo>
                    <a:close/>
                  </a:path>
                </a:pathLst>
              </a:custGeom>
              <a:solidFill>
                <a:srgbClr val="00B2E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ea typeface="Intel Clear" panose="020B060402020302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5251A5FC-EF81-41EC-BA9D-EC2323003C59}"/>
                  </a:ext>
                </a:extLst>
              </p:cNvPr>
              <p:cNvSpPr/>
              <p:nvPr/>
            </p:nvSpPr>
            <p:spPr>
              <a:xfrm>
                <a:off x="1316545" y="6391094"/>
                <a:ext cx="995171" cy="420623"/>
              </a:xfrm>
              <a:custGeom>
                <a:avLst/>
                <a:gdLst>
                  <a:gd name="connsiteX0" fmla="*/ 74486 w 995171"/>
                  <a:gd name="connsiteY0" fmla="*/ 131921 h 420623"/>
                  <a:gd name="connsiteX1" fmla="*/ 0 w 995171"/>
                  <a:gd name="connsiteY1" fmla="*/ 131921 h 420623"/>
                  <a:gd name="connsiteX2" fmla="*/ 0 w 995171"/>
                  <a:gd name="connsiteY2" fmla="*/ 414719 h 420623"/>
                  <a:gd name="connsiteX3" fmla="*/ 74486 w 995171"/>
                  <a:gd name="connsiteY3" fmla="*/ 414719 h 420623"/>
                  <a:gd name="connsiteX4" fmla="*/ 74486 w 995171"/>
                  <a:gd name="connsiteY4" fmla="*/ 131921 h 420623"/>
                  <a:gd name="connsiteX5" fmla="*/ 568262 w 995171"/>
                  <a:gd name="connsiteY5" fmla="*/ 417576 h 420623"/>
                  <a:gd name="connsiteX6" fmla="*/ 568262 w 995171"/>
                  <a:gd name="connsiteY6" fmla="*/ 348234 h 420623"/>
                  <a:gd name="connsiteX7" fmla="*/ 541306 w 995171"/>
                  <a:gd name="connsiteY7" fmla="*/ 346520 h 420623"/>
                  <a:gd name="connsiteX8" fmla="*/ 523780 w 995171"/>
                  <a:gd name="connsiteY8" fmla="*/ 338804 h 420623"/>
                  <a:gd name="connsiteX9" fmla="*/ 516065 w 995171"/>
                  <a:gd name="connsiteY9" fmla="*/ 321945 h 420623"/>
                  <a:gd name="connsiteX10" fmla="*/ 514350 w 995171"/>
                  <a:gd name="connsiteY10" fmla="*/ 294608 h 420623"/>
                  <a:gd name="connsiteX11" fmla="*/ 514350 w 995171"/>
                  <a:gd name="connsiteY11" fmla="*/ 195644 h 420623"/>
                  <a:gd name="connsiteX12" fmla="*/ 568262 w 995171"/>
                  <a:gd name="connsiteY12" fmla="*/ 195644 h 420623"/>
                  <a:gd name="connsiteX13" fmla="*/ 568262 w 995171"/>
                  <a:gd name="connsiteY13" fmla="*/ 131921 h 420623"/>
                  <a:gd name="connsiteX14" fmla="*/ 514350 w 995171"/>
                  <a:gd name="connsiteY14" fmla="*/ 131921 h 420623"/>
                  <a:gd name="connsiteX15" fmla="*/ 514350 w 995171"/>
                  <a:gd name="connsiteY15" fmla="*/ 21812 h 420623"/>
                  <a:gd name="connsiteX16" fmla="*/ 439865 w 995171"/>
                  <a:gd name="connsiteY16" fmla="*/ 21812 h 420623"/>
                  <a:gd name="connsiteX17" fmla="*/ 439865 w 995171"/>
                  <a:gd name="connsiteY17" fmla="*/ 295180 h 420623"/>
                  <a:gd name="connsiteX18" fmla="*/ 445865 w 995171"/>
                  <a:gd name="connsiteY18" fmla="*/ 353473 h 420623"/>
                  <a:gd name="connsiteX19" fmla="*/ 465677 w 995171"/>
                  <a:gd name="connsiteY19" fmla="*/ 391001 h 420623"/>
                  <a:gd name="connsiteX20" fmla="*/ 502063 w 995171"/>
                  <a:gd name="connsiteY20" fmla="*/ 411385 h 420623"/>
                  <a:gd name="connsiteX21" fmla="*/ 558927 w 995171"/>
                  <a:gd name="connsiteY21" fmla="*/ 417671 h 420623"/>
                  <a:gd name="connsiteX22" fmla="*/ 568262 w 995171"/>
                  <a:gd name="connsiteY22" fmla="*/ 417671 h 420623"/>
                  <a:gd name="connsiteX23" fmla="*/ 995172 w 995171"/>
                  <a:gd name="connsiteY23" fmla="*/ 0 h 420623"/>
                  <a:gd name="connsiteX24" fmla="*/ 920687 w 995171"/>
                  <a:gd name="connsiteY24" fmla="*/ 0 h 420623"/>
                  <a:gd name="connsiteX25" fmla="*/ 920687 w 995171"/>
                  <a:gd name="connsiteY25" fmla="*/ 414719 h 420623"/>
                  <a:gd name="connsiteX26" fmla="*/ 995172 w 995171"/>
                  <a:gd name="connsiteY26" fmla="*/ 414719 h 420623"/>
                  <a:gd name="connsiteX27" fmla="*/ 995172 w 995171"/>
                  <a:gd name="connsiteY27" fmla="*/ 0 h 420623"/>
                  <a:gd name="connsiteX28" fmla="*/ 367951 w 995171"/>
                  <a:gd name="connsiteY28" fmla="*/ 159830 h 420623"/>
                  <a:gd name="connsiteX29" fmla="*/ 281273 w 995171"/>
                  <a:gd name="connsiteY29" fmla="*/ 126206 h 420623"/>
                  <a:gd name="connsiteX30" fmla="*/ 232410 w 995171"/>
                  <a:gd name="connsiteY30" fmla="*/ 137065 h 420623"/>
                  <a:gd name="connsiteX31" fmla="*/ 195358 w 995171"/>
                  <a:gd name="connsiteY31" fmla="*/ 167259 h 420623"/>
                  <a:gd name="connsiteX32" fmla="*/ 191262 w 995171"/>
                  <a:gd name="connsiteY32" fmla="*/ 172498 h 420623"/>
                  <a:gd name="connsiteX33" fmla="*/ 191262 w 995171"/>
                  <a:gd name="connsiteY33" fmla="*/ 167831 h 420623"/>
                  <a:gd name="connsiteX34" fmla="*/ 191262 w 995171"/>
                  <a:gd name="connsiteY34" fmla="*/ 132017 h 420623"/>
                  <a:gd name="connsiteX35" fmla="*/ 117920 w 995171"/>
                  <a:gd name="connsiteY35" fmla="*/ 132017 h 420623"/>
                  <a:gd name="connsiteX36" fmla="*/ 117920 w 995171"/>
                  <a:gd name="connsiteY36" fmla="*/ 414814 h 420623"/>
                  <a:gd name="connsiteX37" fmla="*/ 191929 w 995171"/>
                  <a:gd name="connsiteY37" fmla="*/ 414814 h 420623"/>
                  <a:gd name="connsiteX38" fmla="*/ 191929 w 995171"/>
                  <a:gd name="connsiteY38" fmla="*/ 264128 h 420623"/>
                  <a:gd name="connsiteX39" fmla="*/ 192024 w 995171"/>
                  <a:gd name="connsiteY39" fmla="*/ 274606 h 420623"/>
                  <a:gd name="connsiteX40" fmla="*/ 192119 w 995171"/>
                  <a:gd name="connsiteY40" fmla="*/ 269558 h 420623"/>
                  <a:gd name="connsiteX41" fmla="*/ 211741 w 995171"/>
                  <a:gd name="connsiteY41" fmla="*/ 210884 h 420623"/>
                  <a:gd name="connsiteX42" fmla="*/ 258985 w 995171"/>
                  <a:gd name="connsiteY42" fmla="*/ 190786 h 420623"/>
                  <a:gd name="connsiteX43" fmla="*/ 307753 w 995171"/>
                  <a:gd name="connsiteY43" fmla="*/ 210407 h 420623"/>
                  <a:gd name="connsiteX44" fmla="*/ 323945 w 995171"/>
                  <a:gd name="connsiteY44" fmla="*/ 264605 h 420623"/>
                  <a:gd name="connsiteX45" fmla="*/ 323945 w 995171"/>
                  <a:gd name="connsiteY45" fmla="*/ 264605 h 420623"/>
                  <a:gd name="connsiteX46" fmla="*/ 323945 w 995171"/>
                  <a:gd name="connsiteY46" fmla="*/ 265176 h 420623"/>
                  <a:gd name="connsiteX47" fmla="*/ 323945 w 995171"/>
                  <a:gd name="connsiteY47" fmla="*/ 265271 h 420623"/>
                  <a:gd name="connsiteX48" fmla="*/ 323945 w 995171"/>
                  <a:gd name="connsiteY48" fmla="*/ 414814 h 420623"/>
                  <a:gd name="connsiteX49" fmla="*/ 399098 w 995171"/>
                  <a:gd name="connsiteY49" fmla="*/ 414814 h 420623"/>
                  <a:gd name="connsiteX50" fmla="*/ 399098 w 995171"/>
                  <a:gd name="connsiteY50" fmla="*/ 254222 h 420623"/>
                  <a:gd name="connsiteX51" fmla="*/ 367951 w 995171"/>
                  <a:gd name="connsiteY51" fmla="*/ 159830 h 420623"/>
                  <a:gd name="connsiteX52" fmla="*/ 881825 w 995171"/>
                  <a:gd name="connsiteY52" fmla="*/ 272796 h 420623"/>
                  <a:gd name="connsiteX53" fmla="*/ 871061 w 995171"/>
                  <a:gd name="connsiteY53" fmla="*/ 215646 h 420623"/>
                  <a:gd name="connsiteX54" fmla="*/ 841057 w 995171"/>
                  <a:gd name="connsiteY54" fmla="*/ 168974 h 420623"/>
                  <a:gd name="connsiteX55" fmla="*/ 794957 w 995171"/>
                  <a:gd name="connsiteY55" fmla="*/ 137636 h 420623"/>
                  <a:gd name="connsiteX56" fmla="*/ 735806 w 995171"/>
                  <a:gd name="connsiteY56" fmla="*/ 126302 h 420623"/>
                  <a:gd name="connsiteX57" fmla="*/ 678371 w 995171"/>
                  <a:gd name="connsiteY57" fmla="*/ 137922 h 420623"/>
                  <a:gd name="connsiteX58" fmla="*/ 631698 w 995171"/>
                  <a:gd name="connsiteY58" fmla="*/ 169355 h 420623"/>
                  <a:gd name="connsiteX59" fmla="*/ 600266 w 995171"/>
                  <a:gd name="connsiteY59" fmla="*/ 216027 h 420623"/>
                  <a:gd name="connsiteX60" fmla="*/ 588645 w 995171"/>
                  <a:gd name="connsiteY60" fmla="*/ 273463 h 420623"/>
                  <a:gd name="connsiteX61" fmla="*/ 599694 w 995171"/>
                  <a:gd name="connsiteY61" fmla="*/ 330899 h 420623"/>
                  <a:gd name="connsiteX62" fmla="*/ 630269 w 995171"/>
                  <a:gd name="connsiteY62" fmla="*/ 377571 h 420623"/>
                  <a:gd name="connsiteX63" fmla="*/ 677513 w 995171"/>
                  <a:gd name="connsiteY63" fmla="*/ 409004 h 420623"/>
                  <a:gd name="connsiteX64" fmla="*/ 738092 w 995171"/>
                  <a:gd name="connsiteY64" fmla="*/ 420624 h 420623"/>
                  <a:gd name="connsiteX65" fmla="*/ 863918 w 995171"/>
                  <a:gd name="connsiteY65" fmla="*/ 365093 h 420623"/>
                  <a:gd name="connsiteX66" fmla="*/ 810292 w 995171"/>
                  <a:gd name="connsiteY66" fmla="*/ 324231 h 420623"/>
                  <a:gd name="connsiteX67" fmla="*/ 738664 w 995171"/>
                  <a:gd name="connsiteY67" fmla="*/ 355854 h 420623"/>
                  <a:gd name="connsiteX68" fmla="*/ 687229 w 995171"/>
                  <a:gd name="connsiteY68" fmla="*/ 341376 h 420623"/>
                  <a:gd name="connsiteX69" fmla="*/ 660368 w 995171"/>
                  <a:gd name="connsiteY69" fmla="*/ 302133 h 420623"/>
                  <a:gd name="connsiteX70" fmla="*/ 659606 w 995171"/>
                  <a:gd name="connsiteY70" fmla="*/ 299466 h 420623"/>
                  <a:gd name="connsiteX71" fmla="*/ 881825 w 995171"/>
                  <a:gd name="connsiteY71" fmla="*/ 299466 h 420623"/>
                  <a:gd name="connsiteX72" fmla="*/ 881825 w 995171"/>
                  <a:gd name="connsiteY72" fmla="*/ 272796 h 420623"/>
                  <a:gd name="connsiteX73" fmla="*/ 660368 w 995171"/>
                  <a:gd name="connsiteY73" fmla="*/ 246793 h 420623"/>
                  <a:gd name="connsiteX74" fmla="*/ 735330 w 995171"/>
                  <a:gd name="connsiteY74" fmla="*/ 189929 h 420623"/>
                  <a:gd name="connsiteX75" fmla="*/ 810387 w 995171"/>
                  <a:gd name="connsiteY75" fmla="*/ 246698 h 420623"/>
                  <a:gd name="connsiteX76" fmla="*/ 660368 w 995171"/>
                  <a:gd name="connsiteY76" fmla="*/ 246793 h 4206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</a:cxnLst>
                <a:rect l="l" t="t" r="r" b="b"/>
                <a:pathLst>
                  <a:path w="995171" h="420623">
                    <a:moveTo>
                      <a:pt x="74486" y="131921"/>
                    </a:moveTo>
                    <a:lnTo>
                      <a:pt x="0" y="131921"/>
                    </a:lnTo>
                    <a:lnTo>
                      <a:pt x="0" y="414719"/>
                    </a:lnTo>
                    <a:lnTo>
                      <a:pt x="74486" y="414719"/>
                    </a:lnTo>
                    <a:lnTo>
                      <a:pt x="74486" y="131921"/>
                    </a:lnTo>
                    <a:close/>
                    <a:moveTo>
                      <a:pt x="568262" y="417576"/>
                    </a:moveTo>
                    <a:lnTo>
                      <a:pt x="568262" y="348234"/>
                    </a:lnTo>
                    <a:cubicBezTo>
                      <a:pt x="557308" y="348139"/>
                      <a:pt x="548259" y="347567"/>
                      <a:pt x="541306" y="346520"/>
                    </a:cubicBezTo>
                    <a:cubicBezTo>
                      <a:pt x="533591" y="345281"/>
                      <a:pt x="527685" y="342710"/>
                      <a:pt x="523780" y="338804"/>
                    </a:cubicBezTo>
                    <a:cubicBezTo>
                      <a:pt x="519875" y="334899"/>
                      <a:pt x="517303" y="329184"/>
                      <a:pt x="516065" y="321945"/>
                    </a:cubicBezTo>
                    <a:cubicBezTo>
                      <a:pt x="514922" y="314992"/>
                      <a:pt x="514350" y="305753"/>
                      <a:pt x="514350" y="294608"/>
                    </a:cubicBezTo>
                    <a:lnTo>
                      <a:pt x="514350" y="195644"/>
                    </a:lnTo>
                    <a:lnTo>
                      <a:pt x="568262" y="195644"/>
                    </a:lnTo>
                    <a:lnTo>
                      <a:pt x="568262" y="131921"/>
                    </a:lnTo>
                    <a:lnTo>
                      <a:pt x="514350" y="131921"/>
                    </a:lnTo>
                    <a:lnTo>
                      <a:pt x="514350" y="21812"/>
                    </a:lnTo>
                    <a:lnTo>
                      <a:pt x="439865" y="21812"/>
                    </a:lnTo>
                    <a:lnTo>
                      <a:pt x="439865" y="295180"/>
                    </a:lnTo>
                    <a:cubicBezTo>
                      <a:pt x="439865" y="318230"/>
                      <a:pt x="441865" y="337852"/>
                      <a:pt x="445865" y="353473"/>
                    </a:cubicBezTo>
                    <a:cubicBezTo>
                      <a:pt x="449771" y="368903"/>
                      <a:pt x="456438" y="381572"/>
                      <a:pt x="465677" y="391001"/>
                    </a:cubicBezTo>
                    <a:cubicBezTo>
                      <a:pt x="474917" y="400431"/>
                      <a:pt x="487204" y="407289"/>
                      <a:pt x="502063" y="411385"/>
                    </a:cubicBezTo>
                    <a:cubicBezTo>
                      <a:pt x="517112" y="415481"/>
                      <a:pt x="536258" y="417671"/>
                      <a:pt x="558927" y="417671"/>
                    </a:cubicBezTo>
                    <a:lnTo>
                      <a:pt x="568262" y="417671"/>
                    </a:lnTo>
                    <a:close/>
                    <a:moveTo>
                      <a:pt x="995172" y="0"/>
                    </a:moveTo>
                    <a:lnTo>
                      <a:pt x="920687" y="0"/>
                    </a:lnTo>
                    <a:lnTo>
                      <a:pt x="920687" y="414719"/>
                    </a:lnTo>
                    <a:lnTo>
                      <a:pt x="995172" y="414719"/>
                    </a:lnTo>
                    <a:lnTo>
                      <a:pt x="995172" y="0"/>
                    </a:lnTo>
                    <a:close/>
                    <a:moveTo>
                      <a:pt x="367951" y="159830"/>
                    </a:moveTo>
                    <a:cubicBezTo>
                      <a:pt x="347282" y="137541"/>
                      <a:pt x="318135" y="126206"/>
                      <a:pt x="281273" y="126206"/>
                    </a:cubicBezTo>
                    <a:cubicBezTo>
                      <a:pt x="263462" y="126206"/>
                      <a:pt x="247079" y="129921"/>
                      <a:pt x="232410" y="137065"/>
                    </a:cubicBezTo>
                    <a:cubicBezTo>
                      <a:pt x="217742" y="144304"/>
                      <a:pt x="205264" y="154496"/>
                      <a:pt x="195358" y="167259"/>
                    </a:cubicBezTo>
                    <a:lnTo>
                      <a:pt x="191262" y="172498"/>
                    </a:lnTo>
                    <a:lnTo>
                      <a:pt x="191262" y="167831"/>
                    </a:lnTo>
                    <a:lnTo>
                      <a:pt x="191262" y="132017"/>
                    </a:lnTo>
                    <a:lnTo>
                      <a:pt x="117920" y="132017"/>
                    </a:lnTo>
                    <a:lnTo>
                      <a:pt x="117920" y="414814"/>
                    </a:lnTo>
                    <a:lnTo>
                      <a:pt x="191929" y="414814"/>
                    </a:lnTo>
                    <a:lnTo>
                      <a:pt x="191929" y="264128"/>
                    </a:lnTo>
                    <a:lnTo>
                      <a:pt x="192024" y="274606"/>
                    </a:lnTo>
                    <a:cubicBezTo>
                      <a:pt x="192024" y="272891"/>
                      <a:pt x="192024" y="271177"/>
                      <a:pt x="192119" y="269558"/>
                    </a:cubicBezTo>
                    <a:cubicBezTo>
                      <a:pt x="192881" y="243173"/>
                      <a:pt x="199454" y="223456"/>
                      <a:pt x="211741" y="210884"/>
                    </a:cubicBezTo>
                    <a:cubicBezTo>
                      <a:pt x="224790" y="197549"/>
                      <a:pt x="240697" y="190786"/>
                      <a:pt x="258985" y="190786"/>
                    </a:cubicBezTo>
                    <a:cubicBezTo>
                      <a:pt x="280511" y="190786"/>
                      <a:pt x="296894" y="197358"/>
                      <a:pt x="307753" y="210407"/>
                    </a:cubicBezTo>
                    <a:cubicBezTo>
                      <a:pt x="318421" y="223171"/>
                      <a:pt x="323850" y="241364"/>
                      <a:pt x="323945" y="264605"/>
                    </a:cubicBezTo>
                    <a:lnTo>
                      <a:pt x="323945" y="264605"/>
                    </a:lnTo>
                    <a:lnTo>
                      <a:pt x="323945" y="265176"/>
                    </a:lnTo>
                    <a:lnTo>
                      <a:pt x="323945" y="265271"/>
                    </a:lnTo>
                    <a:lnTo>
                      <a:pt x="323945" y="414814"/>
                    </a:lnTo>
                    <a:lnTo>
                      <a:pt x="399098" y="414814"/>
                    </a:lnTo>
                    <a:lnTo>
                      <a:pt x="399098" y="254222"/>
                    </a:lnTo>
                    <a:cubicBezTo>
                      <a:pt x="399193" y="213931"/>
                      <a:pt x="388620" y="182118"/>
                      <a:pt x="367951" y="159830"/>
                    </a:cubicBezTo>
                    <a:moveTo>
                      <a:pt x="881825" y="272796"/>
                    </a:moveTo>
                    <a:cubicBezTo>
                      <a:pt x="881825" y="252508"/>
                      <a:pt x="878205" y="233267"/>
                      <a:pt x="871061" y="215646"/>
                    </a:cubicBezTo>
                    <a:cubicBezTo>
                      <a:pt x="863918" y="198025"/>
                      <a:pt x="853821" y="182309"/>
                      <a:pt x="841057" y="168974"/>
                    </a:cubicBezTo>
                    <a:cubicBezTo>
                      <a:pt x="828294" y="155639"/>
                      <a:pt x="812768" y="145066"/>
                      <a:pt x="794957" y="137636"/>
                    </a:cubicBezTo>
                    <a:cubicBezTo>
                      <a:pt x="777145" y="130112"/>
                      <a:pt x="757238" y="126302"/>
                      <a:pt x="735806" y="126302"/>
                    </a:cubicBezTo>
                    <a:cubicBezTo>
                      <a:pt x="715518" y="126302"/>
                      <a:pt x="696182" y="130207"/>
                      <a:pt x="678371" y="137922"/>
                    </a:cubicBezTo>
                    <a:cubicBezTo>
                      <a:pt x="660559" y="145637"/>
                      <a:pt x="644843" y="156210"/>
                      <a:pt x="631698" y="169355"/>
                    </a:cubicBezTo>
                    <a:cubicBezTo>
                      <a:pt x="618554" y="182499"/>
                      <a:pt x="607981" y="198215"/>
                      <a:pt x="600266" y="216027"/>
                    </a:cubicBezTo>
                    <a:cubicBezTo>
                      <a:pt x="592550" y="233839"/>
                      <a:pt x="588645" y="253175"/>
                      <a:pt x="588645" y="273463"/>
                    </a:cubicBezTo>
                    <a:cubicBezTo>
                      <a:pt x="588645" y="293751"/>
                      <a:pt x="592360" y="313087"/>
                      <a:pt x="599694" y="330899"/>
                    </a:cubicBezTo>
                    <a:cubicBezTo>
                      <a:pt x="607028" y="348710"/>
                      <a:pt x="617315" y="364426"/>
                      <a:pt x="630269" y="377571"/>
                    </a:cubicBezTo>
                    <a:cubicBezTo>
                      <a:pt x="643223" y="390716"/>
                      <a:pt x="659130" y="401288"/>
                      <a:pt x="677513" y="409004"/>
                    </a:cubicBezTo>
                    <a:cubicBezTo>
                      <a:pt x="695897" y="416719"/>
                      <a:pt x="716280" y="420624"/>
                      <a:pt x="738092" y="420624"/>
                    </a:cubicBezTo>
                    <a:cubicBezTo>
                      <a:pt x="801148" y="420624"/>
                      <a:pt x="840391" y="391954"/>
                      <a:pt x="863918" y="365093"/>
                    </a:cubicBezTo>
                    <a:lnTo>
                      <a:pt x="810292" y="324231"/>
                    </a:lnTo>
                    <a:cubicBezTo>
                      <a:pt x="798957" y="337661"/>
                      <a:pt x="772192" y="355854"/>
                      <a:pt x="738664" y="355854"/>
                    </a:cubicBezTo>
                    <a:cubicBezTo>
                      <a:pt x="717614" y="355854"/>
                      <a:pt x="700373" y="350996"/>
                      <a:pt x="687229" y="341376"/>
                    </a:cubicBezTo>
                    <a:cubicBezTo>
                      <a:pt x="674084" y="331756"/>
                      <a:pt x="665036" y="318611"/>
                      <a:pt x="660368" y="302133"/>
                    </a:cubicBezTo>
                    <a:lnTo>
                      <a:pt x="659606" y="299466"/>
                    </a:lnTo>
                    <a:lnTo>
                      <a:pt x="881825" y="299466"/>
                    </a:lnTo>
                    <a:lnTo>
                      <a:pt x="881825" y="272796"/>
                    </a:lnTo>
                    <a:close/>
                    <a:moveTo>
                      <a:pt x="660368" y="246793"/>
                    </a:moveTo>
                    <a:cubicBezTo>
                      <a:pt x="660368" y="226124"/>
                      <a:pt x="684086" y="189929"/>
                      <a:pt x="735330" y="189929"/>
                    </a:cubicBezTo>
                    <a:cubicBezTo>
                      <a:pt x="786575" y="189929"/>
                      <a:pt x="810387" y="226028"/>
                      <a:pt x="810387" y="246698"/>
                    </a:cubicBezTo>
                    <a:lnTo>
                      <a:pt x="660368" y="246793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ea typeface="Intel Clear" panose="020B060402020302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E6ED56C7-8502-4EC0-A864-040B8DB9D862}"/>
                  </a:ext>
                </a:extLst>
              </p:cNvPr>
              <p:cNvSpPr/>
              <p:nvPr/>
            </p:nvSpPr>
            <p:spPr>
              <a:xfrm>
                <a:off x="2358770" y="6728469"/>
                <a:ext cx="79057" cy="79057"/>
              </a:xfrm>
              <a:custGeom>
                <a:avLst/>
                <a:gdLst>
                  <a:gd name="connsiteX0" fmla="*/ 39529 w 79057"/>
                  <a:gd name="connsiteY0" fmla="*/ 5620 h 79057"/>
                  <a:gd name="connsiteX1" fmla="*/ 73438 w 79057"/>
                  <a:gd name="connsiteY1" fmla="*/ 39529 h 79057"/>
                  <a:gd name="connsiteX2" fmla="*/ 39529 w 79057"/>
                  <a:gd name="connsiteY2" fmla="*/ 73438 h 79057"/>
                  <a:gd name="connsiteX3" fmla="*/ 5620 w 79057"/>
                  <a:gd name="connsiteY3" fmla="*/ 39529 h 79057"/>
                  <a:gd name="connsiteX4" fmla="*/ 39529 w 79057"/>
                  <a:gd name="connsiteY4" fmla="*/ 5620 h 79057"/>
                  <a:gd name="connsiteX5" fmla="*/ 39529 w 79057"/>
                  <a:gd name="connsiteY5" fmla="*/ 0 h 79057"/>
                  <a:gd name="connsiteX6" fmla="*/ 0 w 79057"/>
                  <a:gd name="connsiteY6" fmla="*/ 39529 h 79057"/>
                  <a:gd name="connsiteX7" fmla="*/ 39529 w 79057"/>
                  <a:gd name="connsiteY7" fmla="*/ 79058 h 79057"/>
                  <a:gd name="connsiteX8" fmla="*/ 79058 w 79057"/>
                  <a:gd name="connsiteY8" fmla="*/ 39529 h 79057"/>
                  <a:gd name="connsiteX9" fmla="*/ 39529 w 79057"/>
                  <a:gd name="connsiteY9" fmla="*/ 0 h 790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79057" h="79057">
                    <a:moveTo>
                      <a:pt x="39529" y="5620"/>
                    </a:moveTo>
                    <a:cubicBezTo>
                      <a:pt x="58198" y="5620"/>
                      <a:pt x="73438" y="20860"/>
                      <a:pt x="73438" y="39529"/>
                    </a:cubicBezTo>
                    <a:cubicBezTo>
                      <a:pt x="73438" y="58198"/>
                      <a:pt x="58198" y="73438"/>
                      <a:pt x="39529" y="73438"/>
                    </a:cubicBezTo>
                    <a:cubicBezTo>
                      <a:pt x="20860" y="73438"/>
                      <a:pt x="5620" y="58198"/>
                      <a:pt x="5620" y="39529"/>
                    </a:cubicBezTo>
                    <a:cubicBezTo>
                      <a:pt x="5620" y="20860"/>
                      <a:pt x="20860" y="5620"/>
                      <a:pt x="39529" y="5620"/>
                    </a:cubicBezTo>
                    <a:moveTo>
                      <a:pt x="39529" y="0"/>
                    </a:moveTo>
                    <a:cubicBezTo>
                      <a:pt x="17717" y="0"/>
                      <a:pt x="0" y="17717"/>
                      <a:pt x="0" y="39529"/>
                    </a:cubicBezTo>
                    <a:cubicBezTo>
                      <a:pt x="0" y="61341"/>
                      <a:pt x="17717" y="79058"/>
                      <a:pt x="39529" y="79058"/>
                    </a:cubicBezTo>
                    <a:cubicBezTo>
                      <a:pt x="61341" y="79058"/>
                      <a:pt x="79058" y="61341"/>
                      <a:pt x="79058" y="39529"/>
                    </a:cubicBezTo>
                    <a:cubicBezTo>
                      <a:pt x="79058" y="17717"/>
                      <a:pt x="61341" y="0"/>
                      <a:pt x="39529" y="0"/>
                    </a:cubicBezTo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ea typeface="Intel Clear" panose="020B060402020302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6C77F18A-71EB-4B46-8C22-E5C1ACCE6C40}"/>
                  </a:ext>
                </a:extLst>
              </p:cNvPr>
              <p:cNvSpPr/>
              <p:nvPr/>
            </p:nvSpPr>
            <p:spPr>
              <a:xfrm>
                <a:off x="2384869" y="6748090"/>
                <a:ext cx="30765" cy="39528"/>
              </a:xfrm>
              <a:custGeom>
                <a:avLst/>
                <a:gdLst>
                  <a:gd name="connsiteX0" fmla="*/ 16383 w 30765"/>
                  <a:gd name="connsiteY0" fmla="*/ 95 h 39528"/>
                  <a:gd name="connsiteX1" fmla="*/ 23051 w 30765"/>
                  <a:gd name="connsiteY1" fmla="*/ 1715 h 39528"/>
                  <a:gd name="connsiteX2" fmla="*/ 27718 w 30765"/>
                  <a:gd name="connsiteY2" fmla="*/ 6191 h 39528"/>
                  <a:gd name="connsiteX3" fmla="*/ 29337 w 30765"/>
                  <a:gd name="connsiteY3" fmla="*/ 12478 h 39528"/>
                  <a:gd name="connsiteX4" fmla="*/ 27146 w 30765"/>
                  <a:gd name="connsiteY4" fmla="*/ 19622 h 39528"/>
                  <a:gd name="connsiteX5" fmla="*/ 21812 w 30765"/>
                  <a:gd name="connsiteY5" fmla="*/ 23717 h 39528"/>
                  <a:gd name="connsiteX6" fmla="*/ 30766 w 30765"/>
                  <a:gd name="connsiteY6" fmla="*/ 39529 h 39528"/>
                  <a:gd name="connsiteX7" fmla="*/ 23717 w 30765"/>
                  <a:gd name="connsiteY7" fmla="*/ 39529 h 39528"/>
                  <a:gd name="connsiteX8" fmla="*/ 15526 w 30765"/>
                  <a:gd name="connsiteY8" fmla="*/ 24860 h 39528"/>
                  <a:gd name="connsiteX9" fmla="*/ 6191 w 30765"/>
                  <a:gd name="connsiteY9" fmla="*/ 24860 h 39528"/>
                  <a:gd name="connsiteX10" fmla="*/ 6191 w 30765"/>
                  <a:gd name="connsiteY10" fmla="*/ 39529 h 39528"/>
                  <a:gd name="connsiteX11" fmla="*/ 0 w 30765"/>
                  <a:gd name="connsiteY11" fmla="*/ 39529 h 39528"/>
                  <a:gd name="connsiteX12" fmla="*/ 0 w 30765"/>
                  <a:gd name="connsiteY12" fmla="*/ 0 h 39528"/>
                  <a:gd name="connsiteX13" fmla="*/ 16383 w 30765"/>
                  <a:gd name="connsiteY13" fmla="*/ 0 h 39528"/>
                  <a:gd name="connsiteX14" fmla="*/ 16383 w 30765"/>
                  <a:gd name="connsiteY14" fmla="*/ 19336 h 39528"/>
                  <a:gd name="connsiteX15" fmla="*/ 19907 w 30765"/>
                  <a:gd name="connsiteY15" fmla="*/ 18478 h 39528"/>
                  <a:gd name="connsiteX16" fmla="*/ 22289 w 30765"/>
                  <a:gd name="connsiteY16" fmla="*/ 16097 h 39528"/>
                  <a:gd name="connsiteX17" fmla="*/ 23146 w 30765"/>
                  <a:gd name="connsiteY17" fmla="*/ 12573 h 39528"/>
                  <a:gd name="connsiteX18" fmla="*/ 22289 w 30765"/>
                  <a:gd name="connsiteY18" fmla="*/ 9049 h 39528"/>
                  <a:gd name="connsiteX19" fmla="*/ 19907 w 30765"/>
                  <a:gd name="connsiteY19" fmla="*/ 6668 h 39528"/>
                  <a:gd name="connsiteX20" fmla="*/ 16383 w 30765"/>
                  <a:gd name="connsiteY20" fmla="*/ 5810 h 39528"/>
                  <a:gd name="connsiteX21" fmla="*/ 6191 w 30765"/>
                  <a:gd name="connsiteY21" fmla="*/ 5810 h 39528"/>
                  <a:gd name="connsiteX22" fmla="*/ 6191 w 30765"/>
                  <a:gd name="connsiteY22" fmla="*/ 19336 h 39528"/>
                  <a:gd name="connsiteX23" fmla="*/ 16383 w 30765"/>
                  <a:gd name="connsiteY23" fmla="*/ 19336 h 395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0765" h="39528">
                    <a:moveTo>
                      <a:pt x="16383" y="95"/>
                    </a:moveTo>
                    <a:cubicBezTo>
                      <a:pt x="18860" y="95"/>
                      <a:pt x="21050" y="667"/>
                      <a:pt x="23051" y="1715"/>
                    </a:cubicBezTo>
                    <a:cubicBezTo>
                      <a:pt x="25051" y="2762"/>
                      <a:pt x="26575" y="4286"/>
                      <a:pt x="27718" y="6191"/>
                    </a:cubicBezTo>
                    <a:cubicBezTo>
                      <a:pt x="28861" y="8096"/>
                      <a:pt x="29337" y="10192"/>
                      <a:pt x="29337" y="12478"/>
                    </a:cubicBezTo>
                    <a:cubicBezTo>
                      <a:pt x="29337" y="15335"/>
                      <a:pt x="28575" y="17717"/>
                      <a:pt x="27146" y="19622"/>
                    </a:cubicBezTo>
                    <a:cubicBezTo>
                      <a:pt x="25718" y="21527"/>
                      <a:pt x="23908" y="22860"/>
                      <a:pt x="21812" y="23717"/>
                    </a:cubicBezTo>
                    <a:lnTo>
                      <a:pt x="30766" y="39529"/>
                    </a:lnTo>
                    <a:lnTo>
                      <a:pt x="23717" y="39529"/>
                    </a:lnTo>
                    <a:lnTo>
                      <a:pt x="15526" y="24860"/>
                    </a:lnTo>
                    <a:lnTo>
                      <a:pt x="6191" y="24860"/>
                    </a:lnTo>
                    <a:lnTo>
                      <a:pt x="6191" y="39529"/>
                    </a:lnTo>
                    <a:lnTo>
                      <a:pt x="0" y="39529"/>
                    </a:lnTo>
                    <a:lnTo>
                      <a:pt x="0" y="0"/>
                    </a:lnTo>
                    <a:lnTo>
                      <a:pt x="16383" y="0"/>
                    </a:lnTo>
                    <a:close/>
                    <a:moveTo>
                      <a:pt x="16383" y="19336"/>
                    </a:moveTo>
                    <a:cubicBezTo>
                      <a:pt x="17717" y="19336"/>
                      <a:pt x="18860" y="19050"/>
                      <a:pt x="19907" y="18478"/>
                    </a:cubicBezTo>
                    <a:cubicBezTo>
                      <a:pt x="20955" y="17907"/>
                      <a:pt x="21717" y="17050"/>
                      <a:pt x="22289" y="16097"/>
                    </a:cubicBezTo>
                    <a:cubicBezTo>
                      <a:pt x="22860" y="15050"/>
                      <a:pt x="23146" y="13906"/>
                      <a:pt x="23146" y="12573"/>
                    </a:cubicBezTo>
                    <a:cubicBezTo>
                      <a:pt x="23146" y="11240"/>
                      <a:pt x="22860" y="10097"/>
                      <a:pt x="22289" y="9049"/>
                    </a:cubicBezTo>
                    <a:cubicBezTo>
                      <a:pt x="21717" y="8001"/>
                      <a:pt x="20860" y="7239"/>
                      <a:pt x="19907" y="6668"/>
                    </a:cubicBezTo>
                    <a:cubicBezTo>
                      <a:pt x="18860" y="6096"/>
                      <a:pt x="17717" y="5810"/>
                      <a:pt x="16383" y="5810"/>
                    </a:cubicBezTo>
                    <a:lnTo>
                      <a:pt x="6191" y="5810"/>
                    </a:lnTo>
                    <a:lnTo>
                      <a:pt x="6191" y="19336"/>
                    </a:lnTo>
                    <a:lnTo>
                      <a:pt x="16383" y="19336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ea typeface="Intel Clear" panose="020B0604020203020204" pitchFamily="34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758CE26D-A586-4A86-AA98-B9D850FBFCD7}"/>
                </a:ext>
              </a:extLst>
            </p:cNvPr>
            <p:cNvSpPr/>
            <p:nvPr/>
          </p:nvSpPr>
          <p:spPr>
            <a:xfrm>
              <a:off x="860457" y="4951823"/>
              <a:ext cx="158111" cy="158111"/>
            </a:xfrm>
            <a:prstGeom prst="rect">
              <a:avLst/>
            </a:prstGeom>
            <a:solidFill>
              <a:schemeClr val="accent4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7CE63CF4-E38C-42FE-9C75-CB2B3DEB5FBD}"/>
                </a:ext>
              </a:extLst>
            </p:cNvPr>
            <p:cNvSpPr/>
            <p:nvPr/>
          </p:nvSpPr>
          <p:spPr>
            <a:xfrm>
              <a:off x="573803" y="5104242"/>
              <a:ext cx="286654" cy="286654"/>
            </a:xfrm>
            <a:prstGeom prst="rect">
              <a:avLst/>
            </a:prstGeom>
            <a:solidFill>
              <a:schemeClr val="accent3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67E1EECF-CDF6-475D-8C89-D59E9C677475}"/>
                </a:ext>
              </a:extLst>
            </p:cNvPr>
            <p:cNvSpPr/>
            <p:nvPr/>
          </p:nvSpPr>
          <p:spPr>
            <a:xfrm>
              <a:off x="861107" y="5390896"/>
              <a:ext cx="610214" cy="610214"/>
            </a:xfrm>
            <a:prstGeom prst="rect">
              <a:avLst/>
            </a:prstGeom>
            <a:solidFill>
              <a:schemeClr val="accent4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B3AA05A6-FEDA-41DC-B943-5B1F42A56F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73803" y="0"/>
            <a:ext cx="4325371" cy="6392520"/>
            <a:chOff x="573803" y="0"/>
            <a:chExt cx="4325371" cy="639252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F200040-B841-47B7-8555-E0299CDC24FA}"/>
                </a:ext>
              </a:extLst>
            </p:cNvPr>
            <p:cNvSpPr/>
            <p:nvPr/>
          </p:nvSpPr>
          <p:spPr>
            <a:xfrm>
              <a:off x="1468406" y="0"/>
              <a:ext cx="3430768" cy="5390870"/>
            </a:xfrm>
            <a:prstGeom prst="rect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3AD8DF60-7E0A-43C5-81B6-9B3522A7A826}"/>
                </a:ext>
              </a:extLst>
            </p:cNvPr>
            <p:cNvGrpSpPr/>
            <p:nvPr/>
          </p:nvGrpSpPr>
          <p:grpSpPr>
            <a:xfrm>
              <a:off x="1468406" y="5995719"/>
              <a:ext cx="1059754" cy="396801"/>
              <a:chOff x="1314450" y="6391094"/>
              <a:chExt cx="1123377" cy="420623"/>
            </a:xfrm>
          </p:grpSpPr>
          <p:sp>
            <p:nvSpPr>
              <p:cNvPr id="9" name="Freeform: Shape 8">
                <a:extLst>
                  <a:ext uri="{FF2B5EF4-FFF2-40B4-BE49-F238E27FC236}">
                    <a16:creationId xmlns:a16="http://schemas.microsoft.com/office/drawing/2014/main" id="{0AC5EDAF-1FA5-4CEA-99CA-7D0E1F5DDF81}"/>
                  </a:ext>
                </a:extLst>
              </p:cNvPr>
              <p:cNvSpPr/>
              <p:nvPr/>
            </p:nvSpPr>
            <p:spPr>
              <a:xfrm>
                <a:off x="1314450" y="6396809"/>
                <a:ext cx="78581" cy="78581"/>
              </a:xfrm>
              <a:custGeom>
                <a:avLst/>
                <a:gdLst>
                  <a:gd name="connsiteX0" fmla="*/ 0 w 78581"/>
                  <a:gd name="connsiteY0" fmla="*/ 0 h 78581"/>
                  <a:gd name="connsiteX1" fmla="*/ 78581 w 78581"/>
                  <a:gd name="connsiteY1" fmla="*/ 0 h 78581"/>
                  <a:gd name="connsiteX2" fmla="*/ 78581 w 78581"/>
                  <a:gd name="connsiteY2" fmla="*/ 78581 h 78581"/>
                  <a:gd name="connsiteX3" fmla="*/ 0 w 78581"/>
                  <a:gd name="connsiteY3" fmla="*/ 78581 h 785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581" h="78581">
                    <a:moveTo>
                      <a:pt x="0" y="0"/>
                    </a:moveTo>
                    <a:lnTo>
                      <a:pt x="78581" y="0"/>
                    </a:lnTo>
                    <a:lnTo>
                      <a:pt x="78581" y="78581"/>
                    </a:lnTo>
                    <a:lnTo>
                      <a:pt x="0" y="78581"/>
                    </a:lnTo>
                    <a:close/>
                  </a:path>
                </a:pathLst>
              </a:custGeom>
              <a:solidFill>
                <a:srgbClr val="00B2E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ea typeface="Intel Clear" panose="020B060402020302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5731A324-874D-4D3D-95F1-8AE3303E2272}"/>
                  </a:ext>
                </a:extLst>
              </p:cNvPr>
              <p:cNvSpPr/>
              <p:nvPr/>
            </p:nvSpPr>
            <p:spPr>
              <a:xfrm>
                <a:off x="1316545" y="6391094"/>
                <a:ext cx="995171" cy="420623"/>
              </a:xfrm>
              <a:custGeom>
                <a:avLst/>
                <a:gdLst>
                  <a:gd name="connsiteX0" fmla="*/ 74486 w 995171"/>
                  <a:gd name="connsiteY0" fmla="*/ 131921 h 420623"/>
                  <a:gd name="connsiteX1" fmla="*/ 0 w 995171"/>
                  <a:gd name="connsiteY1" fmla="*/ 131921 h 420623"/>
                  <a:gd name="connsiteX2" fmla="*/ 0 w 995171"/>
                  <a:gd name="connsiteY2" fmla="*/ 414719 h 420623"/>
                  <a:gd name="connsiteX3" fmla="*/ 74486 w 995171"/>
                  <a:gd name="connsiteY3" fmla="*/ 414719 h 420623"/>
                  <a:gd name="connsiteX4" fmla="*/ 74486 w 995171"/>
                  <a:gd name="connsiteY4" fmla="*/ 131921 h 420623"/>
                  <a:gd name="connsiteX5" fmla="*/ 568262 w 995171"/>
                  <a:gd name="connsiteY5" fmla="*/ 417576 h 420623"/>
                  <a:gd name="connsiteX6" fmla="*/ 568262 w 995171"/>
                  <a:gd name="connsiteY6" fmla="*/ 348234 h 420623"/>
                  <a:gd name="connsiteX7" fmla="*/ 541306 w 995171"/>
                  <a:gd name="connsiteY7" fmla="*/ 346520 h 420623"/>
                  <a:gd name="connsiteX8" fmla="*/ 523780 w 995171"/>
                  <a:gd name="connsiteY8" fmla="*/ 338804 h 420623"/>
                  <a:gd name="connsiteX9" fmla="*/ 516065 w 995171"/>
                  <a:gd name="connsiteY9" fmla="*/ 321945 h 420623"/>
                  <a:gd name="connsiteX10" fmla="*/ 514350 w 995171"/>
                  <a:gd name="connsiteY10" fmla="*/ 294608 h 420623"/>
                  <a:gd name="connsiteX11" fmla="*/ 514350 w 995171"/>
                  <a:gd name="connsiteY11" fmla="*/ 195644 h 420623"/>
                  <a:gd name="connsiteX12" fmla="*/ 568262 w 995171"/>
                  <a:gd name="connsiteY12" fmla="*/ 195644 h 420623"/>
                  <a:gd name="connsiteX13" fmla="*/ 568262 w 995171"/>
                  <a:gd name="connsiteY13" fmla="*/ 131921 h 420623"/>
                  <a:gd name="connsiteX14" fmla="*/ 514350 w 995171"/>
                  <a:gd name="connsiteY14" fmla="*/ 131921 h 420623"/>
                  <a:gd name="connsiteX15" fmla="*/ 514350 w 995171"/>
                  <a:gd name="connsiteY15" fmla="*/ 21812 h 420623"/>
                  <a:gd name="connsiteX16" fmla="*/ 439865 w 995171"/>
                  <a:gd name="connsiteY16" fmla="*/ 21812 h 420623"/>
                  <a:gd name="connsiteX17" fmla="*/ 439865 w 995171"/>
                  <a:gd name="connsiteY17" fmla="*/ 295180 h 420623"/>
                  <a:gd name="connsiteX18" fmla="*/ 445865 w 995171"/>
                  <a:gd name="connsiteY18" fmla="*/ 353473 h 420623"/>
                  <a:gd name="connsiteX19" fmla="*/ 465677 w 995171"/>
                  <a:gd name="connsiteY19" fmla="*/ 391001 h 420623"/>
                  <a:gd name="connsiteX20" fmla="*/ 502063 w 995171"/>
                  <a:gd name="connsiteY20" fmla="*/ 411385 h 420623"/>
                  <a:gd name="connsiteX21" fmla="*/ 558927 w 995171"/>
                  <a:gd name="connsiteY21" fmla="*/ 417671 h 420623"/>
                  <a:gd name="connsiteX22" fmla="*/ 568262 w 995171"/>
                  <a:gd name="connsiteY22" fmla="*/ 417671 h 420623"/>
                  <a:gd name="connsiteX23" fmla="*/ 995172 w 995171"/>
                  <a:gd name="connsiteY23" fmla="*/ 0 h 420623"/>
                  <a:gd name="connsiteX24" fmla="*/ 920687 w 995171"/>
                  <a:gd name="connsiteY24" fmla="*/ 0 h 420623"/>
                  <a:gd name="connsiteX25" fmla="*/ 920687 w 995171"/>
                  <a:gd name="connsiteY25" fmla="*/ 414719 h 420623"/>
                  <a:gd name="connsiteX26" fmla="*/ 995172 w 995171"/>
                  <a:gd name="connsiteY26" fmla="*/ 414719 h 420623"/>
                  <a:gd name="connsiteX27" fmla="*/ 995172 w 995171"/>
                  <a:gd name="connsiteY27" fmla="*/ 0 h 420623"/>
                  <a:gd name="connsiteX28" fmla="*/ 367951 w 995171"/>
                  <a:gd name="connsiteY28" fmla="*/ 159830 h 420623"/>
                  <a:gd name="connsiteX29" fmla="*/ 281273 w 995171"/>
                  <a:gd name="connsiteY29" fmla="*/ 126206 h 420623"/>
                  <a:gd name="connsiteX30" fmla="*/ 232410 w 995171"/>
                  <a:gd name="connsiteY30" fmla="*/ 137065 h 420623"/>
                  <a:gd name="connsiteX31" fmla="*/ 195358 w 995171"/>
                  <a:gd name="connsiteY31" fmla="*/ 167259 h 420623"/>
                  <a:gd name="connsiteX32" fmla="*/ 191262 w 995171"/>
                  <a:gd name="connsiteY32" fmla="*/ 172498 h 420623"/>
                  <a:gd name="connsiteX33" fmla="*/ 191262 w 995171"/>
                  <a:gd name="connsiteY33" fmla="*/ 167831 h 420623"/>
                  <a:gd name="connsiteX34" fmla="*/ 191262 w 995171"/>
                  <a:gd name="connsiteY34" fmla="*/ 132017 h 420623"/>
                  <a:gd name="connsiteX35" fmla="*/ 117920 w 995171"/>
                  <a:gd name="connsiteY35" fmla="*/ 132017 h 420623"/>
                  <a:gd name="connsiteX36" fmla="*/ 117920 w 995171"/>
                  <a:gd name="connsiteY36" fmla="*/ 414814 h 420623"/>
                  <a:gd name="connsiteX37" fmla="*/ 191929 w 995171"/>
                  <a:gd name="connsiteY37" fmla="*/ 414814 h 420623"/>
                  <a:gd name="connsiteX38" fmla="*/ 191929 w 995171"/>
                  <a:gd name="connsiteY38" fmla="*/ 264128 h 420623"/>
                  <a:gd name="connsiteX39" fmla="*/ 192024 w 995171"/>
                  <a:gd name="connsiteY39" fmla="*/ 274606 h 420623"/>
                  <a:gd name="connsiteX40" fmla="*/ 192119 w 995171"/>
                  <a:gd name="connsiteY40" fmla="*/ 269558 h 420623"/>
                  <a:gd name="connsiteX41" fmla="*/ 211741 w 995171"/>
                  <a:gd name="connsiteY41" fmla="*/ 210884 h 420623"/>
                  <a:gd name="connsiteX42" fmla="*/ 258985 w 995171"/>
                  <a:gd name="connsiteY42" fmla="*/ 190786 h 420623"/>
                  <a:gd name="connsiteX43" fmla="*/ 307753 w 995171"/>
                  <a:gd name="connsiteY43" fmla="*/ 210407 h 420623"/>
                  <a:gd name="connsiteX44" fmla="*/ 323945 w 995171"/>
                  <a:gd name="connsiteY44" fmla="*/ 264605 h 420623"/>
                  <a:gd name="connsiteX45" fmla="*/ 323945 w 995171"/>
                  <a:gd name="connsiteY45" fmla="*/ 264605 h 420623"/>
                  <a:gd name="connsiteX46" fmla="*/ 323945 w 995171"/>
                  <a:gd name="connsiteY46" fmla="*/ 265176 h 420623"/>
                  <a:gd name="connsiteX47" fmla="*/ 323945 w 995171"/>
                  <a:gd name="connsiteY47" fmla="*/ 265271 h 420623"/>
                  <a:gd name="connsiteX48" fmla="*/ 323945 w 995171"/>
                  <a:gd name="connsiteY48" fmla="*/ 414814 h 420623"/>
                  <a:gd name="connsiteX49" fmla="*/ 399098 w 995171"/>
                  <a:gd name="connsiteY49" fmla="*/ 414814 h 420623"/>
                  <a:gd name="connsiteX50" fmla="*/ 399098 w 995171"/>
                  <a:gd name="connsiteY50" fmla="*/ 254222 h 420623"/>
                  <a:gd name="connsiteX51" fmla="*/ 367951 w 995171"/>
                  <a:gd name="connsiteY51" fmla="*/ 159830 h 420623"/>
                  <a:gd name="connsiteX52" fmla="*/ 881825 w 995171"/>
                  <a:gd name="connsiteY52" fmla="*/ 272796 h 420623"/>
                  <a:gd name="connsiteX53" fmla="*/ 871061 w 995171"/>
                  <a:gd name="connsiteY53" fmla="*/ 215646 h 420623"/>
                  <a:gd name="connsiteX54" fmla="*/ 841057 w 995171"/>
                  <a:gd name="connsiteY54" fmla="*/ 168974 h 420623"/>
                  <a:gd name="connsiteX55" fmla="*/ 794957 w 995171"/>
                  <a:gd name="connsiteY55" fmla="*/ 137636 h 420623"/>
                  <a:gd name="connsiteX56" fmla="*/ 735806 w 995171"/>
                  <a:gd name="connsiteY56" fmla="*/ 126302 h 420623"/>
                  <a:gd name="connsiteX57" fmla="*/ 678371 w 995171"/>
                  <a:gd name="connsiteY57" fmla="*/ 137922 h 420623"/>
                  <a:gd name="connsiteX58" fmla="*/ 631698 w 995171"/>
                  <a:gd name="connsiteY58" fmla="*/ 169355 h 420623"/>
                  <a:gd name="connsiteX59" fmla="*/ 600266 w 995171"/>
                  <a:gd name="connsiteY59" fmla="*/ 216027 h 420623"/>
                  <a:gd name="connsiteX60" fmla="*/ 588645 w 995171"/>
                  <a:gd name="connsiteY60" fmla="*/ 273463 h 420623"/>
                  <a:gd name="connsiteX61" fmla="*/ 599694 w 995171"/>
                  <a:gd name="connsiteY61" fmla="*/ 330899 h 420623"/>
                  <a:gd name="connsiteX62" fmla="*/ 630269 w 995171"/>
                  <a:gd name="connsiteY62" fmla="*/ 377571 h 420623"/>
                  <a:gd name="connsiteX63" fmla="*/ 677513 w 995171"/>
                  <a:gd name="connsiteY63" fmla="*/ 409004 h 420623"/>
                  <a:gd name="connsiteX64" fmla="*/ 738092 w 995171"/>
                  <a:gd name="connsiteY64" fmla="*/ 420624 h 420623"/>
                  <a:gd name="connsiteX65" fmla="*/ 863918 w 995171"/>
                  <a:gd name="connsiteY65" fmla="*/ 365093 h 420623"/>
                  <a:gd name="connsiteX66" fmla="*/ 810292 w 995171"/>
                  <a:gd name="connsiteY66" fmla="*/ 324231 h 420623"/>
                  <a:gd name="connsiteX67" fmla="*/ 738664 w 995171"/>
                  <a:gd name="connsiteY67" fmla="*/ 355854 h 420623"/>
                  <a:gd name="connsiteX68" fmla="*/ 687229 w 995171"/>
                  <a:gd name="connsiteY68" fmla="*/ 341376 h 420623"/>
                  <a:gd name="connsiteX69" fmla="*/ 660368 w 995171"/>
                  <a:gd name="connsiteY69" fmla="*/ 302133 h 420623"/>
                  <a:gd name="connsiteX70" fmla="*/ 659606 w 995171"/>
                  <a:gd name="connsiteY70" fmla="*/ 299466 h 420623"/>
                  <a:gd name="connsiteX71" fmla="*/ 881825 w 995171"/>
                  <a:gd name="connsiteY71" fmla="*/ 299466 h 420623"/>
                  <a:gd name="connsiteX72" fmla="*/ 881825 w 995171"/>
                  <a:gd name="connsiteY72" fmla="*/ 272796 h 420623"/>
                  <a:gd name="connsiteX73" fmla="*/ 660368 w 995171"/>
                  <a:gd name="connsiteY73" fmla="*/ 246793 h 420623"/>
                  <a:gd name="connsiteX74" fmla="*/ 735330 w 995171"/>
                  <a:gd name="connsiteY74" fmla="*/ 189929 h 420623"/>
                  <a:gd name="connsiteX75" fmla="*/ 810387 w 995171"/>
                  <a:gd name="connsiteY75" fmla="*/ 246698 h 420623"/>
                  <a:gd name="connsiteX76" fmla="*/ 660368 w 995171"/>
                  <a:gd name="connsiteY76" fmla="*/ 246793 h 4206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</a:cxnLst>
                <a:rect l="l" t="t" r="r" b="b"/>
                <a:pathLst>
                  <a:path w="995171" h="420623">
                    <a:moveTo>
                      <a:pt x="74486" y="131921"/>
                    </a:moveTo>
                    <a:lnTo>
                      <a:pt x="0" y="131921"/>
                    </a:lnTo>
                    <a:lnTo>
                      <a:pt x="0" y="414719"/>
                    </a:lnTo>
                    <a:lnTo>
                      <a:pt x="74486" y="414719"/>
                    </a:lnTo>
                    <a:lnTo>
                      <a:pt x="74486" y="131921"/>
                    </a:lnTo>
                    <a:close/>
                    <a:moveTo>
                      <a:pt x="568262" y="417576"/>
                    </a:moveTo>
                    <a:lnTo>
                      <a:pt x="568262" y="348234"/>
                    </a:lnTo>
                    <a:cubicBezTo>
                      <a:pt x="557308" y="348139"/>
                      <a:pt x="548259" y="347567"/>
                      <a:pt x="541306" y="346520"/>
                    </a:cubicBezTo>
                    <a:cubicBezTo>
                      <a:pt x="533591" y="345281"/>
                      <a:pt x="527685" y="342710"/>
                      <a:pt x="523780" y="338804"/>
                    </a:cubicBezTo>
                    <a:cubicBezTo>
                      <a:pt x="519875" y="334899"/>
                      <a:pt x="517303" y="329184"/>
                      <a:pt x="516065" y="321945"/>
                    </a:cubicBezTo>
                    <a:cubicBezTo>
                      <a:pt x="514922" y="314992"/>
                      <a:pt x="514350" y="305753"/>
                      <a:pt x="514350" y="294608"/>
                    </a:cubicBezTo>
                    <a:lnTo>
                      <a:pt x="514350" y="195644"/>
                    </a:lnTo>
                    <a:lnTo>
                      <a:pt x="568262" y="195644"/>
                    </a:lnTo>
                    <a:lnTo>
                      <a:pt x="568262" y="131921"/>
                    </a:lnTo>
                    <a:lnTo>
                      <a:pt x="514350" y="131921"/>
                    </a:lnTo>
                    <a:lnTo>
                      <a:pt x="514350" y="21812"/>
                    </a:lnTo>
                    <a:lnTo>
                      <a:pt x="439865" y="21812"/>
                    </a:lnTo>
                    <a:lnTo>
                      <a:pt x="439865" y="295180"/>
                    </a:lnTo>
                    <a:cubicBezTo>
                      <a:pt x="439865" y="318230"/>
                      <a:pt x="441865" y="337852"/>
                      <a:pt x="445865" y="353473"/>
                    </a:cubicBezTo>
                    <a:cubicBezTo>
                      <a:pt x="449771" y="368903"/>
                      <a:pt x="456438" y="381572"/>
                      <a:pt x="465677" y="391001"/>
                    </a:cubicBezTo>
                    <a:cubicBezTo>
                      <a:pt x="474917" y="400431"/>
                      <a:pt x="487204" y="407289"/>
                      <a:pt x="502063" y="411385"/>
                    </a:cubicBezTo>
                    <a:cubicBezTo>
                      <a:pt x="517112" y="415481"/>
                      <a:pt x="536258" y="417671"/>
                      <a:pt x="558927" y="417671"/>
                    </a:cubicBezTo>
                    <a:lnTo>
                      <a:pt x="568262" y="417671"/>
                    </a:lnTo>
                    <a:close/>
                    <a:moveTo>
                      <a:pt x="995172" y="0"/>
                    </a:moveTo>
                    <a:lnTo>
                      <a:pt x="920687" y="0"/>
                    </a:lnTo>
                    <a:lnTo>
                      <a:pt x="920687" y="414719"/>
                    </a:lnTo>
                    <a:lnTo>
                      <a:pt x="995172" y="414719"/>
                    </a:lnTo>
                    <a:lnTo>
                      <a:pt x="995172" y="0"/>
                    </a:lnTo>
                    <a:close/>
                    <a:moveTo>
                      <a:pt x="367951" y="159830"/>
                    </a:moveTo>
                    <a:cubicBezTo>
                      <a:pt x="347282" y="137541"/>
                      <a:pt x="318135" y="126206"/>
                      <a:pt x="281273" y="126206"/>
                    </a:cubicBezTo>
                    <a:cubicBezTo>
                      <a:pt x="263462" y="126206"/>
                      <a:pt x="247079" y="129921"/>
                      <a:pt x="232410" y="137065"/>
                    </a:cubicBezTo>
                    <a:cubicBezTo>
                      <a:pt x="217742" y="144304"/>
                      <a:pt x="205264" y="154496"/>
                      <a:pt x="195358" y="167259"/>
                    </a:cubicBezTo>
                    <a:lnTo>
                      <a:pt x="191262" y="172498"/>
                    </a:lnTo>
                    <a:lnTo>
                      <a:pt x="191262" y="167831"/>
                    </a:lnTo>
                    <a:lnTo>
                      <a:pt x="191262" y="132017"/>
                    </a:lnTo>
                    <a:lnTo>
                      <a:pt x="117920" y="132017"/>
                    </a:lnTo>
                    <a:lnTo>
                      <a:pt x="117920" y="414814"/>
                    </a:lnTo>
                    <a:lnTo>
                      <a:pt x="191929" y="414814"/>
                    </a:lnTo>
                    <a:lnTo>
                      <a:pt x="191929" y="264128"/>
                    </a:lnTo>
                    <a:lnTo>
                      <a:pt x="192024" y="274606"/>
                    </a:lnTo>
                    <a:cubicBezTo>
                      <a:pt x="192024" y="272891"/>
                      <a:pt x="192024" y="271177"/>
                      <a:pt x="192119" y="269558"/>
                    </a:cubicBezTo>
                    <a:cubicBezTo>
                      <a:pt x="192881" y="243173"/>
                      <a:pt x="199454" y="223456"/>
                      <a:pt x="211741" y="210884"/>
                    </a:cubicBezTo>
                    <a:cubicBezTo>
                      <a:pt x="224790" y="197549"/>
                      <a:pt x="240697" y="190786"/>
                      <a:pt x="258985" y="190786"/>
                    </a:cubicBezTo>
                    <a:cubicBezTo>
                      <a:pt x="280511" y="190786"/>
                      <a:pt x="296894" y="197358"/>
                      <a:pt x="307753" y="210407"/>
                    </a:cubicBezTo>
                    <a:cubicBezTo>
                      <a:pt x="318421" y="223171"/>
                      <a:pt x="323850" y="241364"/>
                      <a:pt x="323945" y="264605"/>
                    </a:cubicBezTo>
                    <a:lnTo>
                      <a:pt x="323945" y="264605"/>
                    </a:lnTo>
                    <a:lnTo>
                      <a:pt x="323945" y="265176"/>
                    </a:lnTo>
                    <a:lnTo>
                      <a:pt x="323945" y="265271"/>
                    </a:lnTo>
                    <a:lnTo>
                      <a:pt x="323945" y="414814"/>
                    </a:lnTo>
                    <a:lnTo>
                      <a:pt x="399098" y="414814"/>
                    </a:lnTo>
                    <a:lnTo>
                      <a:pt x="399098" y="254222"/>
                    </a:lnTo>
                    <a:cubicBezTo>
                      <a:pt x="399193" y="213931"/>
                      <a:pt x="388620" y="182118"/>
                      <a:pt x="367951" y="159830"/>
                    </a:cubicBezTo>
                    <a:moveTo>
                      <a:pt x="881825" y="272796"/>
                    </a:moveTo>
                    <a:cubicBezTo>
                      <a:pt x="881825" y="252508"/>
                      <a:pt x="878205" y="233267"/>
                      <a:pt x="871061" y="215646"/>
                    </a:cubicBezTo>
                    <a:cubicBezTo>
                      <a:pt x="863918" y="198025"/>
                      <a:pt x="853821" y="182309"/>
                      <a:pt x="841057" y="168974"/>
                    </a:cubicBezTo>
                    <a:cubicBezTo>
                      <a:pt x="828294" y="155639"/>
                      <a:pt x="812768" y="145066"/>
                      <a:pt x="794957" y="137636"/>
                    </a:cubicBezTo>
                    <a:cubicBezTo>
                      <a:pt x="777145" y="130112"/>
                      <a:pt x="757238" y="126302"/>
                      <a:pt x="735806" y="126302"/>
                    </a:cubicBezTo>
                    <a:cubicBezTo>
                      <a:pt x="715518" y="126302"/>
                      <a:pt x="696182" y="130207"/>
                      <a:pt x="678371" y="137922"/>
                    </a:cubicBezTo>
                    <a:cubicBezTo>
                      <a:pt x="660559" y="145637"/>
                      <a:pt x="644843" y="156210"/>
                      <a:pt x="631698" y="169355"/>
                    </a:cubicBezTo>
                    <a:cubicBezTo>
                      <a:pt x="618554" y="182499"/>
                      <a:pt x="607981" y="198215"/>
                      <a:pt x="600266" y="216027"/>
                    </a:cubicBezTo>
                    <a:cubicBezTo>
                      <a:pt x="592550" y="233839"/>
                      <a:pt x="588645" y="253175"/>
                      <a:pt x="588645" y="273463"/>
                    </a:cubicBezTo>
                    <a:cubicBezTo>
                      <a:pt x="588645" y="293751"/>
                      <a:pt x="592360" y="313087"/>
                      <a:pt x="599694" y="330899"/>
                    </a:cubicBezTo>
                    <a:cubicBezTo>
                      <a:pt x="607028" y="348710"/>
                      <a:pt x="617315" y="364426"/>
                      <a:pt x="630269" y="377571"/>
                    </a:cubicBezTo>
                    <a:cubicBezTo>
                      <a:pt x="643223" y="390716"/>
                      <a:pt x="659130" y="401288"/>
                      <a:pt x="677513" y="409004"/>
                    </a:cubicBezTo>
                    <a:cubicBezTo>
                      <a:pt x="695897" y="416719"/>
                      <a:pt x="716280" y="420624"/>
                      <a:pt x="738092" y="420624"/>
                    </a:cubicBezTo>
                    <a:cubicBezTo>
                      <a:pt x="801148" y="420624"/>
                      <a:pt x="840391" y="391954"/>
                      <a:pt x="863918" y="365093"/>
                    </a:cubicBezTo>
                    <a:lnTo>
                      <a:pt x="810292" y="324231"/>
                    </a:lnTo>
                    <a:cubicBezTo>
                      <a:pt x="798957" y="337661"/>
                      <a:pt x="772192" y="355854"/>
                      <a:pt x="738664" y="355854"/>
                    </a:cubicBezTo>
                    <a:cubicBezTo>
                      <a:pt x="717614" y="355854"/>
                      <a:pt x="700373" y="350996"/>
                      <a:pt x="687229" y="341376"/>
                    </a:cubicBezTo>
                    <a:cubicBezTo>
                      <a:pt x="674084" y="331756"/>
                      <a:pt x="665036" y="318611"/>
                      <a:pt x="660368" y="302133"/>
                    </a:cubicBezTo>
                    <a:lnTo>
                      <a:pt x="659606" y="299466"/>
                    </a:lnTo>
                    <a:lnTo>
                      <a:pt x="881825" y="299466"/>
                    </a:lnTo>
                    <a:lnTo>
                      <a:pt x="881825" y="272796"/>
                    </a:lnTo>
                    <a:close/>
                    <a:moveTo>
                      <a:pt x="660368" y="246793"/>
                    </a:moveTo>
                    <a:cubicBezTo>
                      <a:pt x="660368" y="226124"/>
                      <a:pt x="684086" y="189929"/>
                      <a:pt x="735330" y="189929"/>
                    </a:cubicBezTo>
                    <a:cubicBezTo>
                      <a:pt x="786575" y="189929"/>
                      <a:pt x="810387" y="226028"/>
                      <a:pt x="810387" y="246698"/>
                    </a:cubicBezTo>
                    <a:lnTo>
                      <a:pt x="660368" y="246793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ea typeface="Intel Clear" panose="020B060402020302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934E3A93-BFC9-49AD-8CF7-7EDF2A13157E}"/>
                  </a:ext>
                </a:extLst>
              </p:cNvPr>
              <p:cNvSpPr/>
              <p:nvPr/>
            </p:nvSpPr>
            <p:spPr>
              <a:xfrm>
                <a:off x="2358770" y="6728469"/>
                <a:ext cx="79057" cy="79057"/>
              </a:xfrm>
              <a:custGeom>
                <a:avLst/>
                <a:gdLst>
                  <a:gd name="connsiteX0" fmla="*/ 39529 w 79057"/>
                  <a:gd name="connsiteY0" fmla="*/ 5620 h 79057"/>
                  <a:gd name="connsiteX1" fmla="*/ 73438 w 79057"/>
                  <a:gd name="connsiteY1" fmla="*/ 39529 h 79057"/>
                  <a:gd name="connsiteX2" fmla="*/ 39529 w 79057"/>
                  <a:gd name="connsiteY2" fmla="*/ 73438 h 79057"/>
                  <a:gd name="connsiteX3" fmla="*/ 5620 w 79057"/>
                  <a:gd name="connsiteY3" fmla="*/ 39529 h 79057"/>
                  <a:gd name="connsiteX4" fmla="*/ 39529 w 79057"/>
                  <a:gd name="connsiteY4" fmla="*/ 5620 h 79057"/>
                  <a:gd name="connsiteX5" fmla="*/ 39529 w 79057"/>
                  <a:gd name="connsiteY5" fmla="*/ 0 h 79057"/>
                  <a:gd name="connsiteX6" fmla="*/ 0 w 79057"/>
                  <a:gd name="connsiteY6" fmla="*/ 39529 h 79057"/>
                  <a:gd name="connsiteX7" fmla="*/ 39529 w 79057"/>
                  <a:gd name="connsiteY7" fmla="*/ 79058 h 79057"/>
                  <a:gd name="connsiteX8" fmla="*/ 79058 w 79057"/>
                  <a:gd name="connsiteY8" fmla="*/ 39529 h 79057"/>
                  <a:gd name="connsiteX9" fmla="*/ 39529 w 79057"/>
                  <a:gd name="connsiteY9" fmla="*/ 0 h 790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79057" h="79057">
                    <a:moveTo>
                      <a:pt x="39529" y="5620"/>
                    </a:moveTo>
                    <a:cubicBezTo>
                      <a:pt x="58198" y="5620"/>
                      <a:pt x="73438" y="20860"/>
                      <a:pt x="73438" y="39529"/>
                    </a:cubicBezTo>
                    <a:cubicBezTo>
                      <a:pt x="73438" y="58198"/>
                      <a:pt x="58198" y="73438"/>
                      <a:pt x="39529" y="73438"/>
                    </a:cubicBezTo>
                    <a:cubicBezTo>
                      <a:pt x="20860" y="73438"/>
                      <a:pt x="5620" y="58198"/>
                      <a:pt x="5620" y="39529"/>
                    </a:cubicBezTo>
                    <a:cubicBezTo>
                      <a:pt x="5620" y="20860"/>
                      <a:pt x="20860" y="5620"/>
                      <a:pt x="39529" y="5620"/>
                    </a:cubicBezTo>
                    <a:moveTo>
                      <a:pt x="39529" y="0"/>
                    </a:moveTo>
                    <a:cubicBezTo>
                      <a:pt x="17717" y="0"/>
                      <a:pt x="0" y="17717"/>
                      <a:pt x="0" y="39529"/>
                    </a:cubicBezTo>
                    <a:cubicBezTo>
                      <a:pt x="0" y="61341"/>
                      <a:pt x="17717" y="79058"/>
                      <a:pt x="39529" y="79058"/>
                    </a:cubicBezTo>
                    <a:cubicBezTo>
                      <a:pt x="61341" y="79058"/>
                      <a:pt x="79058" y="61341"/>
                      <a:pt x="79058" y="39529"/>
                    </a:cubicBezTo>
                    <a:cubicBezTo>
                      <a:pt x="79058" y="17717"/>
                      <a:pt x="61341" y="0"/>
                      <a:pt x="39529" y="0"/>
                    </a:cubicBezTo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ea typeface="Intel Clear" panose="020B060402020302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839DD8F2-C56B-454C-9A84-A663F83DB6CE}"/>
                  </a:ext>
                </a:extLst>
              </p:cNvPr>
              <p:cNvSpPr/>
              <p:nvPr/>
            </p:nvSpPr>
            <p:spPr>
              <a:xfrm>
                <a:off x="2384869" y="6748090"/>
                <a:ext cx="30765" cy="39528"/>
              </a:xfrm>
              <a:custGeom>
                <a:avLst/>
                <a:gdLst>
                  <a:gd name="connsiteX0" fmla="*/ 16383 w 30765"/>
                  <a:gd name="connsiteY0" fmla="*/ 95 h 39528"/>
                  <a:gd name="connsiteX1" fmla="*/ 23051 w 30765"/>
                  <a:gd name="connsiteY1" fmla="*/ 1715 h 39528"/>
                  <a:gd name="connsiteX2" fmla="*/ 27718 w 30765"/>
                  <a:gd name="connsiteY2" fmla="*/ 6191 h 39528"/>
                  <a:gd name="connsiteX3" fmla="*/ 29337 w 30765"/>
                  <a:gd name="connsiteY3" fmla="*/ 12478 h 39528"/>
                  <a:gd name="connsiteX4" fmla="*/ 27146 w 30765"/>
                  <a:gd name="connsiteY4" fmla="*/ 19622 h 39528"/>
                  <a:gd name="connsiteX5" fmla="*/ 21812 w 30765"/>
                  <a:gd name="connsiteY5" fmla="*/ 23717 h 39528"/>
                  <a:gd name="connsiteX6" fmla="*/ 30766 w 30765"/>
                  <a:gd name="connsiteY6" fmla="*/ 39529 h 39528"/>
                  <a:gd name="connsiteX7" fmla="*/ 23717 w 30765"/>
                  <a:gd name="connsiteY7" fmla="*/ 39529 h 39528"/>
                  <a:gd name="connsiteX8" fmla="*/ 15526 w 30765"/>
                  <a:gd name="connsiteY8" fmla="*/ 24860 h 39528"/>
                  <a:gd name="connsiteX9" fmla="*/ 6191 w 30765"/>
                  <a:gd name="connsiteY9" fmla="*/ 24860 h 39528"/>
                  <a:gd name="connsiteX10" fmla="*/ 6191 w 30765"/>
                  <a:gd name="connsiteY10" fmla="*/ 39529 h 39528"/>
                  <a:gd name="connsiteX11" fmla="*/ 0 w 30765"/>
                  <a:gd name="connsiteY11" fmla="*/ 39529 h 39528"/>
                  <a:gd name="connsiteX12" fmla="*/ 0 w 30765"/>
                  <a:gd name="connsiteY12" fmla="*/ 0 h 39528"/>
                  <a:gd name="connsiteX13" fmla="*/ 16383 w 30765"/>
                  <a:gd name="connsiteY13" fmla="*/ 0 h 39528"/>
                  <a:gd name="connsiteX14" fmla="*/ 16383 w 30765"/>
                  <a:gd name="connsiteY14" fmla="*/ 19336 h 39528"/>
                  <a:gd name="connsiteX15" fmla="*/ 19907 w 30765"/>
                  <a:gd name="connsiteY15" fmla="*/ 18478 h 39528"/>
                  <a:gd name="connsiteX16" fmla="*/ 22289 w 30765"/>
                  <a:gd name="connsiteY16" fmla="*/ 16097 h 39528"/>
                  <a:gd name="connsiteX17" fmla="*/ 23146 w 30765"/>
                  <a:gd name="connsiteY17" fmla="*/ 12573 h 39528"/>
                  <a:gd name="connsiteX18" fmla="*/ 22289 w 30765"/>
                  <a:gd name="connsiteY18" fmla="*/ 9049 h 39528"/>
                  <a:gd name="connsiteX19" fmla="*/ 19907 w 30765"/>
                  <a:gd name="connsiteY19" fmla="*/ 6668 h 39528"/>
                  <a:gd name="connsiteX20" fmla="*/ 16383 w 30765"/>
                  <a:gd name="connsiteY20" fmla="*/ 5810 h 39528"/>
                  <a:gd name="connsiteX21" fmla="*/ 6191 w 30765"/>
                  <a:gd name="connsiteY21" fmla="*/ 5810 h 39528"/>
                  <a:gd name="connsiteX22" fmla="*/ 6191 w 30765"/>
                  <a:gd name="connsiteY22" fmla="*/ 19336 h 39528"/>
                  <a:gd name="connsiteX23" fmla="*/ 16383 w 30765"/>
                  <a:gd name="connsiteY23" fmla="*/ 19336 h 395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0765" h="39528">
                    <a:moveTo>
                      <a:pt x="16383" y="95"/>
                    </a:moveTo>
                    <a:cubicBezTo>
                      <a:pt x="18860" y="95"/>
                      <a:pt x="21050" y="667"/>
                      <a:pt x="23051" y="1715"/>
                    </a:cubicBezTo>
                    <a:cubicBezTo>
                      <a:pt x="25051" y="2762"/>
                      <a:pt x="26575" y="4286"/>
                      <a:pt x="27718" y="6191"/>
                    </a:cubicBezTo>
                    <a:cubicBezTo>
                      <a:pt x="28861" y="8096"/>
                      <a:pt x="29337" y="10192"/>
                      <a:pt x="29337" y="12478"/>
                    </a:cubicBezTo>
                    <a:cubicBezTo>
                      <a:pt x="29337" y="15335"/>
                      <a:pt x="28575" y="17717"/>
                      <a:pt x="27146" y="19622"/>
                    </a:cubicBezTo>
                    <a:cubicBezTo>
                      <a:pt x="25718" y="21527"/>
                      <a:pt x="23908" y="22860"/>
                      <a:pt x="21812" y="23717"/>
                    </a:cubicBezTo>
                    <a:lnTo>
                      <a:pt x="30766" y="39529"/>
                    </a:lnTo>
                    <a:lnTo>
                      <a:pt x="23717" y="39529"/>
                    </a:lnTo>
                    <a:lnTo>
                      <a:pt x="15526" y="24860"/>
                    </a:lnTo>
                    <a:lnTo>
                      <a:pt x="6191" y="24860"/>
                    </a:lnTo>
                    <a:lnTo>
                      <a:pt x="6191" y="39529"/>
                    </a:lnTo>
                    <a:lnTo>
                      <a:pt x="0" y="39529"/>
                    </a:lnTo>
                    <a:lnTo>
                      <a:pt x="0" y="0"/>
                    </a:lnTo>
                    <a:lnTo>
                      <a:pt x="16383" y="0"/>
                    </a:lnTo>
                    <a:close/>
                    <a:moveTo>
                      <a:pt x="16383" y="19336"/>
                    </a:moveTo>
                    <a:cubicBezTo>
                      <a:pt x="17717" y="19336"/>
                      <a:pt x="18860" y="19050"/>
                      <a:pt x="19907" y="18478"/>
                    </a:cubicBezTo>
                    <a:cubicBezTo>
                      <a:pt x="20955" y="17907"/>
                      <a:pt x="21717" y="17050"/>
                      <a:pt x="22289" y="16097"/>
                    </a:cubicBezTo>
                    <a:cubicBezTo>
                      <a:pt x="22860" y="15050"/>
                      <a:pt x="23146" y="13906"/>
                      <a:pt x="23146" y="12573"/>
                    </a:cubicBezTo>
                    <a:cubicBezTo>
                      <a:pt x="23146" y="11240"/>
                      <a:pt x="22860" y="10097"/>
                      <a:pt x="22289" y="9049"/>
                    </a:cubicBezTo>
                    <a:cubicBezTo>
                      <a:pt x="21717" y="8001"/>
                      <a:pt x="20860" y="7239"/>
                      <a:pt x="19907" y="6668"/>
                    </a:cubicBezTo>
                    <a:cubicBezTo>
                      <a:pt x="18860" y="6096"/>
                      <a:pt x="17717" y="5810"/>
                      <a:pt x="16383" y="5810"/>
                    </a:cubicBezTo>
                    <a:lnTo>
                      <a:pt x="6191" y="5810"/>
                    </a:lnTo>
                    <a:lnTo>
                      <a:pt x="6191" y="19336"/>
                    </a:lnTo>
                    <a:lnTo>
                      <a:pt x="16383" y="19336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ea typeface="Intel Clear" panose="020B0604020203020204" pitchFamily="34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C1BCBB2-B699-44A9-B291-3CCD0D0E00F2}"/>
                </a:ext>
              </a:extLst>
            </p:cNvPr>
            <p:cNvSpPr/>
            <p:nvPr/>
          </p:nvSpPr>
          <p:spPr>
            <a:xfrm>
              <a:off x="860457" y="4951823"/>
              <a:ext cx="158111" cy="158111"/>
            </a:xfrm>
            <a:prstGeom prst="rect">
              <a:avLst/>
            </a:prstGeom>
            <a:solidFill>
              <a:schemeClr val="accent4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73D17A91-F49E-45DE-835E-543E5DCD8458}"/>
                </a:ext>
              </a:extLst>
            </p:cNvPr>
            <p:cNvSpPr/>
            <p:nvPr/>
          </p:nvSpPr>
          <p:spPr>
            <a:xfrm>
              <a:off x="573803" y="5104242"/>
              <a:ext cx="286654" cy="286654"/>
            </a:xfrm>
            <a:prstGeom prst="rect">
              <a:avLst/>
            </a:prstGeom>
            <a:solidFill>
              <a:schemeClr val="accent3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77E01F40-8D2A-43E6-B578-00B92049883B}"/>
                </a:ext>
              </a:extLst>
            </p:cNvPr>
            <p:cNvSpPr/>
            <p:nvPr/>
          </p:nvSpPr>
          <p:spPr>
            <a:xfrm>
              <a:off x="861107" y="5390896"/>
              <a:ext cx="610214" cy="610214"/>
            </a:xfrm>
            <a:prstGeom prst="rect">
              <a:avLst/>
            </a:prstGeom>
            <a:solidFill>
              <a:schemeClr val="accent4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</p:grp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825262-3F6E-4DC6-AA53-E30B25B1583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43438" y="944163"/>
            <a:ext cx="9810362" cy="627700"/>
          </a:xfrm>
        </p:spPr>
        <p:txBody>
          <a:bodyPr anchor="b" anchorCtr="0">
            <a:normAutofit/>
          </a:bodyPr>
          <a:lstStyle>
            <a:lvl1pPr marL="0" indent="0">
              <a:buFontTx/>
              <a:buNone/>
              <a:defRPr sz="1600">
                <a:solidFill>
                  <a:schemeClr val="bg1"/>
                </a:solidFill>
                <a:latin typeface="IntelOne Text" panose="020B0503020203020204" pitchFamily="34" charset="77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E6BC2F-544E-4727-A6CC-2BE3B3E01B5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42536" y="1635111"/>
            <a:ext cx="9789007" cy="1874852"/>
          </a:xfrm>
        </p:spPr>
        <p:txBody>
          <a:bodyPr anchor="b"/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F0B31C-0AD0-4CC0-BF2B-DECE53E6665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42536" y="3602038"/>
            <a:ext cx="9789007" cy="1655762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9273796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5E1B587A-481D-4354-9508-D5D8FF887B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73803" y="0"/>
            <a:ext cx="4325371" cy="6377476"/>
            <a:chOff x="573803" y="0"/>
            <a:chExt cx="4325371" cy="6377476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CFE29C8-410C-4059-919F-670CE49EA18F}"/>
                </a:ext>
              </a:extLst>
            </p:cNvPr>
            <p:cNvSpPr/>
            <p:nvPr/>
          </p:nvSpPr>
          <p:spPr>
            <a:xfrm>
              <a:off x="1468406" y="0"/>
              <a:ext cx="3430768" cy="539087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ADCBE42-BEC7-4DF9-A16F-7E76C7D448E8}"/>
                </a:ext>
              </a:extLst>
            </p:cNvPr>
            <p:cNvSpPr/>
            <p:nvPr/>
          </p:nvSpPr>
          <p:spPr>
            <a:xfrm>
              <a:off x="860457" y="4951823"/>
              <a:ext cx="158111" cy="158111"/>
            </a:xfrm>
            <a:prstGeom prst="rect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AA47B74-98DC-499D-981D-583A2DD69E50}"/>
                </a:ext>
              </a:extLst>
            </p:cNvPr>
            <p:cNvSpPr/>
            <p:nvPr/>
          </p:nvSpPr>
          <p:spPr>
            <a:xfrm>
              <a:off x="573803" y="5104242"/>
              <a:ext cx="286654" cy="286654"/>
            </a:xfrm>
            <a:prstGeom prst="rect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33D68EB8-A34F-47E3-8B7F-5FF260D65B7C}"/>
                </a:ext>
              </a:extLst>
            </p:cNvPr>
            <p:cNvSpPr/>
            <p:nvPr/>
          </p:nvSpPr>
          <p:spPr>
            <a:xfrm>
              <a:off x="861107" y="5390896"/>
              <a:ext cx="610214" cy="610214"/>
            </a:xfrm>
            <a:prstGeom prst="rect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  <p:pic>
          <p:nvPicPr>
            <p:cNvPr id="17" name="Graphic 16">
              <a:extLst>
                <a:ext uri="{FF2B5EF4-FFF2-40B4-BE49-F238E27FC236}">
                  <a16:creationId xmlns:a16="http://schemas.microsoft.com/office/drawing/2014/main" id="{07897D68-7CB8-406F-9146-F00DE71319E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466513" y="5992753"/>
              <a:ext cx="1031758" cy="384723"/>
            </a:xfrm>
            <a:prstGeom prst="rect">
              <a:avLst/>
            </a:prstGeom>
          </p:spPr>
        </p:pic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66D8E5A8-9477-47F6-9CA7-9A7DC46705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73803" y="0"/>
            <a:ext cx="4325371" cy="6377476"/>
            <a:chOff x="573803" y="0"/>
            <a:chExt cx="4325371" cy="6377476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F200040-B841-47B7-8555-E0299CDC24FA}"/>
                </a:ext>
              </a:extLst>
            </p:cNvPr>
            <p:cNvSpPr/>
            <p:nvPr/>
          </p:nvSpPr>
          <p:spPr>
            <a:xfrm>
              <a:off x="1468406" y="0"/>
              <a:ext cx="3430768" cy="539087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A24C56C1-BF0A-4234-81F8-D2B769834C58}"/>
                </a:ext>
              </a:extLst>
            </p:cNvPr>
            <p:cNvSpPr/>
            <p:nvPr/>
          </p:nvSpPr>
          <p:spPr>
            <a:xfrm>
              <a:off x="860457" y="4951823"/>
              <a:ext cx="158111" cy="158111"/>
            </a:xfrm>
            <a:prstGeom prst="rect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657C8AC4-A26E-48AF-9B2F-93A0F02E758D}"/>
                </a:ext>
              </a:extLst>
            </p:cNvPr>
            <p:cNvSpPr/>
            <p:nvPr/>
          </p:nvSpPr>
          <p:spPr>
            <a:xfrm>
              <a:off x="573803" y="5104242"/>
              <a:ext cx="286654" cy="286654"/>
            </a:xfrm>
            <a:prstGeom prst="rect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6D5060BD-E2D2-44BB-ADFB-2B20CEB8775D}"/>
                </a:ext>
              </a:extLst>
            </p:cNvPr>
            <p:cNvSpPr/>
            <p:nvPr/>
          </p:nvSpPr>
          <p:spPr>
            <a:xfrm>
              <a:off x="861107" y="5390896"/>
              <a:ext cx="610214" cy="610214"/>
            </a:xfrm>
            <a:prstGeom prst="rect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  <p:pic>
          <p:nvPicPr>
            <p:cNvPr id="21" name="Graphic 20">
              <a:extLst>
                <a:ext uri="{FF2B5EF4-FFF2-40B4-BE49-F238E27FC236}">
                  <a16:creationId xmlns:a16="http://schemas.microsoft.com/office/drawing/2014/main" id="{5A184651-D34A-4937-8369-48ADD8E89C0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466513" y="5992753"/>
              <a:ext cx="1031758" cy="384723"/>
            </a:xfrm>
            <a:prstGeom prst="rect">
              <a:avLst/>
            </a:prstGeom>
          </p:spPr>
        </p:pic>
      </p:grp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825262-3F6E-4DC6-AA53-E30B25B1583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43438" y="944163"/>
            <a:ext cx="9810362" cy="627700"/>
          </a:xfrm>
        </p:spPr>
        <p:txBody>
          <a:bodyPr anchor="b" anchorCtr="0">
            <a:normAutofit/>
          </a:bodyPr>
          <a:lstStyle>
            <a:lvl1pPr marL="0" indent="0">
              <a:buFontTx/>
              <a:buNone/>
              <a:defRPr sz="1600">
                <a:solidFill>
                  <a:schemeClr val="accent1"/>
                </a:solidFill>
                <a:latin typeface="IntelOne Text" panose="020B0503020203020204" pitchFamily="34" charset="77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E6BC2F-544E-4727-A6CC-2BE3B3E01B5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42536" y="1635111"/>
            <a:ext cx="9789007" cy="1874852"/>
          </a:xfrm>
        </p:spPr>
        <p:txBody>
          <a:bodyPr anchor="b"/>
          <a:lstStyle>
            <a:lvl1pPr algn="l"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F0B31C-0AD0-4CC0-BF2B-DECE53E6665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42536" y="3602038"/>
            <a:ext cx="9789007" cy="1655762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0651782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13450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115AA-229D-4A6C-90C6-57CFD374E6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title style</a:t>
            </a:r>
          </a:p>
        </p:txBody>
      </p:sp>
    </p:spTree>
    <p:extLst>
      <p:ext uri="{BB962C8B-B14F-4D97-AF65-F5344CB8AC3E}">
        <p14:creationId xmlns:p14="http://schemas.microsoft.com/office/powerpoint/2010/main" val="35725055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A7416-C44D-4788-AE82-AF3D1327DA3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221694"/>
            <a:ext cx="10972800" cy="1199822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768FF6-8FD0-4E13-A01B-AB7AF941CB4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81000" y="1487056"/>
            <a:ext cx="10972800" cy="4689908"/>
          </a:xfrm>
        </p:spPr>
        <p:txBody>
          <a:bodyPr/>
          <a:lstStyle/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818164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7" orient="horz" pos="2160" userDrawn="1">
          <p15:clr>
            <a:srgbClr val="FBAE40"/>
          </p15:clr>
        </p15:guide>
        <p15:guide id="8" pos="240" userDrawn="1">
          <p15:clr>
            <a:srgbClr val="FBAE40"/>
          </p15:clr>
        </p15:guide>
        <p15:guide id="9" pos="7152" userDrawn="1">
          <p15:clr>
            <a:srgbClr val="FBAE4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A7416-C44D-4788-AE82-AF3D1327DA3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221694"/>
            <a:ext cx="10972800" cy="1199822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768FF6-8FD0-4E13-A01B-AB7AF941CB4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81000" y="1487056"/>
            <a:ext cx="10972800" cy="4689908"/>
          </a:xfrm>
        </p:spPr>
        <p:txBody>
          <a:bodyPr/>
          <a:lstStyle/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67408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4" orient="horz" pos="2160">
          <p15:clr>
            <a:srgbClr val="FBAE40"/>
          </p15:clr>
        </p15:guide>
        <p15:guide id="5" pos="240">
          <p15:clr>
            <a:srgbClr val="FBAE40"/>
          </p15:clr>
        </p15:guide>
        <p15:guide id="6" pos="7152">
          <p15:clr>
            <a:srgbClr val="FBAE4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A7416-C44D-4788-AE82-AF3D1327DA3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221694"/>
            <a:ext cx="10972800" cy="1199822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768FF6-8FD0-4E13-A01B-AB7AF941CB4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81000" y="1487056"/>
            <a:ext cx="10972800" cy="4689908"/>
          </a:xfrm>
        </p:spPr>
        <p:txBody>
          <a:bodyPr/>
          <a:lstStyle/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280582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4" orient="horz" pos="2160">
          <p15:clr>
            <a:srgbClr val="FBAE40"/>
          </p15:clr>
        </p15:guide>
        <p15:guide id="5" pos="240">
          <p15:clr>
            <a:srgbClr val="FBAE40"/>
          </p15:clr>
        </p15:guide>
        <p15:guide id="6" pos="7152">
          <p15:clr>
            <a:srgbClr val="FBAE40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A7416-C44D-4788-AE82-AF3D1327DA3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221694"/>
            <a:ext cx="10972800" cy="1199822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C827E3-834F-40BA-9518-B0648BD536F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494289"/>
            <a:ext cx="10972800" cy="52546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3200" b="0" i="0">
                <a:solidFill>
                  <a:schemeClr val="accent1"/>
                </a:solidFill>
                <a:latin typeface="IntelOne Text" panose="020B0503020203020204" pitchFamily="34" charset="77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768FF6-8FD0-4E13-A01B-AB7AF941CB4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81000" y="2110067"/>
            <a:ext cx="10972800" cy="4084256"/>
          </a:xfrm>
        </p:spPr>
        <p:txBody>
          <a:bodyPr/>
          <a:lstStyle/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923294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40">
          <p15:clr>
            <a:srgbClr val="FBAE40"/>
          </p15:clr>
        </p15:guide>
        <p15:guide id="3" pos="7152">
          <p15:clr>
            <a:srgbClr val="FBAE40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5B35A4-51BC-4EA4-8E63-8A7D09FB8A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C66EBB2-584E-4CD8-BAAE-06D480D3A0C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495361"/>
            <a:ext cx="10972800" cy="530454"/>
          </a:xfrm>
        </p:spPr>
        <p:txBody>
          <a:bodyPr>
            <a:noAutofit/>
          </a:bodyPr>
          <a:lstStyle>
            <a:lvl1pPr marL="0" indent="0">
              <a:buNone/>
              <a:defRPr sz="3200" b="0" i="0">
                <a:solidFill>
                  <a:schemeClr val="accent1"/>
                </a:solidFill>
                <a:latin typeface="IntelOne Text" panose="020B0503020203020204" pitchFamily="34" charset="77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46AEA0-8A4A-4395-842E-1588A8A29D4C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380999" y="2105680"/>
            <a:ext cx="5429865" cy="4095774"/>
          </a:xfrm>
        </p:spPr>
        <p:txBody>
          <a:bodyPr/>
          <a:lstStyle/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29D013-C7B6-4628-B2EF-9C1967AE612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5923935" y="2105680"/>
            <a:ext cx="5429865" cy="4095774"/>
          </a:xfrm>
        </p:spPr>
        <p:txBody>
          <a:bodyPr/>
          <a:lstStyle/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023331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5B35A4-51BC-4EA4-8E63-8A7D09FB8A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46AEA0-8A4A-4395-842E-1588A8A29D4C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380999" y="1496292"/>
            <a:ext cx="5429865" cy="4686689"/>
          </a:xfrm>
        </p:spPr>
        <p:txBody>
          <a:bodyPr/>
          <a:lstStyle/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29D013-C7B6-4628-B2EF-9C1967AE612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5923935" y="1496292"/>
            <a:ext cx="5429865" cy="4686689"/>
          </a:xfrm>
        </p:spPr>
        <p:txBody>
          <a:bodyPr/>
          <a:lstStyle/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00665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, Content &amp; 2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5B35A4-51BC-4EA4-8E63-8A7D09FB8A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221694"/>
            <a:ext cx="5429864" cy="1199822"/>
          </a:xfrm>
        </p:spPr>
        <p:txBody>
          <a:bodyPr/>
          <a:lstStyle/>
          <a:p>
            <a:r>
              <a:rPr lang="en-US"/>
              <a:t>Click to edit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C66EBB2-584E-4CD8-BAAE-06D480D3A0C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495361"/>
            <a:ext cx="5429864" cy="530454"/>
          </a:xfrm>
        </p:spPr>
        <p:txBody>
          <a:bodyPr>
            <a:noAutofit/>
          </a:bodyPr>
          <a:lstStyle>
            <a:lvl1pPr marL="0" indent="0">
              <a:buNone/>
              <a:defRPr sz="2800">
                <a:solidFill>
                  <a:schemeClr val="accent1"/>
                </a:solidFill>
                <a:latin typeface="IntelOne Text" panose="020B0503020203020204" pitchFamily="34" charset="77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46AEA0-8A4A-4395-842E-1588A8A29D4C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380999" y="2105680"/>
            <a:ext cx="5429865" cy="4095774"/>
          </a:xfrm>
        </p:spPr>
        <p:txBody>
          <a:bodyPr/>
          <a:lstStyle/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F6811E0-242E-4455-9E93-6248E7DEDA0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26394" y="230287"/>
            <a:ext cx="5429250" cy="2410686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9775C37-EE38-450C-8269-79E50F8E88A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926138" y="2655075"/>
            <a:ext cx="5429250" cy="470063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7DC24117-8044-4F60-A59D-9F61002D6C8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24550" y="3331781"/>
            <a:ext cx="5429250" cy="2410686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205F9606-8CF6-4C56-B2B6-E8A04B25F11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924294" y="5767077"/>
            <a:ext cx="5429250" cy="470063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text styles</a:t>
            </a:r>
          </a:p>
        </p:txBody>
      </p:sp>
    </p:spTree>
    <p:extLst>
      <p:ext uri="{BB962C8B-B14F-4D97-AF65-F5344CB8AC3E}">
        <p14:creationId xmlns:p14="http://schemas.microsoft.com/office/powerpoint/2010/main" val="1182169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, Content &amp; 1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5B35A4-51BC-4EA4-8E63-8A7D09FB8A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221694"/>
            <a:ext cx="5429864" cy="1199822"/>
          </a:xfrm>
        </p:spPr>
        <p:txBody>
          <a:bodyPr/>
          <a:lstStyle/>
          <a:p>
            <a:r>
              <a:rPr lang="en-US"/>
              <a:t>Click to edit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46AEA0-8A4A-4395-842E-1588A8A29D4C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380999" y="2105680"/>
            <a:ext cx="5429865" cy="4095774"/>
          </a:xfrm>
        </p:spPr>
        <p:txBody>
          <a:bodyPr/>
          <a:lstStyle/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F6811E0-242E-4455-9E93-6248E7DEDA0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26394" y="0"/>
            <a:ext cx="5808406" cy="6400799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4D1D699-1964-9A45-A892-EAAC949B825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495361"/>
            <a:ext cx="5429864" cy="530454"/>
          </a:xfrm>
        </p:spPr>
        <p:txBody>
          <a:bodyPr>
            <a:noAutofit/>
          </a:bodyPr>
          <a:lstStyle>
            <a:lvl1pPr marL="0" indent="0">
              <a:buNone/>
              <a:defRPr sz="2800">
                <a:solidFill>
                  <a:schemeClr val="accent1"/>
                </a:solidFill>
                <a:latin typeface="IntelOne Text" panose="020B0503020203020204" pitchFamily="34" charset="77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text styles</a:t>
            </a:r>
          </a:p>
        </p:txBody>
      </p:sp>
    </p:spTree>
    <p:extLst>
      <p:ext uri="{BB962C8B-B14F-4D97-AF65-F5344CB8AC3E}">
        <p14:creationId xmlns:p14="http://schemas.microsoft.com/office/powerpoint/2010/main" val="15831739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 pag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F6811E0-242E-4455-9E93-6248E7DEDA0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1734800" cy="6400799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1951220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A8C51-69D0-4653-9DD4-C9657C8565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0A8B5C-DC90-4F60-9A7A-08826CF8083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441833"/>
            <a:ext cx="10972800" cy="4241800"/>
          </a:xfrm>
        </p:spPr>
        <p:txBody>
          <a:bodyPr>
            <a:normAutofit/>
          </a:bodyPr>
          <a:lstStyle>
            <a:lvl1pPr marL="0" indent="0">
              <a:buNone/>
              <a:defRPr sz="6000" b="0" i="0">
                <a:solidFill>
                  <a:schemeClr val="accent1"/>
                </a:solidFill>
                <a:latin typeface="IntelOne Text" panose="020B0503020203020204" pitchFamily="34" charset="0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74C57F0-3964-4184-8486-C7C3D87AEA3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5757203"/>
            <a:ext cx="10972800" cy="501650"/>
          </a:xfrm>
        </p:spPr>
        <p:txBody>
          <a:bodyPr/>
          <a:lstStyle>
            <a:lvl1pPr marL="0" indent="0">
              <a:buNone/>
              <a:defRPr>
                <a:solidFill>
                  <a:schemeClr val="tx2"/>
                </a:solidFill>
                <a:latin typeface="IntelOne Text" panose="020B0503020203020204" pitchFamily="34" charset="77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</p:spTree>
    <p:extLst>
      <p:ext uri="{BB962C8B-B14F-4D97-AF65-F5344CB8AC3E}">
        <p14:creationId xmlns:p14="http://schemas.microsoft.com/office/powerpoint/2010/main" val="6093175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A8C51-69D0-4653-9DD4-C9657C8565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0A8B5C-DC90-4F60-9A7A-08826CF8083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441833"/>
            <a:ext cx="10972800" cy="4241800"/>
          </a:xfrm>
        </p:spPr>
        <p:txBody>
          <a:bodyPr>
            <a:normAutofit/>
          </a:bodyPr>
          <a:lstStyle>
            <a:lvl1pPr marL="0" indent="0">
              <a:buNone/>
              <a:defRPr sz="6000" b="0" i="0">
                <a:solidFill>
                  <a:schemeClr val="bg1"/>
                </a:solidFill>
                <a:latin typeface="IntelOne Text" panose="020B0503020203020204" pitchFamily="34" charset="0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74C57F0-3964-4184-8486-C7C3D87AEA3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5757203"/>
            <a:ext cx="10972800" cy="50165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  <a:latin typeface="IntelOne Text" panose="020B0503020203020204" pitchFamily="34" charset="77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43DA6DA-63DC-460A-B2F4-6584E4114B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400800"/>
            <a:ext cx="11734800" cy="457200"/>
          </a:xfrm>
          <a:prstGeom prst="rect">
            <a:avLst/>
          </a:prstGeom>
          <a:solidFill>
            <a:schemeClr val="tx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EF26FFBC-3F56-4549-828C-9A20F03B1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lum bright="10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37466" y="6554735"/>
            <a:ext cx="476084" cy="177524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1EBB8918-321F-4814-85AD-F9F7A8C67A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734800" y="0"/>
            <a:ext cx="457200" cy="6400800"/>
          </a:xfrm>
          <a:prstGeom prst="rect">
            <a:avLst/>
          </a:prstGeom>
          <a:solidFill>
            <a:schemeClr val="tx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DFBDE8F-8844-4DFF-BA21-35B58CB1D8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537995" y="6510549"/>
            <a:ext cx="1116010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>
                <a:solidFill>
                  <a:schemeClr val="bg1"/>
                </a:solidFill>
                <a:ea typeface="Intel Clear" panose="020B0604020203020204" pitchFamily="34" charset="0"/>
                <a:cs typeface="Times New Roman" panose="02020603050405020304" pitchFamily="18" charset="0"/>
              </a:rPr>
              <a:t>Intel Confidential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575CFAC-8A95-416C-AF0A-BE82C31DD5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86365" y="6510549"/>
            <a:ext cx="217239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sz="1200">
                <a:solidFill>
                  <a:schemeClr val="bg1"/>
                </a:solidFill>
                <a:ea typeface="Intel Clear" panose="020B0604020203020204" pitchFamily="34" charset="0"/>
                <a:cs typeface="Times New Roman" panose="02020603050405020304" pitchFamily="18" charset="0"/>
              </a:rPr>
              <a:t>Department or Event Name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01852F3-59BE-4CC1-B2BF-0FAA22504E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1898805" y="6553045"/>
            <a:ext cx="142668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1000" b="0" i="0" u="none" strike="noStrike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n-lt"/>
                <a:ea typeface="Intel Clear" panose="020B0604020203020204" pitchFamily="34" charset="0"/>
                <a:cs typeface="Times New Roman" panose="02020603050405020304" pitchFamily="18" charset="0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1000" b="0" i="0" u="none" strike="noStrike" cap="none" spc="0" normalizeH="0" baseline="0" err="1">
              <a:ln>
                <a:noFill/>
              </a:ln>
              <a:solidFill>
                <a:schemeClr val="bg1"/>
              </a:solidFill>
              <a:effectLst/>
              <a:uFillTx/>
              <a:latin typeface="+mn-lt"/>
              <a:ea typeface="Intel Clear" panose="020B0604020203020204" pitchFamily="34" charset="0"/>
              <a:cs typeface="Times New Roman" panose="02020603050405020304" pitchFamily="18" charset="0"/>
              <a:sym typeface="Helvetica Neue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40C7463-044C-48C5-9C61-01035600C0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406937"/>
            <a:ext cx="11734800" cy="457200"/>
          </a:xfrm>
          <a:prstGeom prst="rect">
            <a:avLst/>
          </a:prstGeom>
          <a:solidFill>
            <a:schemeClr val="tx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791783BE-2760-44E4-ADC3-DD3F254CEA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lum bright="10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37466" y="6554735"/>
            <a:ext cx="476084" cy="177524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3547586F-EE67-4051-9999-DE673BC9B9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734800" y="0"/>
            <a:ext cx="457200" cy="6400800"/>
          </a:xfrm>
          <a:prstGeom prst="rect">
            <a:avLst/>
          </a:prstGeom>
          <a:solidFill>
            <a:schemeClr val="tx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3B0D2E6-CDB6-4990-9882-8E1AC38762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537995" y="6510549"/>
            <a:ext cx="1116010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>
                <a:solidFill>
                  <a:schemeClr val="bg1"/>
                </a:solidFill>
                <a:ea typeface="Intel Clear" panose="020B0604020203020204" pitchFamily="34" charset="0"/>
                <a:cs typeface="Times New Roman" panose="02020603050405020304" pitchFamily="18" charset="0"/>
              </a:rPr>
              <a:t>Intel Confidential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8A1EC77-5BEB-45BB-B35A-D1CB9FB092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86365" y="6510549"/>
            <a:ext cx="217239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sz="1200">
                <a:solidFill>
                  <a:schemeClr val="bg1"/>
                </a:solidFill>
                <a:ea typeface="Intel Clear" panose="020B0604020203020204" pitchFamily="34" charset="0"/>
                <a:cs typeface="Times New Roman" panose="02020603050405020304" pitchFamily="18" charset="0"/>
              </a:rPr>
              <a:t>Department or Event Name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FE3CC19-B2E2-40FF-B774-8AD1AD5A1A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1898805" y="6553045"/>
            <a:ext cx="142668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1000" b="0" i="0" u="none" strike="noStrike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n-lt"/>
                <a:ea typeface="Intel Clear" panose="020B0604020203020204" pitchFamily="34" charset="0"/>
                <a:cs typeface="Times New Roman" panose="02020603050405020304" pitchFamily="18" charset="0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1000" b="0" i="0" u="none" strike="noStrike" cap="none" spc="0" normalizeH="0" baseline="0" err="1">
              <a:ln>
                <a:noFill/>
              </a:ln>
              <a:solidFill>
                <a:schemeClr val="bg1"/>
              </a:solidFill>
              <a:effectLst/>
              <a:uFillTx/>
              <a:latin typeface="+mn-lt"/>
              <a:ea typeface="Intel Clear" panose="020B0604020203020204" pitchFamily="34" charset="0"/>
              <a:cs typeface="Times New Roman" panose="02020603050405020304" pitchFamily="18" charset="0"/>
              <a:sym typeface="Helvetica Neue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7D835E5-FEB4-8E1D-42EA-8D6A193AC7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400800"/>
            <a:ext cx="11734800" cy="457200"/>
          </a:xfrm>
          <a:prstGeom prst="rect">
            <a:avLst/>
          </a:prstGeom>
          <a:solidFill>
            <a:schemeClr val="tx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5492C8A0-D822-C600-06DA-B08DE6DC1E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lum bright="10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37466" y="6554735"/>
            <a:ext cx="476084" cy="177524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CA5D31AE-63A6-8E56-E46E-D9ADCBFBD7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734800" y="0"/>
            <a:ext cx="457200" cy="6400800"/>
          </a:xfrm>
          <a:prstGeom prst="rect">
            <a:avLst/>
          </a:prstGeom>
          <a:solidFill>
            <a:schemeClr val="tx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BBA7C53-0256-4E69-3650-C90C564DD7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537995" y="6510549"/>
            <a:ext cx="1116010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>
                <a:solidFill>
                  <a:schemeClr val="bg1"/>
                </a:solidFill>
                <a:ea typeface="Intel Clear" panose="020B0604020203020204" pitchFamily="34" charset="0"/>
                <a:cs typeface="Times New Roman" panose="02020603050405020304" pitchFamily="18" charset="0"/>
              </a:rPr>
              <a:t>Intel Confidential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CD7B6C0-19BB-716A-8A70-518F92B43A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86365" y="6510549"/>
            <a:ext cx="217239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sz="1200">
                <a:solidFill>
                  <a:schemeClr val="bg1"/>
                </a:solidFill>
                <a:ea typeface="Intel Clear" panose="020B0604020203020204" pitchFamily="34" charset="0"/>
                <a:cs typeface="Times New Roman" panose="02020603050405020304" pitchFamily="18" charset="0"/>
              </a:rPr>
              <a:t>Department or Event Name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912CAA2-FA84-76CE-1C5B-DFC82B485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1898805" y="6553045"/>
            <a:ext cx="142668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1000" b="0" i="0" u="none" strike="noStrike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n-lt"/>
                <a:ea typeface="Intel Clear" panose="020B0604020203020204" pitchFamily="34" charset="0"/>
                <a:cs typeface="Times New Roman" panose="02020603050405020304" pitchFamily="18" charset="0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1000" b="0" i="0" u="none" strike="noStrike" cap="none" spc="0" normalizeH="0" baseline="0" err="1">
              <a:ln>
                <a:noFill/>
              </a:ln>
              <a:solidFill>
                <a:schemeClr val="bg1"/>
              </a:solidFill>
              <a:effectLst/>
              <a:uFillTx/>
              <a:latin typeface="+mn-lt"/>
              <a:ea typeface="Intel Clear" panose="020B0604020203020204" pitchFamily="34" charset="0"/>
              <a:cs typeface="Times New Roman" panose="02020603050405020304" pitchFamily="18" charset="0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986321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gu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A8C51-69D0-4653-9DD4-C9657C8565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2229178"/>
            <a:ext cx="10972800" cy="1199822"/>
          </a:xfrm>
        </p:spPr>
        <p:txBody>
          <a:bodyPr anchor="b" anchorCtr="0"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0A8B5C-DC90-4F60-9A7A-08826CF8083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3449317"/>
            <a:ext cx="10972800" cy="681935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accent1"/>
                </a:solidFill>
                <a:latin typeface="IntelOne Text" panose="020B0503020203020204" pitchFamily="34" charset="77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</p:spTree>
    <p:extLst>
      <p:ext uri="{BB962C8B-B14F-4D97-AF65-F5344CB8AC3E}">
        <p14:creationId xmlns:p14="http://schemas.microsoft.com/office/powerpoint/2010/main" val="35604812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gue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A8C51-69D0-4653-9DD4-C9657C8565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2229178"/>
            <a:ext cx="10972800" cy="1199822"/>
          </a:xfrm>
        </p:spPr>
        <p:txBody>
          <a:bodyPr anchor="b" anchorCtr="0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0A8B5C-DC90-4F60-9A7A-08826CF8083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3449317"/>
            <a:ext cx="10972800" cy="681935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  <a:latin typeface="IntelOne Text" panose="020B0503020203020204" pitchFamily="34" charset="77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CEB7CF4-6E59-4F58-B339-D2AEFB0D20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400800"/>
            <a:ext cx="11734800" cy="457200"/>
          </a:xfrm>
          <a:prstGeom prst="rect">
            <a:avLst/>
          </a:prstGeom>
          <a:solidFill>
            <a:schemeClr val="tx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42F87E56-D20F-4261-BEAD-AB9B17E14F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lum bright="10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37466" y="6554735"/>
            <a:ext cx="476084" cy="177524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55FB7B45-0229-4BD9-84EB-963DE20FBD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734800" y="0"/>
            <a:ext cx="457200" cy="6400800"/>
          </a:xfrm>
          <a:prstGeom prst="rect">
            <a:avLst/>
          </a:prstGeom>
          <a:solidFill>
            <a:schemeClr val="tx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F1CF056-9D11-4F80-AB2B-5694DFB8A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537995" y="6510549"/>
            <a:ext cx="1116010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>
                <a:solidFill>
                  <a:schemeClr val="bg1"/>
                </a:solidFill>
                <a:ea typeface="Intel Clear" panose="020B0604020203020204" pitchFamily="34" charset="0"/>
                <a:cs typeface="Times New Roman" panose="02020603050405020304" pitchFamily="18" charset="0"/>
              </a:rPr>
              <a:t>Intel Confidential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FD4934B-0E18-43C3-ABD3-375F5EB74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86365" y="6510549"/>
            <a:ext cx="217239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sz="1200">
                <a:solidFill>
                  <a:schemeClr val="bg1"/>
                </a:solidFill>
                <a:ea typeface="Intel Clear" panose="020B0604020203020204" pitchFamily="34" charset="0"/>
                <a:cs typeface="Times New Roman" panose="02020603050405020304" pitchFamily="18" charset="0"/>
              </a:rPr>
              <a:t>Department or Event Name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33A9EF0-587D-4D66-AF71-B360DB9198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1898805" y="6553045"/>
            <a:ext cx="142668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1000" b="0" i="0" u="none" strike="noStrike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n-lt"/>
                <a:ea typeface="Intel Clear" panose="020B0604020203020204" pitchFamily="34" charset="0"/>
                <a:cs typeface="Times New Roman" panose="02020603050405020304" pitchFamily="18" charset="0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1000" b="0" i="0" u="none" strike="noStrike" cap="none" spc="0" normalizeH="0" baseline="0" err="1">
              <a:ln>
                <a:noFill/>
              </a:ln>
              <a:solidFill>
                <a:schemeClr val="bg1"/>
              </a:solidFill>
              <a:effectLst/>
              <a:uFillTx/>
              <a:latin typeface="+mn-lt"/>
              <a:ea typeface="Intel Clear" panose="020B0604020203020204" pitchFamily="34" charset="0"/>
              <a:cs typeface="Times New Roman" panose="02020603050405020304" pitchFamily="18" charset="0"/>
              <a:sym typeface="Helvetica Neue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5E9F9A1-9773-43B8-98D0-A483D488C5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400800"/>
            <a:ext cx="11734800" cy="457200"/>
          </a:xfrm>
          <a:prstGeom prst="rect">
            <a:avLst/>
          </a:prstGeom>
          <a:solidFill>
            <a:schemeClr val="tx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50338064-1322-4DA2-AA1C-4E086E88E7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lum bright="10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37466" y="6554735"/>
            <a:ext cx="476084" cy="177524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EB20DD1C-FBB9-4A79-99DE-1A05C67584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734800" y="0"/>
            <a:ext cx="457200" cy="6400800"/>
          </a:xfrm>
          <a:prstGeom prst="rect">
            <a:avLst/>
          </a:prstGeom>
          <a:solidFill>
            <a:schemeClr val="tx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A8CF211-593C-4B89-BA8B-B4BF959BF1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537995" y="6510549"/>
            <a:ext cx="1116010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>
                <a:solidFill>
                  <a:schemeClr val="bg1"/>
                </a:solidFill>
                <a:ea typeface="Intel Clear" panose="020B0604020203020204" pitchFamily="34" charset="0"/>
                <a:cs typeface="Times New Roman" panose="02020603050405020304" pitchFamily="18" charset="0"/>
              </a:rPr>
              <a:t>Intel Confidential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386AE8E-163B-4673-9C89-BA60DB5BB6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86365" y="6510549"/>
            <a:ext cx="217239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sz="1200">
                <a:solidFill>
                  <a:schemeClr val="bg1"/>
                </a:solidFill>
                <a:ea typeface="Intel Clear" panose="020B0604020203020204" pitchFamily="34" charset="0"/>
                <a:cs typeface="Times New Roman" panose="02020603050405020304" pitchFamily="18" charset="0"/>
              </a:rPr>
              <a:t>Department or Event Name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A9A01FA-314F-465F-BEBB-029CC884BD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1898805" y="6553045"/>
            <a:ext cx="142668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1000" b="0" i="0" u="none" strike="noStrike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n-lt"/>
                <a:ea typeface="Intel Clear" panose="020B0604020203020204" pitchFamily="34" charset="0"/>
                <a:cs typeface="Times New Roman" panose="02020603050405020304" pitchFamily="18" charset="0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1000" b="0" i="0" u="none" strike="noStrike" cap="none" spc="0" normalizeH="0" baseline="0" err="1">
              <a:ln>
                <a:noFill/>
              </a:ln>
              <a:solidFill>
                <a:schemeClr val="bg1"/>
              </a:solidFill>
              <a:effectLst/>
              <a:uFillTx/>
              <a:latin typeface="+mn-lt"/>
              <a:ea typeface="Intel Clear" panose="020B0604020203020204" pitchFamily="34" charset="0"/>
              <a:cs typeface="Times New Roman" panose="02020603050405020304" pitchFamily="18" charset="0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3401460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ontent Blue A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5A368D64-A019-4399-A672-206E0E3B74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67399" y="402558"/>
            <a:ext cx="5874297" cy="6003471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EA8C51-69D0-4653-9DD4-C9657C8565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5220" y="2614497"/>
            <a:ext cx="4838270" cy="1782383"/>
          </a:xfrm>
        </p:spPr>
        <p:txBody>
          <a:bodyPr anchor="t" anchorCtr="0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C841197-2CF0-45F0-8F2A-7933BBBCA6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734800" y="6400800"/>
            <a:ext cx="457200" cy="457200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57C7E27-4D13-40CC-BD02-3CD7453D0B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67399" y="402558"/>
            <a:ext cx="5874297" cy="6003471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0A8B5C-DC90-4F60-9A7A-08826CF8083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87623" y="546389"/>
            <a:ext cx="5433848" cy="1118706"/>
          </a:xfrm>
        </p:spPr>
        <p:txBody>
          <a:bodyPr anchor="ctr" anchorCtr="0">
            <a:noAutofit/>
          </a:bodyPr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5706ADC8-E536-415C-9589-A82AD6F7BDD1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087623" y="1813801"/>
            <a:ext cx="5433848" cy="437679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42F87E56-D20F-4261-BEAD-AB9B17E14F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lum bright="10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37466" y="6554735"/>
            <a:ext cx="476084" cy="177524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BF1CF056-9D11-4F80-AB2B-5694DFB8A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537995" y="6510549"/>
            <a:ext cx="1116010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>
                <a:solidFill>
                  <a:schemeClr val="bg1"/>
                </a:solidFill>
                <a:ea typeface="Intel Clear" panose="020B0604020203020204" pitchFamily="34" charset="0"/>
                <a:cs typeface="Times New Roman" panose="02020603050405020304" pitchFamily="18" charset="0"/>
              </a:rPr>
              <a:t>Intel Confidential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FD4934B-0E18-43C3-ABD3-375F5EB74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86365" y="6510549"/>
            <a:ext cx="217239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sz="1200">
                <a:solidFill>
                  <a:schemeClr val="bg1"/>
                </a:solidFill>
                <a:ea typeface="Intel Clear" panose="020B0604020203020204" pitchFamily="34" charset="0"/>
                <a:cs typeface="Times New Roman" panose="02020603050405020304" pitchFamily="18" charset="0"/>
              </a:rPr>
              <a:t>Department or Event Name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33A9EF0-587D-4D66-AF71-B360DB9198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1898805" y="6553045"/>
            <a:ext cx="142668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1000" b="0" i="0" u="none" strike="noStrike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n-lt"/>
                <a:ea typeface="Intel Clear" panose="020B0604020203020204" pitchFamily="34" charset="0"/>
                <a:cs typeface="Times New Roman" panose="02020603050405020304" pitchFamily="18" charset="0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1000" b="0" i="0" u="none" strike="noStrike" cap="none" spc="0" normalizeH="0" baseline="0" err="1">
              <a:ln>
                <a:noFill/>
              </a:ln>
              <a:solidFill>
                <a:schemeClr val="bg1"/>
              </a:solidFill>
              <a:effectLst/>
              <a:uFillTx/>
              <a:latin typeface="+mn-lt"/>
              <a:ea typeface="Intel Clear" panose="020B0604020203020204" pitchFamily="34" charset="0"/>
              <a:cs typeface="Times New Roman" panose="02020603050405020304" pitchFamily="18" charset="0"/>
              <a:sym typeface="Helvetica Neue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41B807F-E5A0-4B47-8126-0798D03DDE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36812" y="2023074"/>
            <a:ext cx="492319" cy="591423"/>
            <a:chOff x="536812" y="2023074"/>
            <a:chExt cx="492319" cy="59142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2EB94AE-1165-4C66-B976-C2E168859D49}"/>
                </a:ext>
              </a:extLst>
            </p:cNvPr>
            <p:cNvSpPr/>
            <p:nvPr/>
          </p:nvSpPr>
          <p:spPr>
            <a:xfrm>
              <a:off x="709974" y="2295340"/>
              <a:ext cx="319157" cy="319157"/>
            </a:xfrm>
            <a:prstGeom prst="rect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9F8E51D-DCA9-46A9-A882-29E595D6A99F}"/>
                </a:ext>
              </a:extLst>
            </p:cNvPr>
            <p:cNvSpPr/>
            <p:nvPr/>
          </p:nvSpPr>
          <p:spPr>
            <a:xfrm>
              <a:off x="536812" y="2123120"/>
              <a:ext cx="174318" cy="174318"/>
            </a:xfrm>
            <a:prstGeom prst="rect">
              <a:avLst/>
            </a:prstGeom>
            <a:solidFill>
              <a:srgbClr val="7BDEFF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E74772E-29C4-4337-A397-0F1232F1F1FE}"/>
                </a:ext>
              </a:extLst>
            </p:cNvPr>
            <p:cNvSpPr/>
            <p:nvPr/>
          </p:nvSpPr>
          <p:spPr>
            <a:xfrm>
              <a:off x="711130" y="2023074"/>
              <a:ext cx="100045" cy="100045"/>
            </a:xfrm>
            <a:prstGeom prst="rect">
              <a:avLst/>
            </a:prstGeom>
            <a:solidFill>
              <a:srgbClr val="B4F0FF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3C2D0DF1-6BFD-4E45-8CA9-4436F31DB6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734800" y="6400800"/>
            <a:ext cx="457200" cy="457200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0BFD17C7-2044-4743-9B58-A721FED6F0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lum bright="10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37466" y="6554735"/>
            <a:ext cx="476084" cy="177524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BC1BD233-1B52-4259-BBB2-FFAB0A8D1A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537995" y="6510549"/>
            <a:ext cx="1116010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>
                <a:solidFill>
                  <a:schemeClr val="bg1"/>
                </a:solidFill>
                <a:ea typeface="Intel Clear" panose="020B0604020203020204" pitchFamily="34" charset="0"/>
                <a:cs typeface="Times New Roman" panose="02020603050405020304" pitchFamily="18" charset="0"/>
              </a:rPr>
              <a:t>Intel Confidential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E012ABA-EED9-48CA-B3FF-9EE6151C69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1898805" y="6553045"/>
            <a:ext cx="142668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1000" b="0" i="0" u="none" strike="noStrike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n-lt"/>
                <a:ea typeface="Intel Clear" panose="020B0604020203020204" pitchFamily="34" charset="0"/>
                <a:cs typeface="Times New Roman" panose="02020603050405020304" pitchFamily="18" charset="0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1000" b="0" i="0" u="none" strike="noStrike" cap="none" spc="0" normalizeH="0" baseline="0" err="1">
              <a:ln>
                <a:noFill/>
              </a:ln>
              <a:solidFill>
                <a:schemeClr val="bg1"/>
              </a:solidFill>
              <a:effectLst/>
              <a:uFillTx/>
              <a:latin typeface="+mn-lt"/>
              <a:ea typeface="Intel Clear" panose="020B0604020203020204" pitchFamily="34" charset="0"/>
              <a:cs typeface="Times New Roman" panose="02020603050405020304" pitchFamily="18" charset="0"/>
              <a:sym typeface="Helvetica Neue"/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A2426B1C-8B0F-44A4-8250-F1D859854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36812" y="2023074"/>
            <a:ext cx="492319" cy="591423"/>
            <a:chOff x="536812" y="2023074"/>
            <a:chExt cx="492319" cy="591423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45D4EF16-2639-4F0C-B7CE-3B49694D7462}"/>
                </a:ext>
              </a:extLst>
            </p:cNvPr>
            <p:cNvSpPr/>
            <p:nvPr/>
          </p:nvSpPr>
          <p:spPr>
            <a:xfrm>
              <a:off x="709974" y="2295340"/>
              <a:ext cx="319157" cy="319157"/>
            </a:xfrm>
            <a:prstGeom prst="rect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8FFEF9D7-E955-4747-98A8-A3CDA0B2EA11}"/>
                </a:ext>
              </a:extLst>
            </p:cNvPr>
            <p:cNvSpPr/>
            <p:nvPr/>
          </p:nvSpPr>
          <p:spPr>
            <a:xfrm>
              <a:off x="536812" y="2123120"/>
              <a:ext cx="174318" cy="174318"/>
            </a:xfrm>
            <a:prstGeom prst="rect">
              <a:avLst/>
            </a:prstGeom>
            <a:solidFill>
              <a:srgbClr val="7BDEFF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1C53175F-9DFF-470F-9639-8993D337BE4A}"/>
                </a:ext>
              </a:extLst>
            </p:cNvPr>
            <p:cNvSpPr/>
            <p:nvPr/>
          </p:nvSpPr>
          <p:spPr>
            <a:xfrm>
              <a:off x="711130" y="2023074"/>
              <a:ext cx="100045" cy="100045"/>
            </a:xfrm>
            <a:prstGeom prst="rect">
              <a:avLst/>
            </a:prstGeom>
            <a:solidFill>
              <a:srgbClr val="B4F0FF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359270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ontent Blue B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76F68134-655A-4C58-8EC5-042D492A62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67399" y="402558"/>
            <a:ext cx="5874297" cy="6003471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C841197-2CF0-45F0-8F2A-7933BBBCA6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734800" y="6400800"/>
            <a:ext cx="457200" cy="457200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57C7E27-4D13-40CC-BD02-3CD7453D0B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67399" y="402558"/>
            <a:ext cx="5874297" cy="6003471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EA8C51-69D0-4653-9DD4-C9657C8565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5220" y="2614497"/>
            <a:ext cx="4838270" cy="1782383"/>
          </a:xfrm>
        </p:spPr>
        <p:txBody>
          <a:bodyPr anchor="t" anchorCtr="0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0A8B5C-DC90-4F60-9A7A-08826CF8083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87623" y="546389"/>
            <a:ext cx="5433848" cy="1118706"/>
          </a:xfrm>
        </p:spPr>
        <p:txBody>
          <a:bodyPr anchor="ctr" anchorCtr="0">
            <a:noAutofit/>
          </a:bodyPr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5706ADC8-E536-415C-9589-A82AD6F7BDD1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087623" y="1813801"/>
            <a:ext cx="5433848" cy="437679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42F87E56-D20F-4261-BEAD-AB9B17E14F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lum bright="10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37466" y="6554735"/>
            <a:ext cx="476084" cy="177524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BF1CF056-9D11-4F80-AB2B-5694DFB8A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537995" y="6510549"/>
            <a:ext cx="1116010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>
                <a:solidFill>
                  <a:schemeClr val="bg1"/>
                </a:solidFill>
                <a:ea typeface="Intel Clear" panose="020B0604020203020204" pitchFamily="34" charset="0"/>
                <a:cs typeface="Times New Roman" panose="02020603050405020304" pitchFamily="18" charset="0"/>
              </a:rPr>
              <a:t>Intel Confidential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FD4934B-0E18-43C3-ABD3-375F5EB74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86365" y="6510549"/>
            <a:ext cx="217239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sz="1200">
                <a:solidFill>
                  <a:schemeClr val="bg1"/>
                </a:solidFill>
                <a:ea typeface="Intel Clear" panose="020B0604020203020204" pitchFamily="34" charset="0"/>
                <a:cs typeface="Times New Roman" panose="02020603050405020304" pitchFamily="18" charset="0"/>
              </a:rPr>
              <a:t>Department or Event Name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33A9EF0-587D-4D66-AF71-B360DB9198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1898805" y="6553045"/>
            <a:ext cx="142668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1000" b="0" i="0" u="none" strike="noStrike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n-lt"/>
                <a:ea typeface="Intel Clear" panose="020B0604020203020204" pitchFamily="34" charset="0"/>
                <a:cs typeface="Times New Roman" panose="02020603050405020304" pitchFamily="18" charset="0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1000" b="0" i="0" u="none" strike="noStrike" cap="none" spc="0" normalizeH="0" baseline="0" err="1">
              <a:ln>
                <a:noFill/>
              </a:ln>
              <a:solidFill>
                <a:schemeClr val="bg1"/>
              </a:solidFill>
              <a:effectLst/>
              <a:uFillTx/>
              <a:latin typeface="+mn-lt"/>
              <a:ea typeface="Intel Clear" panose="020B0604020203020204" pitchFamily="34" charset="0"/>
              <a:cs typeface="Times New Roman" panose="02020603050405020304" pitchFamily="18" charset="0"/>
              <a:sym typeface="Helvetica Neue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F16FE66-F77C-48EC-9636-B0D3F1F81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36812" y="2023074"/>
            <a:ext cx="492319" cy="591423"/>
            <a:chOff x="536812" y="2023074"/>
            <a:chExt cx="492319" cy="59142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2EB94AE-1165-4C66-B976-C2E168859D49}"/>
                </a:ext>
              </a:extLst>
            </p:cNvPr>
            <p:cNvSpPr/>
            <p:nvPr/>
          </p:nvSpPr>
          <p:spPr>
            <a:xfrm>
              <a:off x="709974" y="2295340"/>
              <a:ext cx="319157" cy="319157"/>
            </a:xfrm>
            <a:prstGeom prst="rect">
              <a:avLst/>
            </a:prstGeom>
            <a:solidFill>
              <a:schemeClr val="accent4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9F8E51D-DCA9-46A9-A882-29E595D6A99F}"/>
                </a:ext>
              </a:extLst>
            </p:cNvPr>
            <p:cNvSpPr/>
            <p:nvPr/>
          </p:nvSpPr>
          <p:spPr>
            <a:xfrm>
              <a:off x="536812" y="2123120"/>
              <a:ext cx="174318" cy="174318"/>
            </a:xfrm>
            <a:prstGeom prst="rect">
              <a:avLst/>
            </a:prstGeom>
            <a:solidFill>
              <a:schemeClr val="accent3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E74772E-29C4-4337-A397-0F1232F1F1FE}"/>
                </a:ext>
              </a:extLst>
            </p:cNvPr>
            <p:cNvSpPr/>
            <p:nvPr/>
          </p:nvSpPr>
          <p:spPr>
            <a:xfrm>
              <a:off x="711130" y="2023074"/>
              <a:ext cx="100045" cy="100045"/>
            </a:xfrm>
            <a:prstGeom prst="rect">
              <a:avLst/>
            </a:prstGeom>
            <a:solidFill>
              <a:schemeClr val="accent4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2FC6B6DC-5CBA-4569-BD05-67C2152AE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734800" y="6400800"/>
            <a:ext cx="457200" cy="457200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EF9F90E2-0FB9-44A2-B48E-E894C3113E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lum bright="10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37466" y="6554735"/>
            <a:ext cx="476084" cy="177524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4B2BE4E4-A2DB-46D6-B372-8C331EFD1D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537995" y="6510549"/>
            <a:ext cx="1116010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>
                <a:solidFill>
                  <a:schemeClr val="bg1"/>
                </a:solidFill>
                <a:ea typeface="Intel Clear" panose="020B0604020203020204" pitchFamily="34" charset="0"/>
                <a:cs typeface="Times New Roman" panose="02020603050405020304" pitchFamily="18" charset="0"/>
              </a:rPr>
              <a:t>Intel Confidential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D945211-AEEA-4A21-B35C-B4FC0F99C6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1898805" y="6553045"/>
            <a:ext cx="142668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1000" b="0" i="0" u="none" strike="noStrike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n-lt"/>
                <a:ea typeface="Intel Clear" panose="020B0604020203020204" pitchFamily="34" charset="0"/>
                <a:cs typeface="Times New Roman" panose="02020603050405020304" pitchFamily="18" charset="0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1000" b="0" i="0" u="none" strike="noStrike" cap="none" spc="0" normalizeH="0" baseline="0" err="1">
              <a:ln>
                <a:noFill/>
              </a:ln>
              <a:solidFill>
                <a:schemeClr val="bg1"/>
              </a:solidFill>
              <a:effectLst/>
              <a:uFillTx/>
              <a:latin typeface="+mn-lt"/>
              <a:ea typeface="Intel Clear" panose="020B0604020203020204" pitchFamily="34" charset="0"/>
              <a:cs typeface="Times New Roman" panose="02020603050405020304" pitchFamily="18" charset="0"/>
              <a:sym typeface="Helvetica Neue"/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3CBCDBB5-E209-49E3-8CC6-AEB941DB1E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36812" y="2023074"/>
            <a:ext cx="492319" cy="591423"/>
            <a:chOff x="536812" y="2023074"/>
            <a:chExt cx="492319" cy="591423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E63C2813-2F09-413F-9991-44CA3B6BE2D7}"/>
                </a:ext>
              </a:extLst>
            </p:cNvPr>
            <p:cNvSpPr/>
            <p:nvPr/>
          </p:nvSpPr>
          <p:spPr>
            <a:xfrm>
              <a:off x="709974" y="2295340"/>
              <a:ext cx="319157" cy="319157"/>
            </a:xfrm>
            <a:prstGeom prst="rect">
              <a:avLst/>
            </a:prstGeom>
            <a:solidFill>
              <a:schemeClr val="accent4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892EC626-BB7B-40F7-9ABD-4FB62F9E9719}"/>
                </a:ext>
              </a:extLst>
            </p:cNvPr>
            <p:cNvSpPr/>
            <p:nvPr/>
          </p:nvSpPr>
          <p:spPr>
            <a:xfrm>
              <a:off x="536812" y="2123120"/>
              <a:ext cx="174318" cy="174318"/>
            </a:xfrm>
            <a:prstGeom prst="rect">
              <a:avLst/>
            </a:prstGeom>
            <a:solidFill>
              <a:schemeClr val="accent3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040C129E-8ED4-49C2-A5EB-49C77A547ED5}"/>
                </a:ext>
              </a:extLst>
            </p:cNvPr>
            <p:cNvSpPr/>
            <p:nvPr/>
          </p:nvSpPr>
          <p:spPr>
            <a:xfrm>
              <a:off x="711130" y="2023074"/>
              <a:ext cx="100045" cy="100045"/>
            </a:xfrm>
            <a:prstGeom prst="rect">
              <a:avLst/>
            </a:prstGeom>
            <a:solidFill>
              <a:schemeClr val="accent4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91226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White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89E57986-E823-49CC-B8D3-C5A2AD9415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67399" y="402558"/>
            <a:ext cx="5874297" cy="6003471"/>
          </a:xfrm>
          <a:prstGeom prst="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EA8C51-69D0-4653-9DD4-C9657C8565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5220" y="2614497"/>
            <a:ext cx="4838270" cy="1782383"/>
          </a:xfrm>
        </p:spPr>
        <p:txBody>
          <a:bodyPr anchor="t" anchorCtr="0">
            <a:normAutofit/>
          </a:bodyPr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32B7E3E-B537-4EE3-BA97-B90982F6C31B}"/>
              </a:ext>
            </a:extLst>
          </p:cNvPr>
          <p:cNvSpPr/>
          <p:nvPr/>
        </p:nvSpPr>
        <p:spPr>
          <a:xfrm>
            <a:off x="11734800" y="6400800"/>
            <a:ext cx="457200" cy="457200"/>
          </a:xfrm>
          <a:prstGeom prst="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57C7E27-4D13-40CC-BD02-3CD7453D0B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67399" y="402558"/>
            <a:ext cx="5874297" cy="6003471"/>
          </a:xfrm>
          <a:prstGeom prst="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0A8B5C-DC90-4F60-9A7A-08826CF8083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87623" y="546389"/>
            <a:ext cx="5433848" cy="1118706"/>
          </a:xfrm>
        </p:spPr>
        <p:txBody>
          <a:bodyPr anchor="ctr" anchorCtr="0">
            <a:noAutofit/>
          </a:bodyPr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506BD04-B5E7-422F-B321-54907EFDFD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36812" y="2023074"/>
            <a:ext cx="492319" cy="591423"/>
            <a:chOff x="536812" y="2023074"/>
            <a:chExt cx="492319" cy="59142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2EB94AE-1165-4C66-B976-C2E168859D49}"/>
                </a:ext>
              </a:extLst>
            </p:cNvPr>
            <p:cNvSpPr/>
            <p:nvPr/>
          </p:nvSpPr>
          <p:spPr>
            <a:xfrm>
              <a:off x="709974" y="2295340"/>
              <a:ext cx="319157" cy="319157"/>
            </a:xfrm>
            <a:prstGeom prst="rect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9F8E51D-DCA9-46A9-A882-29E595D6A99F}"/>
                </a:ext>
              </a:extLst>
            </p:cNvPr>
            <p:cNvSpPr/>
            <p:nvPr/>
          </p:nvSpPr>
          <p:spPr>
            <a:xfrm>
              <a:off x="536812" y="2123120"/>
              <a:ext cx="174318" cy="174318"/>
            </a:xfrm>
            <a:prstGeom prst="rect">
              <a:avLst/>
            </a:prstGeom>
            <a:solidFill>
              <a:srgbClr val="7BDEFF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E74772E-29C4-4337-A397-0F1232F1F1FE}"/>
                </a:ext>
              </a:extLst>
            </p:cNvPr>
            <p:cNvSpPr/>
            <p:nvPr/>
          </p:nvSpPr>
          <p:spPr>
            <a:xfrm>
              <a:off x="711130" y="2023074"/>
              <a:ext cx="100045" cy="100045"/>
            </a:xfrm>
            <a:prstGeom prst="rect">
              <a:avLst/>
            </a:prstGeom>
            <a:solidFill>
              <a:srgbClr val="B4F0FF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</p:grp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5706ADC8-E536-415C-9589-A82AD6F7BDD1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087623" y="1813801"/>
            <a:ext cx="5433848" cy="437679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175E17D-D74E-461D-9994-21701E9CF3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1898805" y="6553045"/>
            <a:ext cx="142668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1000" b="0" i="0" u="none" strike="noStrike" cap="none" spc="0" normalizeH="0" baseline="0" smtClean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Intel Clear" panose="020B0604020203020204" pitchFamily="34" charset="0"/>
                <a:cs typeface="Times New Roman" panose="02020603050405020304" pitchFamily="18" charset="0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1000" b="0" i="0" u="none" strike="noStrike" cap="none" spc="0" normalizeH="0" baseline="0" err="1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ea typeface="Intel Clear" panose="020B0604020203020204" pitchFamily="34" charset="0"/>
              <a:cs typeface="Times New Roman" panose="02020603050405020304" pitchFamily="18" charset="0"/>
              <a:sym typeface="Helvetica Neue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65D4340-FCEE-4743-A648-5DB311031F75}"/>
              </a:ext>
            </a:extLst>
          </p:cNvPr>
          <p:cNvSpPr/>
          <p:nvPr/>
        </p:nvSpPr>
        <p:spPr>
          <a:xfrm>
            <a:off x="11734800" y="6400800"/>
            <a:ext cx="457200" cy="457200"/>
          </a:xfrm>
          <a:prstGeom prst="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C35DA17-DFF2-467C-A710-877908080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36812" y="2023074"/>
            <a:ext cx="492319" cy="591423"/>
            <a:chOff x="536812" y="2023074"/>
            <a:chExt cx="492319" cy="591423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C6AEFDCF-A68C-4E0D-95B4-6F1A9717550A}"/>
                </a:ext>
              </a:extLst>
            </p:cNvPr>
            <p:cNvSpPr/>
            <p:nvPr/>
          </p:nvSpPr>
          <p:spPr>
            <a:xfrm>
              <a:off x="709974" y="2295340"/>
              <a:ext cx="319157" cy="319157"/>
            </a:xfrm>
            <a:prstGeom prst="rect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F55E41F1-4636-455F-8CC5-9CC2D25CD287}"/>
                </a:ext>
              </a:extLst>
            </p:cNvPr>
            <p:cNvSpPr/>
            <p:nvPr/>
          </p:nvSpPr>
          <p:spPr>
            <a:xfrm>
              <a:off x="536812" y="2123120"/>
              <a:ext cx="174318" cy="174318"/>
            </a:xfrm>
            <a:prstGeom prst="rect">
              <a:avLst/>
            </a:prstGeom>
            <a:solidFill>
              <a:srgbClr val="7BDEFF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2BF6C486-C6BA-41CF-8F21-5691BA4400F2}"/>
                </a:ext>
              </a:extLst>
            </p:cNvPr>
            <p:cNvSpPr/>
            <p:nvPr/>
          </p:nvSpPr>
          <p:spPr>
            <a:xfrm>
              <a:off x="711130" y="2023074"/>
              <a:ext cx="100045" cy="100045"/>
            </a:xfrm>
            <a:prstGeom prst="rect">
              <a:avLst/>
            </a:prstGeom>
            <a:solidFill>
              <a:srgbClr val="B4F0FF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A0695690-BC82-4B1F-9B7E-92DC6CAFF1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1898805" y="6553045"/>
            <a:ext cx="142668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1000" b="0" i="0" u="none" strike="noStrike" cap="none" spc="0" normalizeH="0" baseline="0" smtClean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Intel Clear" panose="020B0604020203020204" pitchFamily="34" charset="0"/>
                <a:cs typeface="Times New Roman" panose="02020603050405020304" pitchFamily="18" charset="0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1000" b="0" i="0" u="none" strike="noStrike" cap="none" spc="0" normalizeH="0" baseline="0" err="1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ea typeface="Intel Clear" panose="020B0604020203020204" pitchFamily="34" charset="0"/>
              <a:cs typeface="Times New Roman" panose="02020603050405020304" pitchFamily="18" charset="0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621053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Frame White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875A302-45A3-481F-BFAB-9A074C3F77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464127"/>
            <a:ext cx="11286348" cy="5944838"/>
          </a:xfrm>
          <a:prstGeom prst="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6A6F6B2-1DD0-42F2-9039-5327CC0EF1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734800" y="6400800"/>
            <a:ext cx="457200" cy="457200"/>
          </a:xfrm>
          <a:prstGeom prst="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B3A20D-927D-4DD1-8E5E-A3AC6EDE39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1898805" y="6553045"/>
            <a:ext cx="142668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1000" b="0" i="0" u="none" strike="noStrike" cap="none" spc="0" normalizeH="0" baseline="0" smtClean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Intel Clear" panose="020B0604020203020204" pitchFamily="34" charset="0"/>
                <a:cs typeface="Times New Roman" panose="02020603050405020304" pitchFamily="18" charset="0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1000" b="0" i="0" u="none" strike="noStrike" cap="none" spc="0" normalizeH="0" baseline="0" err="1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ea typeface="Intel Clear" panose="020B0604020203020204" pitchFamily="34" charset="0"/>
              <a:cs typeface="Times New Roman" panose="02020603050405020304" pitchFamily="18" charset="0"/>
              <a:sym typeface="Helvetica Neue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00988D3-27CA-4F8F-A6E2-E1104C51DC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734800" y="6400800"/>
            <a:ext cx="457200" cy="457200"/>
          </a:xfrm>
          <a:prstGeom prst="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7030671-1E88-49B1-9FE5-927C1B8EE1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1898805" y="6553045"/>
            <a:ext cx="142668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1000" b="0" i="0" u="none" strike="noStrike" cap="none" spc="0" normalizeH="0" baseline="0" smtClean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Intel Clear" panose="020B0604020203020204" pitchFamily="34" charset="0"/>
                <a:cs typeface="Times New Roman" panose="02020603050405020304" pitchFamily="18" charset="0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1000" b="0" i="0" u="none" strike="noStrike" cap="none" spc="0" normalizeH="0" baseline="0" err="1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ea typeface="Intel Clear" panose="020B0604020203020204" pitchFamily="34" charset="0"/>
              <a:cs typeface="Times New Roman" panose="02020603050405020304" pitchFamily="18" charset="0"/>
              <a:sym typeface="Helvetica Neue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A228789-1C29-4F2A-B05E-B47226DD50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464127"/>
            <a:ext cx="11286348" cy="5944838"/>
          </a:xfrm>
          <a:prstGeom prst="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FA79AD-8981-4F51-8CC1-43C8856813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6922" y="1828800"/>
            <a:ext cx="10557387" cy="3200400"/>
          </a:xfrm>
        </p:spPr>
        <p:txBody>
          <a:bodyPr>
            <a:normAutofit/>
          </a:bodyPr>
          <a:lstStyle>
            <a:lvl1pPr algn="ctr"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D77E04B-ECE2-F7BD-FC90-58D6722E47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734800" y="6400800"/>
            <a:ext cx="457200" cy="457200"/>
          </a:xfrm>
          <a:prstGeom prst="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06A0FB2-105E-BDD4-0A29-642A216945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1898805" y="6553045"/>
            <a:ext cx="142668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1000" b="0" i="0" u="none" strike="noStrike" cap="none" spc="0" normalizeH="0" baseline="0" smtClean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Intel Clear" panose="020B0604020203020204" pitchFamily="34" charset="0"/>
                <a:cs typeface="Times New Roman" panose="02020603050405020304" pitchFamily="18" charset="0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1000" b="0" i="0" u="none" strike="noStrike" cap="none" spc="0" normalizeH="0" baseline="0" err="1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ea typeface="Intel Clear" panose="020B0604020203020204" pitchFamily="34" charset="0"/>
              <a:cs typeface="Times New Roman" panose="02020603050405020304" pitchFamily="18" charset="0"/>
              <a:sym typeface="Helvetica Neue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8521DE4-0D69-2CFF-4D4E-8E0745295E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57200" y="464127"/>
            <a:ext cx="11286348" cy="5944838"/>
          </a:xfrm>
          <a:prstGeom prst="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2923481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Frame Bl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875A302-45A3-481F-BFAB-9A074C3F77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464127"/>
            <a:ext cx="11286348" cy="5944838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6A6F6B2-1DD0-42F2-9039-5327CC0EF1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734800" y="6400800"/>
            <a:ext cx="457200" cy="457200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B3A20D-927D-4DD1-8E5E-A3AC6EDE39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1898805" y="6553045"/>
            <a:ext cx="142668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1000" b="0" i="0" u="none" strike="noStrike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n-lt"/>
                <a:ea typeface="Intel Clear" panose="020B0604020203020204" pitchFamily="34" charset="0"/>
                <a:cs typeface="Times New Roman" panose="02020603050405020304" pitchFamily="18" charset="0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1000" b="0" i="0" u="none" strike="noStrike" cap="none" spc="0" normalizeH="0" baseline="0" err="1">
              <a:ln>
                <a:noFill/>
              </a:ln>
              <a:solidFill>
                <a:schemeClr val="bg1"/>
              </a:solidFill>
              <a:effectLst/>
              <a:uFillTx/>
              <a:latin typeface="+mn-lt"/>
              <a:ea typeface="Intel Clear" panose="020B0604020203020204" pitchFamily="34" charset="0"/>
              <a:cs typeface="Times New Roman" panose="02020603050405020304" pitchFamily="18" charset="0"/>
              <a:sym typeface="Helvetica Neue"/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5DDBF953-491D-46D1-9B3A-9BACF5F244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lum bright="10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37466" y="6554735"/>
            <a:ext cx="476084" cy="177524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F2B9AAD6-9860-4DB3-B7F8-14D9F7EC7E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537995" y="6510549"/>
            <a:ext cx="1116010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>
                <a:solidFill>
                  <a:schemeClr val="bg1"/>
                </a:solidFill>
                <a:ea typeface="Intel Clear" panose="020B0604020203020204" pitchFamily="34" charset="0"/>
                <a:cs typeface="Times New Roman" panose="02020603050405020304" pitchFamily="18" charset="0"/>
              </a:rPr>
              <a:t>Intel Confidential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2595309-FEF7-41EA-9715-F4426DF072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86365" y="6510549"/>
            <a:ext cx="217239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sz="1200">
                <a:solidFill>
                  <a:schemeClr val="bg1"/>
                </a:solidFill>
                <a:ea typeface="Intel Clear" panose="020B0604020203020204" pitchFamily="34" charset="0"/>
                <a:cs typeface="Times New Roman" panose="02020603050405020304" pitchFamily="18" charset="0"/>
              </a:rPr>
              <a:t>Department or Event Name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460A36B-1810-4498-834B-51F1D1A293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734800" y="6400800"/>
            <a:ext cx="457200" cy="457200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FA9CD9B-5FA5-485E-919D-13A6CB9B31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1898805" y="6553045"/>
            <a:ext cx="142668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1000" b="0" i="0" u="none" strike="noStrike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n-lt"/>
                <a:ea typeface="Intel Clear" panose="020B0604020203020204" pitchFamily="34" charset="0"/>
                <a:cs typeface="Times New Roman" panose="02020603050405020304" pitchFamily="18" charset="0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1000" b="0" i="0" u="none" strike="noStrike" cap="none" spc="0" normalizeH="0" baseline="0" err="1">
              <a:ln>
                <a:noFill/>
              </a:ln>
              <a:solidFill>
                <a:schemeClr val="bg1"/>
              </a:solidFill>
              <a:effectLst/>
              <a:uFillTx/>
              <a:latin typeface="+mn-lt"/>
              <a:ea typeface="Intel Clear" panose="020B0604020203020204" pitchFamily="34" charset="0"/>
              <a:cs typeface="Times New Roman" panose="02020603050405020304" pitchFamily="18" charset="0"/>
              <a:sym typeface="Helvetica Neue"/>
            </a:endParaRP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9404C922-CDF2-4F38-AFEE-299C1D97DA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lum bright="10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37466" y="6554735"/>
            <a:ext cx="476084" cy="177524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92FF7EB7-3074-4A03-9376-7D8CBA804C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537995" y="6510549"/>
            <a:ext cx="1116010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>
                <a:solidFill>
                  <a:schemeClr val="bg1"/>
                </a:solidFill>
                <a:ea typeface="Intel Clear" panose="020B0604020203020204" pitchFamily="34" charset="0"/>
                <a:cs typeface="Times New Roman" panose="02020603050405020304" pitchFamily="18" charset="0"/>
              </a:rPr>
              <a:t>Intel Confidential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E6E5BC3-B783-496C-9E9D-03475FAADA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464127"/>
            <a:ext cx="11286348" cy="5944838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FA79AD-8981-4F51-8CC1-43C8856813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6922" y="1776845"/>
            <a:ext cx="10557387" cy="3304310"/>
          </a:xfrm>
        </p:spPr>
        <p:txBody>
          <a:bodyPr>
            <a:normAutofit/>
          </a:bodyPr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title style</a:t>
            </a:r>
          </a:p>
        </p:txBody>
      </p:sp>
    </p:spTree>
    <p:extLst>
      <p:ext uri="{BB962C8B-B14F-4D97-AF65-F5344CB8AC3E}">
        <p14:creationId xmlns:p14="http://schemas.microsoft.com/office/powerpoint/2010/main" val="8135291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Intel Log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Logo&#10;&#10;Description automatically generated">
            <a:extLst>
              <a:ext uri="{FF2B5EF4-FFF2-40B4-BE49-F238E27FC236}">
                <a16:creationId xmlns:a16="http://schemas.microsoft.com/office/drawing/2014/main" id="{81D5E138-8800-4F6C-BD71-5E098EFFE2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4381" y="2626737"/>
            <a:ext cx="4052408" cy="1643927"/>
          </a:xfrm>
          <a:prstGeom prst="rect">
            <a:avLst/>
          </a:prstGeom>
        </p:spPr>
      </p:pic>
      <p:pic>
        <p:nvPicPr>
          <p:cNvPr id="3" name="Picture 2" descr="Logo&#10;&#10;Description automatically generated">
            <a:extLst>
              <a:ext uri="{FF2B5EF4-FFF2-40B4-BE49-F238E27FC236}">
                <a16:creationId xmlns:a16="http://schemas.microsoft.com/office/drawing/2014/main" id="{204B0861-499A-4B5C-86C7-11D994DAA6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4381" y="2626737"/>
            <a:ext cx="4052408" cy="1643927"/>
          </a:xfrm>
          <a:prstGeom prst="rect">
            <a:avLst/>
          </a:prstGeom>
        </p:spPr>
      </p:pic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C532CED8-0F91-4570-904A-39FE1D4408D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4381" y="2626737"/>
            <a:ext cx="4052408" cy="1643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33412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Blue A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EE1982CC-C5C2-43DF-8FDA-037495FAF9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73803" y="0"/>
            <a:ext cx="4325371" cy="6392520"/>
            <a:chOff x="573803" y="0"/>
            <a:chExt cx="4325371" cy="6392520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1F4567CD-F1DA-4E8F-ADDF-371B07892411}"/>
                </a:ext>
              </a:extLst>
            </p:cNvPr>
            <p:cNvSpPr/>
            <p:nvPr/>
          </p:nvSpPr>
          <p:spPr>
            <a:xfrm>
              <a:off x="860457" y="4951823"/>
              <a:ext cx="158111" cy="158111"/>
            </a:xfrm>
            <a:prstGeom prst="rect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FF16119A-1487-48A7-9CC6-71F9F9535C16}"/>
                </a:ext>
              </a:extLst>
            </p:cNvPr>
            <p:cNvSpPr/>
            <p:nvPr/>
          </p:nvSpPr>
          <p:spPr>
            <a:xfrm>
              <a:off x="573803" y="5104242"/>
              <a:ext cx="286654" cy="286654"/>
            </a:xfrm>
            <a:prstGeom prst="rect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63CF0AA4-E89F-418F-83F2-0CC0FB3DF16B}"/>
                </a:ext>
              </a:extLst>
            </p:cNvPr>
            <p:cNvSpPr/>
            <p:nvPr/>
          </p:nvSpPr>
          <p:spPr>
            <a:xfrm>
              <a:off x="861107" y="5390896"/>
              <a:ext cx="610214" cy="610214"/>
            </a:xfrm>
            <a:prstGeom prst="rect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A9F8D4CB-DB57-4130-8BDE-86D5A4C11D49}"/>
                </a:ext>
              </a:extLst>
            </p:cNvPr>
            <p:cNvSpPr/>
            <p:nvPr/>
          </p:nvSpPr>
          <p:spPr>
            <a:xfrm>
              <a:off x="1468406" y="0"/>
              <a:ext cx="3430768" cy="5390870"/>
            </a:xfrm>
            <a:prstGeom prst="rect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502BD194-F320-4426-964A-1D4F58024C5F}"/>
                </a:ext>
              </a:extLst>
            </p:cNvPr>
            <p:cNvGrpSpPr/>
            <p:nvPr/>
          </p:nvGrpSpPr>
          <p:grpSpPr>
            <a:xfrm>
              <a:off x="1468406" y="5995719"/>
              <a:ext cx="1059754" cy="396801"/>
              <a:chOff x="1314450" y="6391094"/>
              <a:chExt cx="1123377" cy="420623"/>
            </a:xfrm>
          </p:grpSpPr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61C32755-5BE0-4F78-B52A-08742A60A8EF}"/>
                  </a:ext>
                </a:extLst>
              </p:cNvPr>
              <p:cNvSpPr/>
              <p:nvPr/>
            </p:nvSpPr>
            <p:spPr>
              <a:xfrm>
                <a:off x="1314450" y="6396809"/>
                <a:ext cx="78581" cy="78581"/>
              </a:xfrm>
              <a:custGeom>
                <a:avLst/>
                <a:gdLst>
                  <a:gd name="connsiteX0" fmla="*/ 0 w 78581"/>
                  <a:gd name="connsiteY0" fmla="*/ 0 h 78581"/>
                  <a:gd name="connsiteX1" fmla="*/ 78581 w 78581"/>
                  <a:gd name="connsiteY1" fmla="*/ 0 h 78581"/>
                  <a:gd name="connsiteX2" fmla="*/ 78581 w 78581"/>
                  <a:gd name="connsiteY2" fmla="*/ 78581 h 78581"/>
                  <a:gd name="connsiteX3" fmla="*/ 0 w 78581"/>
                  <a:gd name="connsiteY3" fmla="*/ 78581 h 785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581" h="78581">
                    <a:moveTo>
                      <a:pt x="0" y="0"/>
                    </a:moveTo>
                    <a:lnTo>
                      <a:pt x="78581" y="0"/>
                    </a:lnTo>
                    <a:lnTo>
                      <a:pt x="78581" y="78581"/>
                    </a:lnTo>
                    <a:lnTo>
                      <a:pt x="0" y="78581"/>
                    </a:lnTo>
                    <a:close/>
                  </a:path>
                </a:pathLst>
              </a:custGeom>
              <a:solidFill>
                <a:srgbClr val="00B2E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ea typeface="Intel Clear" panose="020B060402020302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B33F9D2F-6ED9-4D82-B111-BEFD50CBB7B2}"/>
                  </a:ext>
                </a:extLst>
              </p:cNvPr>
              <p:cNvSpPr/>
              <p:nvPr/>
            </p:nvSpPr>
            <p:spPr>
              <a:xfrm>
                <a:off x="1316545" y="6391094"/>
                <a:ext cx="995171" cy="420623"/>
              </a:xfrm>
              <a:custGeom>
                <a:avLst/>
                <a:gdLst>
                  <a:gd name="connsiteX0" fmla="*/ 74486 w 995171"/>
                  <a:gd name="connsiteY0" fmla="*/ 131921 h 420623"/>
                  <a:gd name="connsiteX1" fmla="*/ 0 w 995171"/>
                  <a:gd name="connsiteY1" fmla="*/ 131921 h 420623"/>
                  <a:gd name="connsiteX2" fmla="*/ 0 w 995171"/>
                  <a:gd name="connsiteY2" fmla="*/ 414719 h 420623"/>
                  <a:gd name="connsiteX3" fmla="*/ 74486 w 995171"/>
                  <a:gd name="connsiteY3" fmla="*/ 414719 h 420623"/>
                  <a:gd name="connsiteX4" fmla="*/ 74486 w 995171"/>
                  <a:gd name="connsiteY4" fmla="*/ 131921 h 420623"/>
                  <a:gd name="connsiteX5" fmla="*/ 568262 w 995171"/>
                  <a:gd name="connsiteY5" fmla="*/ 417576 h 420623"/>
                  <a:gd name="connsiteX6" fmla="*/ 568262 w 995171"/>
                  <a:gd name="connsiteY6" fmla="*/ 348234 h 420623"/>
                  <a:gd name="connsiteX7" fmla="*/ 541306 w 995171"/>
                  <a:gd name="connsiteY7" fmla="*/ 346520 h 420623"/>
                  <a:gd name="connsiteX8" fmla="*/ 523780 w 995171"/>
                  <a:gd name="connsiteY8" fmla="*/ 338804 h 420623"/>
                  <a:gd name="connsiteX9" fmla="*/ 516065 w 995171"/>
                  <a:gd name="connsiteY9" fmla="*/ 321945 h 420623"/>
                  <a:gd name="connsiteX10" fmla="*/ 514350 w 995171"/>
                  <a:gd name="connsiteY10" fmla="*/ 294608 h 420623"/>
                  <a:gd name="connsiteX11" fmla="*/ 514350 w 995171"/>
                  <a:gd name="connsiteY11" fmla="*/ 195644 h 420623"/>
                  <a:gd name="connsiteX12" fmla="*/ 568262 w 995171"/>
                  <a:gd name="connsiteY12" fmla="*/ 195644 h 420623"/>
                  <a:gd name="connsiteX13" fmla="*/ 568262 w 995171"/>
                  <a:gd name="connsiteY13" fmla="*/ 131921 h 420623"/>
                  <a:gd name="connsiteX14" fmla="*/ 514350 w 995171"/>
                  <a:gd name="connsiteY14" fmla="*/ 131921 h 420623"/>
                  <a:gd name="connsiteX15" fmla="*/ 514350 w 995171"/>
                  <a:gd name="connsiteY15" fmla="*/ 21812 h 420623"/>
                  <a:gd name="connsiteX16" fmla="*/ 439865 w 995171"/>
                  <a:gd name="connsiteY16" fmla="*/ 21812 h 420623"/>
                  <a:gd name="connsiteX17" fmla="*/ 439865 w 995171"/>
                  <a:gd name="connsiteY17" fmla="*/ 295180 h 420623"/>
                  <a:gd name="connsiteX18" fmla="*/ 445865 w 995171"/>
                  <a:gd name="connsiteY18" fmla="*/ 353473 h 420623"/>
                  <a:gd name="connsiteX19" fmla="*/ 465677 w 995171"/>
                  <a:gd name="connsiteY19" fmla="*/ 391001 h 420623"/>
                  <a:gd name="connsiteX20" fmla="*/ 502063 w 995171"/>
                  <a:gd name="connsiteY20" fmla="*/ 411385 h 420623"/>
                  <a:gd name="connsiteX21" fmla="*/ 558927 w 995171"/>
                  <a:gd name="connsiteY21" fmla="*/ 417671 h 420623"/>
                  <a:gd name="connsiteX22" fmla="*/ 568262 w 995171"/>
                  <a:gd name="connsiteY22" fmla="*/ 417671 h 420623"/>
                  <a:gd name="connsiteX23" fmla="*/ 995172 w 995171"/>
                  <a:gd name="connsiteY23" fmla="*/ 0 h 420623"/>
                  <a:gd name="connsiteX24" fmla="*/ 920687 w 995171"/>
                  <a:gd name="connsiteY24" fmla="*/ 0 h 420623"/>
                  <a:gd name="connsiteX25" fmla="*/ 920687 w 995171"/>
                  <a:gd name="connsiteY25" fmla="*/ 414719 h 420623"/>
                  <a:gd name="connsiteX26" fmla="*/ 995172 w 995171"/>
                  <a:gd name="connsiteY26" fmla="*/ 414719 h 420623"/>
                  <a:gd name="connsiteX27" fmla="*/ 995172 w 995171"/>
                  <a:gd name="connsiteY27" fmla="*/ 0 h 420623"/>
                  <a:gd name="connsiteX28" fmla="*/ 367951 w 995171"/>
                  <a:gd name="connsiteY28" fmla="*/ 159830 h 420623"/>
                  <a:gd name="connsiteX29" fmla="*/ 281273 w 995171"/>
                  <a:gd name="connsiteY29" fmla="*/ 126206 h 420623"/>
                  <a:gd name="connsiteX30" fmla="*/ 232410 w 995171"/>
                  <a:gd name="connsiteY30" fmla="*/ 137065 h 420623"/>
                  <a:gd name="connsiteX31" fmla="*/ 195358 w 995171"/>
                  <a:gd name="connsiteY31" fmla="*/ 167259 h 420623"/>
                  <a:gd name="connsiteX32" fmla="*/ 191262 w 995171"/>
                  <a:gd name="connsiteY32" fmla="*/ 172498 h 420623"/>
                  <a:gd name="connsiteX33" fmla="*/ 191262 w 995171"/>
                  <a:gd name="connsiteY33" fmla="*/ 167831 h 420623"/>
                  <a:gd name="connsiteX34" fmla="*/ 191262 w 995171"/>
                  <a:gd name="connsiteY34" fmla="*/ 132017 h 420623"/>
                  <a:gd name="connsiteX35" fmla="*/ 117920 w 995171"/>
                  <a:gd name="connsiteY35" fmla="*/ 132017 h 420623"/>
                  <a:gd name="connsiteX36" fmla="*/ 117920 w 995171"/>
                  <a:gd name="connsiteY36" fmla="*/ 414814 h 420623"/>
                  <a:gd name="connsiteX37" fmla="*/ 191929 w 995171"/>
                  <a:gd name="connsiteY37" fmla="*/ 414814 h 420623"/>
                  <a:gd name="connsiteX38" fmla="*/ 191929 w 995171"/>
                  <a:gd name="connsiteY38" fmla="*/ 264128 h 420623"/>
                  <a:gd name="connsiteX39" fmla="*/ 192024 w 995171"/>
                  <a:gd name="connsiteY39" fmla="*/ 274606 h 420623"/>
                  <a:gd name="connsiteX40" fmla="*/ 192119 w 995171"/>
                  <a:gd name="connsiteY40" fmla="*/ 269558 h 420623"/>
                  <a:gd name="connsiteX41" fmla="*/ 211741 w 995171"/>
                  <a:gd name="connsiteY41" fmla="*/ 210884 h 420623"/>
                  <a:gd name="connsiteX42" fmla="*/ 258985 w 995171"/>
                  <a:gd name="connsiteY42" fmla="*/ 190786 h 420623"/>
                  <a:gd name="connsiteX43" fmla="*/ 307753 w 995171"/>
                  <a:gd name="connsiteY43" fmla="*/ 210407 h 420623"/>
                  <a:gd name="connsiteX44" fmla="*/ 323945 w 995171"/>
                  <a:gd name="connsiteY44" fmla="*/ 264605 h 420623"/>
                  <a:gd name="connsiteX45" fmla="*/ 323945 w 995171"/>
                  <a:gd name="connsiteY45" fmla="*/ 264605 h 420623"/>
                  <a:gd name="connsiteX46" fmla="*/ 323945 w 995171"/>
                  <a:gd name="connsiteY46" fmla="*/ 265176 h 420623"/>
                  <a:gd name="connsiteX47" fmla="*/ 323945 w 995171"/>
                  <a:gd name="connsiteY47" fmla="*/ 265271 h 420623"/>
                  <a:gd name="connsiteX48" fmla="*/ 323945 w 995171"/>
                  <a:gd name="connsiteY48" fmla="*/ 414814 h 420623"/>
                  <a:gd name="connsiteX49" fmla="*/ 399098 w 995171"/>
                  <a:gd name="connsiteY49" fmla="*/ 414814 h 420623"/>
                  <a:gd name="connsiteX50" fmla="*/ 399098 w 995171"/>
                  <a:gd name="connsiteY50" fmla="*/ 254222 h 420623"/>
                  <a:gd name="connsiteX51" fmla="*/ 367951 w 995171"/>
                  <a:gd name="connsiteY51" fmla="*/ 159830 h 420623"/>
                  <a:gd name="connsiteX52" fmla="*/ 881825 w 995171"/>
                  <a:gd name="connsiteY52" fmla="*/ 272796 h 420623"/>
                  <a:gd name="connsiteX53" fmla="*/ 871061 w 995171"/>
                  <a:gd name="connsiteY53" fmla="*/ 215646 h 420623"/>
                  <a:gd name="connsiteX54" fmla="*/ 841057 w 995171"/>
                  <a:gd name="connsiteY54" fmla="*/ 168974 h 420623"/>
                  <a:gd name="connsiteX55" fmla="*/ 794957 w 995171"/>
                  <a:gd name="connsiteY55" fmla="*/ 137636 h 420623"/>
                  <a:gd name="connsiteX56" fmla="*/ 735806 w 995171"/>
                  <a:gd name="connsiteY56" fmla="*/ 126302 h 420623"/>
                  <a:gd name="connsiteX57" fmla="*/ 678371 w 995171"/>
                  <a:gd name="connsiteY57" fmla="*/ 137922 h 420623"/>
                  <a:gd name="connsiteX58" fmla="*/ 631698 w 995171"/>
                  <a:gd name="connsiteY58" fmla="*/ 169355 h 420623"/>
                  <a:gd name="connsiteX59" fmla="*/ 600266 w 995171"/>
                  <a:gd name="connsiteY59" fmla="*/ 216027 h 420623"/>
                  <a:gd name="connsiteX60" fmla="*/ 588645 w 995171"/>
                  <a:gd name="connsiteY60" fmla="*/ 273463 h 420623"/>
                  <a:gd name="connsiteX61" fmla="*/ 599694 w 995171"/>
                  <a:gd name="connsiteY61" fmla="*/ 330899 h 420623"/>
                  <a:gd name="connsiteX62" fmla="*/ 630269 w 995171"/>
                  <a:gd name="connsiteY62" fmla="*/ 377571 h 420623"/>
                  <a:gd name="connsiteX63" fmla="*/ 677513 w 995171"/>
                  <a:gd name="connsiteY63" fmla="*/ 409004 h 420623"/>
                  <a:gd name="connsiteX64" fmla="*/ 738092 w 995171"/>
                  <a:gd name="connsiteY64" fmla="*/ 420624 h 420623"/>
                  <a:gd name="connsiteX65" fmla="*/ 863918 w 995171"/>
                  <a:gd name="connsiteY65" fmla="*/ 365093 h 420623"/>
                  <a:gd name="connsiteX66" fmla="*/ 810292 w 995171"/>
                  <a:gd name="connsiteY66" fmla="*/ 324231 h 420623"/>
                  <a:gd name="connsiteX67" fmla="*/ 738664 w 995171"/>
                  <a:gd name="connsiteY67" fmla="*/ 355854 h 420623"/>
                  <a:gd name="connsiteX68" fmla="*/ 687229 w 995171"/>
                  <a:gd name="connsiteY68" fmla="*/ 341376 h 420623"/>
                  <a:gd name="connsiteX69" fmla="*/ 660368 w 995171"/>
                  <a:gd name="connsiteY69" fmla="*/ 302133 h 420623"/>
                  <a:gd name="connsiteX70" fmla="*/ 659606 w 995171"/>
                  <a:gd name="connsiteY70" fmla="*/ 299466 h 420623"/>
                  <a:gd name="connsiteX71" fmla="*/ 881825 w 995171"/>
                  <a:gd name="connsiteY71" fmla="*/ 299466 h 420623"/>
                  <a:gd name="connsiteX72" fmla="*/ 881825 w 995171"/>
                  <a:gd name="connsiteY72" fmla="*/ 272796 h 420623"/>
                  <a:gd name="connsiteX73" fmla="*/ 660368 w 995171"/>
                  <a:gd name="connsiteY73" fmla="*/ 246793 h 420623"/>
                  <a:gd name="connsiteX74" fmla="*/ 735330 w 995171"/>
                  <a:gd name="connsiteY74" fmla="*/ 189929 h 420623"/>
                  <a:gd name="connsiteX75" fmla="*/ 810387 w 995171"/>
                  <a:gd name="connsiteY75" fmla="*/ 246698 h 420623"/>
                  <a:gd name="connsiteX76" fmla="*/ 660368 w 995171"/>
                  <a:gd name="connsiteY76" fmla="*/ 246793 h 4206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</a:cxnLst>
                <a:rect l="l" t="t" r="r" b="b"/>
                <a:pathLst>
                  <a:path w="995171" h="420623">
                    <a:moveTo>
                      <a:pt x="74486" y="131921"/>
                    </a:moveTo>
                    <a:lnTo>
                      <a:pt x="0" y="131921"/>
                    </a:lnTo>
                    <a:lnTo>
                      <a:pt x="0" y="414719"/>
                    </a:lnTo>
                    <a:lnTo>
                      <a:pt x="74486" y="414719"/>
                    </a:lnTo>
                    <a:lnTo>
                      <a:pt x="74486" y="131921"/>
                    </a:lnTo>
                    <a:close/>
                    <a:moveTo>
                      <a:pt x="568262" y="417576"/>
                    </a:moveTo>
                    <a:lnTo>
                      <a:pt x="568262" y="348234"/>
                    </a:lnTo>
                    <a:cubicBezTo>
                      <a:pt x="557308" y="348139"/>
                      <a:pt x="548259" y="347567"/>
                      <a:pt x="541306" y="346520"/>
                    </a:cubicBezTo>
                    <a:cubicBezTo>
                      <a:pt x="533591" y="345281"/>
                      <a:pt x="527685" y="342710"/>
                      <a:pt x="523780" y="338804"/>
                    </a:cubicBezTo>
                    <a:cubicBezTo>
                      <a:pt x="519875" y="334899"/>
                      <a:pt x="517303" y="329184"/>
                      <a:pt x="516065" y="321945"/>
                    </a:cubicBezTo>
                    <a:cubicBezTo>
                      <a:pt x="514922" y="314992"/>
                      <a:pt x="514350" y="305753"/>
                      <a:pt x="514350" y="294608"/>
                    </a:cubicBezTo>
                    <a:lnTo>
                      <a:pt x="514350" y="195644"/>
                    </a:lnTo>
                    <a:lnTo>
                      <a:pt x="568262" y="195644"/>
                    </a:lnTo>
                    <a:lnTo>
                      <a:pt x="568262" y="131921"/>
                    </a:lnTo>
                    <a:lnTo>
                      <a:pt x="514350" y="131921"/>
                    </a:lnTo>
                    <a:lnTo>
                      <a:pt x="514350" y="21812"/>
                    </a:lnTo>
                    <a:lnTo>
                      <a:pt x="439865" y="21812"/>
                    </a:lnTo>
                    <a:lnTo>
                      <a:pt x="439865" y="295180"/>
                    </a:lnTo>
                    <a:cubicBezTo>
                      <a:pt x="439865" y="318230"/>
                      <a:pt x="441865" y="337852"/>
                      <a:pt x="445865" y="353473"/>
                    </a:cubicBezTo>
                    <a:cubicBezTo>
                      <a:pt x="449771" y="368903"/>
                      <a:pt x="456438" y="381572"/>
                      <a:pt x="465677" y="391001"/>
                    </a:cubicBezTo>
                    <a:cubicBezTo>
                      <a:pt x="474917" y="400431"/>
                      <a:pt x="487204" y="407289"/>
                      <a:pt x="502063" y="411385"/>
                    </a:cubicBezTo>
                    <a:cubicBezTo>
                      <a:pt x="517112" y="415481"/>
                      <a:pt x="536258" y="417671"/>
                      <a:pt x="558927" y="417671"/>
                    </a:cubicBezTo>
                    <a:lnTo>
                      <a:pt x="568262" y="417671"/>
                    </a:lnTo>
                    <a:close/>
                    <a:moveTo>
                      <a:pt x="995172" y="0"/>
                    </a:moveTo>
                    <a:lnTo>
                      <a:pt x="920687" y="0"/>
                    </a:lnTo>
                    <a:lnTo>
                      <a:pt x="920687" y="414719"/>
                    </a:lnTo>
                    <a:lnTo>
                      <a:pt x="995172" y="414719"/>
                    </a:lnTo>
                    <a:lnTo>
                      <a:pt x="995172" y="0"/>
                    </a:lnTo>
                    <a:close/>
                    <a:moveTo>
                      <a:pt x="367951" y="159830"/>
                    </a:moveTo>
                    <a:cubicBezTo>
                      <a:pt x="347282" y="137541"/>
                      <a:pt x="318135" y="126206"/>
                      <a:pt x="281273" y="126206"/>
                    </a:cubicBezTo>
                    <a:cubicBezTo>
                      <a:pt x="263462" y="126206"/>
                      <a:pt x="247079" y="129921"/>
                      <a:pt x="232410" y="137065"/>
                    </a:cubicBezTo>
                    <a:cubicBezTo>
                      <a:pt x="217742" y="144304"/>
                      <a:pt x="205264" y="154496"/>
                      <a:pt x="195358" y="167259"/>
                    </a:cubicBezTo>
                    <a:lnTo>
                      <a:pt x="191262" y="172498"/>
                    </a:lnTo>
                    <a:lnTo>
                      <a:pt x="191262" y="167831"/>
                    </a:lnTo>
                    <a:lnTo>
                      <a:pt x="191262" y="132017"/>
                    </a:lnTo>
                    <a:lnTo>
                      <a:pt x="117920" y="132017"/>
                    </a:lnTo>
                    <a:lnTo>
                      <a:pt x="117920" y="414814"/>
                    </a:lnTo>
                    <a:lnTo>
                      <a:pt x="191929" y="414814"/>
                    </a:lnTo>
                    <a:lnTo>
                      <a:pt x="191929" y="264128"/>
                    </a:lnTo>
                    <a:lnTo>
                      <a:pt x="192024" y="274606"/>
                    </a:lnTo>
                    <a:cubicBezTo>
                      <a:pt x="192024" y="272891"/>
                      <a:pt x="192024" y="271177"/>
                      <a:pt x="192119" y="269558"/>
                    </a:cubicBezTo>
                    <a:cubicBezTo>
                      <a:pt x="192881" y="243173"/>
                      <a:pt x="199454" y="223456"/>
                      <a:pt x="211741" y="210884"/>
                    </a:cubicBezTo>
                    <a:cubicBezTo>
                      <a:pt x="224790" y="197549"/>
                      <a:pt x="240697" y="190786"/>
                      <a:pt x="258985" y="190786"/>
                    </a:cubicBezTo>
                    <a:cubicBezTo>
                      <a:pt x="280511" y="190786"/>
                      <a:pt x="296894" y="197358"/>
                      <a:pt x="307753" y="210407"/>
                    </a:cubicBezTo>
                    <a:cubicBezTo>
                      <a:pt x="318421" y="223171"/>
                      <a:pt x="323850" y="241364"/>
                      <a:pt x="323945" y="264605"/>
                    </a:cubicBezTo>
                    <a:lnTo>
                      <a:pt x="323945" y="264605"/>
                    </a:lnTo>
                    <a:lnTo>
                      <a:pt x="323945" y="265176"/>
                    </a:lnTo>
                    <a:lnTo>
                      <a:pt x="323945" y="265271"/>
                    </a:lnTo>
                    <a:lnTo>
                      <a:pt x="323945" y="414814"/>
                    </a:lnTo>
                    <a:lnTo>
                      <a:pt x="399098" y="414814"/>
                    </a:lnTo>
                    <a:lnTo>
                      <a:pt x="399098" y="254222"/>
                    </a:lnTo>
                    <a:cubicBezTo>
                      <a:pt x="399193" y="213931"/>
                      <a:pt x="388620" y="182118"/>
                      <a:pt x="367951" y="159830"/>
                    </a:cubicBezTo>
                    <a:moveTo>
                      <a:pt x="881825" y="272796"/>
                    </a:moveTo>
                    <a:cubicBezTo>
                      <a:pt x="881825" y="252508"/>
                      <a:pt x="878205" y="233267"/>
                      <a:pt x="871061" y="215646"/>
                    </a:cubicBezTo>
                    <a:cubicBezTo>
                      <a:pt x="863918" y="198025"/>
                      <a:pt x="853821" y="182309"/>
                      <a:pt x="841057" y="168974"/>
                    </a:cubicBezTo>
                    <a:cubicBezTo>
                      <a:pt x="828294" y="155639"/>
                      <a:pt x="812768" y="145066"/>
                      <a:pt x="794957" y="137636"/>
                    </a:cubicBezTo>
                    <a:cubicBezTo>
                      <a:pt x="777145" y="130112"/>
                      <a:pt x="757238" y="126302"/>
                      <a:pt x="735806" y="126302"/>
                    </a:cubicBezTo>
                    <a:cubicBezTo>
                      <a:pt x="715518" y="126302"/>
                      <a:pt x="696182" y="130207"/>
                      <a:pt x="678371" y="137922"/>
                    </a:cubicBezTo>
                    <a:cubicBezTo>
                      <a:pt x="660559" y="145637"/>
                      <a:pt x="644843" y="156210"/>
                      <a:pt x="631698" y="169355"/>
                    </a:cubicBezTo>
                    <a:cubicBezTo>
                      <a:pt x="618554" y="182499"/>
                      <a:pt x="607981" y="198215"/>
                      <a:pt x="600266" y="216027"/>
                    </a:cubicBezTo>
                    <a:cubicBezTo>
                      <a:pt x="592550" y="233839"/>
                      <a:pt x="588645" y="253175"/>
                      <a:pt x="588645" y="273463"/>
                    </a:cubicBezTo>
                    <a:cubicBezTo>
                      <a:pt x="588645" y="293751"/>
                      <a:pt x="592360" y="313087"/>
                      <a:pt x="599694" y="330899"/>
                    </a:cubicBezTo>
                    <a:cubicBezTo>
                      <a:pt x="607028" y="348710"/>
                      <a:pt x="617315" y="364426"/>
                      <a:pt x="630269" y="377571"/>
                    </a:cubicBezTo>
                    <a:cubicBezTo>
                      <a:pt x="643223" y="390716"/>
                      <a:pt x="659130" y="401288"/>
                      <a:pt x="677513" y="409004"/>
                    </a:cubicBezTo>
                    <a:cubicBezTo>
                      <a:pt x="695897" y="416719"/>
                      <a:pt x="716280" y="420624"/>
                      <a:pt x="738092" y="420624"/>
                    </a:cubicBezTo>
                    <a:cubicBezTo>
                      <a:pt x="801148" y="420624"/>
                      <a:pt x="840391" y="391954"/>
                      <a:pt x="863918" y="365093"/>
                    </a:cubicBezTo>
                    <a:lnTo>
                      <a:pt x="810292" y="324231"/>
                    </a:lnTo>
                    <a:cubicBezTo>
                      <a:pt x="798957" y="337661"/>
                      <a:pt x="772192" y="355854"/>
                      <a:pt x="738664" y="355854"/>
                    </a:cubicBezTo>
                    <a:cubicBezTo>
                      <a:pt x="717614" y="355854"/>
                      <a:pt x="700373" y="350996"/>
                      <a:pt x="687229" y="341376"/>
                    </a:cubicBezTo>
                    <a:cubicBezTo>
                      <a:pt x="674084" y="331756"/>
                      <a:pt x="665036" y="318611"/>
                      <a:pt x="660368" y="302133"/>
                    </a:cubicBezTo>
                    <a:lnTo>
                      <a:pt x="659606" y="299466"/>
                    </a:lnTo>
                    <a:lnTo>
                      <a:pt x="881825" y="299466"/>
                    </a:lnTo>
                    <a:lnTo>
                      <a:pt x="881825" y="272796"/>
                    </a:lnTo>
                    <a:close/>
                    <a:moveTo>
                      <a:pt x="660368" y="246793"/>
                    </a:moveTo>
                    <a:cubicBezTo>
                      <a:pt x="660368" y="226124"/>
                      <a:pt x="684086" y="189929"/>
                      <a:pt x="735330" y="189929"/>
                    </a:cubicBezTo>
                    <a:cubicBezTo>
                      <a:pt x="786575" y="189929"/>
                      <a:pt x="810387" y="226028"/>
                      <a:pt x="810387" y="246698"/>
                    </a:cubicBezTo>
                    <a:lnTo>
                      <a:pt x="660368" y="246793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ea typeface="Intel Clear" panose="020B060402020302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C1C42114-E0DC-41C5-A333-869DAB921F8F}"/>
                  </a:ext>
                </a:extLst>
              </p:cNvPr>
              <p:cNvSpPr/>
              <p:nvPr/>
            </p:nvSpPr>
            <p:spPr>
              <a:xfrm>
                <a:off x="2358770" y="6728469"/>
                <a:ext cx="79057" cy="79057"/>
              </a:xfrm>
              <a:custGeom>
                <a:avLst/>
                <a:gdLst>
                  <a:gd name="connsiteX0" fmla="*/ 39529 w 79057"/>
                  <a:gd name="connsiteY0" fmla="*/ 5620 h 79057"/>
                  <a:gd name="connsiteX1" fmla="*/ 73438 w 79057"/>
                  <a:gd name="connsiteY1" fmla="*/ 39529 h 79057"/>
                  <a:gd name="connsiteX2" fmla="*/ 39529 w 79057"/>
                  <a:gd name="connsiteY2" fmla="*/ 73438 h 79057"/>
                  <a:gd name="connsiteX3" fmla="*/ 5620 w 79057"/>
                  <a:gd name="connsiteY3" fmla="*/ 39529 h 79057"/>
                  <a:gd name="connsiteX4" fmla="*/ 39529 w 79057"/>
                  <a:gd name="connsiteY4" fmla="*/ 5620 h 79057"/>
                  <a:gd name="connsiteX5" fmla="*/ 39529 w 79057"/>
                  <a:gd name="connsiteY5" fmla="*/ 0 h 79057"/>
                  <a:gd name="connsiteX6" fmla="*/ 0 w 79057"/>
                  <a:gd name="connsiteY6" fmla="*/ 39529 h 79057"/>
                  <a:gd name="connsiteX7" fmla="*/ 39529 w 79057"/>
                  <a:gd name="connsiteY7" fmla="*/ 79058 h 79057"/>
                  <a:gd name="connsiteX8" fmla="*/ 79058 w 79057"/>
                  <a:gd name="connsiteY8" fmla="*/ 39529 h 79057"/>
                  <a:gd name="connsiteX9" fmla="*/ 39529 w 79057"/>
                  <a:gd name="connsiteY9" fmla="*/ 0 h 790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79057" h="79057">
                    <a:moveTo>
                      <a:pt x="39529" y="5620"/>
                    </a:moveTo>
                    <a:cubicBezTo>
                      <a:pt x="58198" y="5620"/>
                      <a:pt x="73438" y="20860"/>
                      <a:pt x="73438" y="39529"/>
                    </a:cubicBezTo>
                    <a:cubicBezTo>
                      <a:pt x="73438" y="58198"/>
                      <a:pt x="58198" y="73438"/>
                      <a:pt x="39529" y="73438"/>
                    </a:cubicBezTo>
                    <a:cubicBezTo>
                      <a:pt x="20860" y="73438"/>
                      <a:pt x="5620" y="58198"/>
                      <a:pt x="5620" y="39529"/>
                    </a:cubicBezTo>
                    <a:cubicBezTo>
                      <a:pt x="5620" y="20860"/>
                      <a:pt x="20860" y="5620"/>
                      <a:pt x="39529" y="5620"/>
                    </a:cubicBezTo>
                    <a:moveTo>
                      <a:pt x="39529" y="0"/>
                    </a:moveTo>
                    <a:cubicBezTo>
                      <a:pt x="17717" y="0"/>
                      <a:pt x="0" y="17717"/>
                      <a:pt x="0" y="39529"/>
                    </a:cubicBezTo>
                    <a:cubicBezTo>
                      <a:pt x="0" y="61341"/>
                      <a:pt x="17717" y="79058"/>
                      <a:pt x="39529" y="79058"/>
                    </a:cubicBezTo>
                    <a:cubicBezTo>
                      <a:pt x="61341" y="79058"/>
                      <a:pt x="79058" y="61341"/>
                      <a:pt x="79058" y="39529"/>
                    </a:cubicBezTo>
                    <a:cubicBezTo>
                      <a:pt x="79058" y="17717"/>
                      <a:pt x="61341" y="0"/>
                      <a:pt x="39529" y="0"/>
                    </a:cubicBezTo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ea typeface="Intel Clear" panose="020B060402020302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EB18CC9F-8A17-402D-B10E-AE9061E9554F}"/>
                  </a:ext>
                </a:extLst>
              </p:cNvPr>
              <p:cNvSpPr/>
              <p:nvPr/>
            </p:nvSpPr>
            <p:spPr>
              <a:xfrm>
                <a:off x="2384869" y="6748090"/>
                <a:ext cx="30765" cy="39528"/>
              </a:xfrm>
              <a:custGeom>
                <a:avLst/>
                <a:gdLst>
                  <a:gd name="connsiteX0" fmla="*/ 16383 w 30765"/>
                  <a:gd name="connsiteY0" fmla="*/ 95 h 39528"/>
                  <a:gd name="connsiteX1" fmla="*/ 23051 w 30765"/>
                  <a:gd name="connsiteY1" fmla="*/ 1715 h 39528"/>
                  <a:gd name="connsiteX2" fmla="*/ 27718 w 30765"/>
                  <a:gd name="connsiteY2" fmla="*/ 6191 h 39528"/>
                  <a:gd name="connsiteX3" fmla="*/ 29337 w 30765"/>
                  <a:gd name="connsiteY3" fmla="*/ 12478 h 39528"/>
                  <a:gd name="connsiteX4" fmla="*/ 27146 w 30765"/>
                  <a:gd name="connsiteY4" fmla="*/ 19622 h 39528"/>
                  <a:gd name="connsiteX5" fmla="*/ 21812 w 30765"/>
                  <a:gd name="connsiteY5" fmla="*/ 23717 h 39528"/>
                  <a:gd name="connsiteX6" fmla="*/ 30766 w 30765"/>
                  <a:gd name="connsiteY6" fmla="*/ 39529 h 39528"/>
                  <a:gd name="connsiteX7" fmla="*/ 23717 w 30765"/>
                  <a:gd name="connsiteY7" fmla="*/ 39529 h 39528"/>
                  <a:gd name="connsiteX8" fmla="*/ 15526 w 30765"/>
                  <a:gd name="connsiteY8" fmla="*/ 24860 h 39528"/>
                  <a:gd name="connsiteX9" fmla="*/ 6191 w 30765"/>
                  <a:gd name="connsiteY9" fmla="*/ 24860 h 39528"/>
                  <a:gd name="connsiteX10" fmla="*/ 6191 w 30765"/>
                  <a:gd name="connsiteY10" fmla="*/ 39529 h 39528"/>
                  <a:gd name="connsiteX11" fmla="*/ 0 w 30765"/>
                  <a:gd name="connsiteY11" fmla="*/ 39529 h 39528"/>
                  <a:gd name="connsiteX12" fmla="*/ 0 w 30765"/>
                  <a:gd name="connsiteY12" fmla="*/ 0 h 39528"/>
                  <a:gd name="connsiteX13" fmla="*/ 16383 w 30765"/>
                  <a:gd name="connsiteY13" fmla="*/ 0 h 39528"/>
                  <a:gd name="connsiteX14" fmla="*/ 16383 w 30765"/>
                  <a:gd name="connsiteY14" fmla="*/ 19336 h 39528"/>
                  <a:gd name="connsiteX15" fmla="*/ 19907 w 30765"/>
                  <a:gd name="connsiteY15" fmla="*/ 18478 h 39528"/>
                  <a:gd name="connsiteX16" fmla="*/ 22289 w 30765"/>
                  <a:gd name="connsiteY16" fmla="*/ 16097 h 39528"/>
                  <a:gd name="connsiteX17" fmla="*/ 23146 w 30765"/>
                  <a:gd name="connsiteY17" fmla="*/ 12573 h 39528"/>
                  <a:gd name="connsiteX18" fmla="*/ 22289 w 30765"/>
                  <a:gd name="connsiteY18" fmla="*/ 9049 h 39528"/>
                  <a:gd name="connsiteX19" fmla="*/ 19907 w 30765"/>
                  <a:gd name="connsiteY19" fmla="*/ 6668 h 39528"/>
                  <a:gd name="connsiteX20" fmla="*/ 16383 w 30765"/>
                  <a:gd name="connsiteY20" fmla="*/ 5810 h 39528"/>
                  <a:gd name="connsiteX21" fmla="*/ 6191 w 30765"/>
                  <a:gd name="connsiteY21" fmla="*/ 5810 h 39528"/>
                  <a:gd name="connsiteX22" fmla="*/ 6191 w 30765"/>
                  <a:gd name="connsiteY22" fmla="*/ 19336 h 39528"/>
                  <a:gd name="connsiteX23" fmla="*/ 16383 w 30765"/>
                  <a:gd name="connsiteY23" fmla="*/ 19336 h 395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0765" h="39528">
                    <a:moveTo>
                      <a:pt x="16383" y="95"/>
                    </a:moveTo>
                    <a:cubicBezTo>
                      <a:pt x="18860" y="95"/>
                      <a:pt x="21050" y="667"/>
                      <a:pt x="23051" y="1715"/>
                    </a:cubicBezTo>
                    <a:cubicBezTo>
                      <a:pt x="25051" y="2762"/>
                      <a:pt x="26575" y="4286"/>
                      <a:pt x="27718" y="6191"/>
                    </a:cubicBezTo>
                    <a:cubicBezTo>
                      <a:pt x="28861" y="8096"/>
                      <a:pt x="29337" y="10192"/>
                      <a:pt x="29337" y="12478"/>
                    </a:cubicBezTo>
                    <a:cubicBezTo>
                      <a:pt x="29337" y="15335"/>
                      <a:pt x="28575" y="17717"/>
                      <a:pt x="27146" y="19622"/>
                    </a:cubicBezTo>
                    <a:cubicBezTo>
                      <a:pt x="25718" y="21527"/>
                      <a:pt x="23908" y="22860"/>
                      <a:pt x="21812" y="23717"/>
                    </a:cubicBezTo>
                    <a:lnTo>
                      <a:pt x="30766" y="39529"/>
                    </a:lnTo>
                    <a:lnTo>
                      <a:pt x="23717" y="39529"/>
                    </a:lnTo>
                    <a:lnTo>
                      <a:pt x="15526" y="24860"/>
                    </a:lnTo>
                    <a:lnTo>
                      <a:pt x="6191" y="24860"/>
                    </a:lnTo>
                    <a:lnTo>
                      <a:pt x="6191" y="39529"/>
                    </a:lnTo>
                    <a:lnTo>
                      <a:pt x="0" y="39529"/>
                    </a:lnTo>
                    <a:lnTo>
                      <a:pt x="0" y="0"/>
                    </a:lnTo>
                    <a:lnTo>
                      <a:pt x="16383" y="0"/>
                    </a:lnTo>
                    <a:close/>
                    <a:moveTo>
                      <a:pt x="16383" y="19336"/>
                    </a:moveTo>
                    <a:cubicBezTo>
                      <a:pt x="17717" y="19336"/>
                      <a:pt x="18860" y="19050"/>
                      <a:pt x="19907" y="18478"/>
                    </a:cubicBezTo>
                    <a:cubicBezTo>
                      <a:pt x="20955" y="17907"/>
                      <a:pt x="21717" y="17050"/>
                      <a:pt x="22289" y="16097"/>
                    </a:cubicBezTo>
                    <a:cubicBezTo>
                      <a:pt x="22860" y="15050"/>
                      <a:pt x="23146" y="13906"/>
                      <a:pt x="23146" y="12573"/>
                    </a:cubicBezTo>
                    <a:cubicBezTo>
                      <a:pt x="23146" y="11240"/>
                      <a:pt x="22860" y="10097"/>
                      <a:pt x="22289" y="9049"/>
                    </a:cubicBezTo>
                    <a:cubicBezTo>
                      <a:pt x="21717" y="8001"/>
                      <a:pt x="20860" y="7239"/>
                      <a:pt x="19907" y="6668"/>
                    </a:cubicBezTo>
                    <a:cubicBezTo>
                      <a:pt x="18860" y="6096"/>
                      <a:pt x="17717" y="5810"/>
                      <a:pt x="16383" y="5810"/>
                    </a:cubicBezTo>
                    <a:lnTo>
                      <a:pt x="6191" y="5810"/>
                    </a:lnTo>
                    <a:lnTo>
                      <a:pt x="6191" y="19336"/>
                    </a:lnTo>
                    <a:lnTo>
                      <a:pt x="16383" y="19336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ea typeface="Intel Clear" panose="020B0604020203020204" pitchFamily="34" charset="0"/>
                  <a:cs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7538DC6-5A10-44DE-BF8C-5185BC4F6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73803" y="0"/>
            <a:ext cx="4325371" cy="6392520"/>
            <a:chOff x="573803" y="0"/>
            <a:chExt cx="4325371" cy="639252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1BE35751-F391-41AA-9B05-1647E37D235B}"/>
                </a:ext>
              </a:extLst>
            </p:cNvPr>
            <p:cNvSpPr/>
            <p:nvPr/>
          </p:nvSpPr>
          <p:spPr>
            <a:xfrm>
              <a:off x="860457" y="4951823"/>
              <a:ext cx="158111" cy="158111"/>
            </a:xfrm>
            <a:prstGeom prst="rect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1CF1866E-6300-47C1-B36B-E4F93E357EE1}"/>
                </a:ext>
              </a:extLst>
            </p:cNvPr>
            <p:cNvSpPr/>
            <p:nvPr/>
          </p:nvSpPr>
          <p:spPr>
            <a:xfrm>
              <a:off x="573803" y="5104242"/>
              <a:ext cx="286654" cy="286654"/>
            </a:xfrm>
            <a:prstGeom prst="rect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4266AC4-1BB0-4DCC-B988-F338CCC87BB0}"/>
                </a:ext>
              </a:extLst>
            </p:cNvPr>
            <p:cNvSpPr/>
            <p:nvPr/>
          </p:nvSpPr>
          <p:spPr>
            <a:xfrm>
              <a:off x="861107" y="5390896"/>
              <a:ext cx="610214" cy="610214"/>
            </a:xfrm>
            <a:prstGeom prst="rect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F200040-B841-47B7-8555-E0299CDC24FA}"/>
                </a:ext>
              </a:extLst>
            </p:cNvPr>
            <p:cNvSpPr/>
            <p:nvPr/>
          </p:nvSpPr>
          <p:spPr>
            <a:xfrm>
              <a:off x="1468406" y="0"/>
              <a:ext cx="3430768" cy="5390870"/>
            </a:xfrm>
            <a:prstGeom prst="rect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3AD8DF60-7E0A-43C5-81B6-9B3522A7A826}"/>
                </a:ext>
              </a:extLst>
            </p:cNvPr>
            <p:cNvGrpSpPr/>
            <p:nvPr/>
          </p:nvGrpSpPr>
          <p:grpSpPr>
            <a:xfrm>
              <a:off x="1468406" y="5995719"/>
              <a:ext cx="1059754" cy="396801"/>
              <a:chOff x="1314450" y="6391094"/>
              <a:chExt cx="1123377" cy="420623"/>
            </a:xfrm>
          </p:grpSpPr>
          <p:sp>
            <p:nvSpPr>
              <p:cNvPr id="9" name="Freeform: Shape 8">
                <a:extLst>
                  <a:ext uri="{FF2B5EF4-FFF2-40B4-BE49-F238E27FC236}">
                    <a16:creationId xmlns:a16="http://schemas.microsoft.com/office/drawing/2014/main" id="{0AC5EDAF-1FA5-4CEA-99CA-7D0E1F5DDF81}"/>
                  </a:ext>
                </a:extLst>
              </p:cNvPr>
              <p:cNvSpPr/>
              <p:nvPr/>
            </p:nvSpPr>
            <p:spPr>
              <a:xfrm>
                <a:off x="1314450" y="6396809"/>
                <a:ext cx="78581" cy="78581"/>
              </a:xfrm>
              <a:custGeom>
                <a:avLst/>
                <a:gdLst>
                  <a:gd name="connsiteX0" fmla="*/ 0 w 78581"/>
                  <a:gd name="connsiteY0" fmla="*/ 0 h 78581"/>
                  <a:gd name="connsiteX1" fmla="*/ 78581 w 78581"/>
                  <a:gd name="connsiteY1" fmla="*/ 0 h 78581"/>
                  <a:gd name="connsiteX2" fmla="*/ 78581 w 78581"/>
                  <a:gd name="connsiteY2" fmla="*/ 78581 h 78581"/>
                  <a:gd name="connsiteX3" fmla="*/ 0 w 78581"/>
                  <a:gd name="connsiteY3" fmla="*/ 78581 h 785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581" h="78581">
                    <a:moveTo>
                      <a:pt x="0" y="0"/>
                    </a:moveTo>
                    <a:lnTo>
                      <a:pt x="78581" y="0"/>
                    </a:lnTo>
                    <a:lnTo>
                      <a:pt x="78581" y="78581"/>
                    </a:lnTo>
                    <a:lnTo>
                      <a:pt x="0" y="78581"/>
                    </a:lnTo>
                    <a:close/>
                  </a:path>
                </a:pathLst>
              </a:custGeom>
              <a:solidFill>
                <a:srgbClr val="00B2E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ea typeface="Intel Clear" panose="020B060402020302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5731A324-874D-4D3D-95F1-8AE3303E2272}"/>
                  </a:ext>
                </a:extLst>
              </p:cNvPr>
              <p:cNvSpPr/>
              <p:nvPr/>
            </p:nvSpPr>
            <p:spPr>
              <a:xfrm>
                <a:off x="1316545" y="6391094"/>
                <a:ext cx="995171" cy="420623"/>
              </a:xfrm>
              <a:custGeom>
                <a:avLst/>
                <a:gdLst>
                  <a:gd name="connsiteX0" fmla="*/ 74486 w 995171"/>
                  <a:gd name="connsiteY0" fmla="*/ 131921 h 420623"/>
                  <a:gd name="connsiteX1" fmla="*/ 0 w 995171"/>
                  <a:gd name="connsiteY1" fmla="*/ 131921 h 420623"/>
                  <a:gd name="connsiteX2" fmla="*/ 0 w 995171"/>
                  <a:gd name="connsiteY2" fmla="*/ 414719 h 420623"/>
                  <a:gd name="connsiteX3" fmla="*/ 74486 w 995171"/>
                  <a:gd name="connsiteY3" fmla="*/ 414719 h 420623"/>
                  <a:gd name="connsiteX4" fmla="*/ 74486 w 995171"/>
                  <a:gd name="connsiteY4" fmla="*/ 131921 h 420623"/>
                  <a:gd name="connsiteX5" fmla="*/ 568262 w 995171"/>
                  <a:gd name="connsiteY5" fmla="*/ 417576 h 420623"/>
                  <a:gd name="connsiteX6" fmla="*/ 568262 w 995171"/>
                  <a:gd name="connsiteY6" fmla="*/ 348234 h 420623"/>
                  <a:gd name="connsiteX7" fmla="*/ 541306 w 995171"/>
                  <a:gd name="connsiteY7" fmla="*/ 346520 h 420623"/>
                  <a:gd name="connsiteX8" fmla="*/ 523780 w 995171"/>
                  <a:gd name="connsiteY8" fmla="*/ 338804 h 420623"/>
                  <a:gd name="connsiteX9" fmla="*/ 516065 w 995171"/>
                  <a:gd name="connsiteY9" fmla="*/ 321945 h 420623"/>
                  <a:gd name="connsiteX10" fmla="*/ 514350 w 995171"/>
                  <a:gd name="connsiteY10" fmla="*/ 294608 h 420623"/>
                  <a:gd name="connsiteX11" fmla="*/ 514350 w 995171"/>
                  <a:gd name="connsiteY11" fmla="*/ 195644 h 420623"/>
                  <a:gd name="connsiteX12" fmla="*/ 568262 w 995171"/>
                  <a:gd name="connsiteY12" fmla="*/ 195644 h 420623"/>
                  <a:gd name="connsiteX13" fmla="*/ 568262 w 995171"/>
                  <a:gd name="connsiteY13" fmla="*/ 131921 h 420623"/>
                  <a:gd name="connsiteX14" fmla="*/ 514350 w 995171"/>
                  <a:gd name="connsiteY14" fmla="*/ 131921 h 420623"/>
                  <a:gd name="connsiteX15" fmla="*/ 514350 w 995171"/>
                  <a:gd name="connsiteY15" fmla="*/ 21812 h 420623"/>
                  <a:gd name="connsiteX16" fmla="*/ 439865 w 995171"/>
                  <a:gd name="connsiteY16" fmla="*/ 21812 h 420623"/>
                  <a:gd name="connsiteX17" fmla="*/ 439865 w 995171"/>
                  <a:gd name="connsiteY17" fmla="*/ 295180 h 420623"/>
                  <a:gd name="connsiteX18" fmla="*/ 445865 w 995171"/>
                  <a:gd name="connsiteY18" fmla="*/ 353473 h 420623"/>
                  <a:gd name="connsiteX19" fmla="*/ 465677 w 995171"/>
                  <a:gd name="connsiteY19" fmla="*/ 391001 h 420623"/>
                  <a:gd name="connsiteX20" fmla="*/ 502063 w 995171"/>
                  <a:gd name="connsiteY20" fmla="*/ 411385 h 420623"/>
                  <a:gd name="connsiteX21" fmla="*/ 558927 w 995171"/>
                  <a:gd name="connsiteY21" fmla="*/ 417671 h 420623"/>
                  <a:gd name="connsiteX22" fmla="*/ 568262 w 995171"/>
                  <a:gd name="connsiteY22" fmla="*/ 417671 h 420623"/>
                  <a:gd name="connsiteX23" fmla="*/ 995172 w 995171"/>
                  <a:gd name="connsiteY23" fmla="*/ 0 h 420623"/>
                  <a:gd name="connsiteX24" fmla="*/ 920687 w 995171"/>
                  <a:gd name="connsiteY24" fmla="*/ 0 h 420623"/>
                  <a:gd name="connsiteX25" fmla="*/ 920687 w 995171"/>
                  <a:gd name="connsiteY25" fmla="*/ 414719 h 420623"/>
                  <a:gd name="connsiteX26" fmla="*/ 995172 w 995171"/>
                  <a:gd name="connsiteY26" fmla="*/ 414719 h 420623"/>
                  <a:gd name="connsiteX27" fmla="*/ 995172 w 995171"/>
                  <a:gd name="connsiteY27" fmla="*/ 0 h 420623"/>
                  <a:gd name="connsiteX28" fmla="*/ 367951 w 995171"/>
                  <a:gd name="connsiteY28" fmla="*/ 159830 h 420623"/>
                  <a:gd name="connsiteX29" fmla="*/ 281273 w 995171"/>
                  <a:gd name="connsiteY29" fmla="*/ 126206 h 420623"/>
                  <a:gd name="connsiteX30" fmla="*/ 232410 w 995171"/>
                  <a:gd name="connsiteY30" fmla="*/ 137065 h 420623"/>
                  <a:gd name="connsiteX31" fmla="*/ 195358 w 995171"/>
                  <a:gd name="connsiteY31" fmla="*/ 167259 h 420623"/>
                  <a:gd name="connsiteX32" fmla="*/ 191262 w 995171"/>
                  <a:gd name="connsiteY32" fmla="*/ 172498 h 420623"/>
                  <a:gd name="connsiteX33" fmla="*/ 191262 w 995171"/>
                  <a:gd name="connsiteY33" fmla="*/ 167831 h 420623"/>
                  <a:gd name="connsiteX34" fmla="*/ 191262 w 995171"/>
                  <a:gd name="connsiteY34" fmla="*/ 132017 h 420623"/>
                  <a:gd name="connsiteX35" fmla="*/ 117920 w 995171"/>
                  <a:gd name="connsiteY35" fmla="*/ 132017 h 420623"/>
                  <a:gd name="connsiteX36" fmla="*/ 117920 w 995171"/>
                  <a:gd name="connsiteY36" fmla="*/ 414814 h 420623"/>
                  <a:gd name="connsiteX37" fmla="*/ 191929 w 995171"/>
                  <a:gd name="connsiteY37" fmla="*/ 414814 h 420623"/>
                  <a:gd name="connsiteX38" fmla="*/ 191929 w 995171"/>
                  <a:gd name="connsiteY38" fmla="*/ 264128 h 420623"/>
                  <a:gd name="connsiteX39" fmla="*/ 192024 w 995171"/>
                  <a:gd name="connsiteY39" fmla="*/ 274606 h 420623"/>
                  <a:gd name="connsiteX40" fmla="*/ 192119 w 995171"/>
                  <a:gd name="connsiteY40" fmla="*/ 269558 h 420623"/>
                  <a:gd name="connsiteX41" fmla="*/ 211741 w 995171"/>
                  <a:gd name="connsiteY41" fmla="*/ 210884 h 420623"/>
                  <a:gd name="connsiteX42" fmla="*/ 258985 w 995171"/>
                  <a:gd name="connsiteY42" fmla="*/ 190786 h 420623"/>
                  <a:gd name="connsiteX43" fmla="*/ 307753 w 995171"/>
                  <a:gd name="connsiteY43" fmla="*/ 210407 h 420623"/>
                  <a:gd name="connsiteX44" fmla="*/ 323945 w 995171"/>
                  <a:gd name="connsiteY44" fmla="*/ 264605 h 420623"/>
                  <a:gd name="connsiteX45" fmla="*/ 323945 w 995171"/>
                  <a:gd name="connsiteY45" fmla="*/ 264605 h 420623"/>
                  <a:gd name="connsiteX46" fmla="*/ 323945 w 995171"/>
                  <a:gd name="connsiteY46" fmla="*/ 265176 h 420623"/>
                  <a:gd name="connsiteX47" fmla="*/ 323945 w 995171"/>
                  <a:gd name="connsiteY47" fmla="*/ 265271 h 420623"/>
                  <a:gd name="connsiteX48" fmla="*/ 323945 w 995171"/>
                  <a:gd name="connsiteY48" fmla="*/ 414814 h 420623"/>
                  <a:gd name="connsiteX49" fmla="*/ 399098 w 995171"/>
                  <a:gd name="connsiteY49" fmla="*/ 414814 h 420623"/>
                  <a:gd name="connsiteX50" fmla="*/ 399098 w 995171"/>
                  <a:gd name="connsiteY50" fmla="*/ 254222 h 420623"/>
                  <a:gd name="connsiteX51" fmla="*/ 367951 w 995171"/>
                  <a:gd name="connsiteY51" fmla="*/ 159830 h 420623"/>
                  <a:gd name="connsiteX52" fmla="*/ 881825 w 995171"/>
                  <a:gd name="connsiteY52" fmla="*/ 272796 h 420623"/>
                  <a:gd name="connsiteX53" fmla="*/ 871061 w 995171"/>
                  <a:gd name="connsiteY53" fmla="*/ 215646 h 420623"/>
                  <a:gd name="connsiteX54" fmla="*/ 841057 w 995171"/>
                  <a:gd name="connsiteY54" fmla="*/ 168974 h 420623"/>
                  <a:gd name="connsiteX55" fmla="*/ 794957 w 995171"/>
                  <a:gd name="connsiteY55" fmla="*/ 137636 h 420623"/>
                  <a:gd name="connsiteX56" fmla="*/ 735806 w 995171"/>
                  <a:gd name="connsiteY56" fmla="*/ 126302 h 420623"/>
                  <a:gd name="connsiteX57" fmla="*/ 678371 w 995171"/>
                  <a:gd name="connsiteY57" fmla="*/ 137922 h 420623"/>
                  <a:gd name="connsiteX58" fmla="*/ 631698 w 995171"/>
                  <a:gd name="connsiteY58" fmla="*/ 169355 h 420623"/>
                  <a:gd name="connsiteX59" fmla="*/ 600266 w 995171"/>
                  <a:gd name="connsiteY59" fmla="*/ 216027 h 420623"/>
                  <a:gd name="connsiteX60" fmla="*/ 588645 w 995171"/>
                  <a:gd name="connsiteY60" fmla="*/ 273463 h 420623"/>
                  <a:gd name="connsiteX61" fmla="*/ 599694 w 995171"/>
                  <a:gd name="connsiteY61" fmla="*/ 330899 h 420623"/>
                  <a:gd name="connsiteX62" fmla="*/ 630269 w 995171"/>
                  <a:gd name="connsiteY62" fmla="*/ 377571 h 420623"/>
                  <a:gd name="connsiteX63" fmla="*/ 677513 w 995171"/>
                  <a:gd name="connsiteY63" fmla="*/ 409004 h 420623"/>
                  <a:gd name="connsiteX64" fmla="*/ 738092 w 995171"/>
                  <a:gd name="connsiteY64" fmla="*/ 420624 h 420623"/>
                  <a:gd name="connsiteX65" fmla="*/ 863918 w 995171"/>
                  <a:gd name="connsiteY65" fmla="*/ 365093 h 420623"/>
                  <a:gd name="connsiteX66" fmla="*/ 810292 w 995171"/>
                  <a:gd name="connsiteY66" fmla="*/ 324231 h 420623"/>
                  <a:gd name="connsiteX67" fmla="*/ 738664 w 995171"/>
                  <a:gd name="connsiteY67" fmla="*/ 355854 h 420623"/>
                  <a:gd name="connsiteX68" fmla="*/ 687229 w 995171"/>
                  <a:gd name="connsiteY68" fmla="*/ 341376 h 420623"/>
                  <a:gd name="connsiteX69" fmla="*/ 660368 w 995171"/>
                  <a:gd name="connsiteY69" fmla="*/ 302133 h 420623"/>
                  <a:gd name="connsiteX70" fmla="*/ 659606 w 995171"/>
                  <a:gd name="connsiteY70" fmla="*/ 299466 h 420623"/>
                  <a:gd name="connsiteX71" fmla="*/ 881825 w 995171"/>
                  <a:gd name="connsiteY71" fmla="*/ 299466 h 420623"/>
                  <a:gd name="connsiteX72" fmla="*/ 881825 w 995171"/>
                  <a:gd name="connsiteY72" fmla="*/ 272796 h 420623"/>
                  <a:gd name="connsiteX73" fmla="*/ 660368 w 995171"/>
                  <a:gd name="connsiteY73" fmla="*/ 246793 h 420623"/>
                  <a:gd name="connsiteX74" fmla="*/ 735330 w 995171"/>
                  <a:gd name="connsiteY74" fmla="*/ 189929 h 420623"/>
                  <a:gd name="connsiteX75" fmla="*/ 810387 w 995171"/>
                  <a:gd name="connsiteY75" fmla="*/ 246698 h 420623"/>
                  <a:gd name="connsiteX76" fmla="*/ 660368 w 995171"/>
                  <a:gd name="connsiteY76" fmla="*/ 246793 h 4206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</a:cxnLst>
                <a:rect l="l" t="t" r="r" b="b"/>
                <a:pathLst>
                  <a:path w="995171" h="420623">
                    <a:moveTo>
                      <a:pt x="74486" y="131921"/>
                    </a:moveTo>
                    <a:lnTo>
                      <a:pt x="0" y="131921"/>
                    </a:lnTo>
                    <a:lnTo>
                      <a:pt x="0" y="414719"/>
                    </a:lnTo>
                    <a:lnTo>
                      <a:pt x="74486" y="414719"/>
                    </a:lnTo>
                    <a:lnTo>
                      <a:pt x="74486" y="131921"/>
                    </a:lnTo>
                    <a:close/>
                    <a:moveTo>
                      <a:pt x="568262" y="417576"/>
                    </a:moveTo>
                    <a:lnTo>
                      <a:pt x="568262" y="348234"/>
                    </a:lnTo>
                    <a:cubicBezTo>
                      <a:pt x="557308" y="348139"/>
                      <a:pt x="548259" y="347567"/>
                      <a:pt x="541306" y="346520"/>
                    </a:cubicBezTo>
                    <a:cubicBezTo>
                      <a:pt x="533591" y="345281"/>
                      <a:pt x="527685" y="342710"/>
                      <a:pt x="523780" y="338804"/>
                    </a:cubicBezTo>
                    <a:cubicBezTo>
                      <a:pt x="519875" y="334899"/>
                      <a:pt x="517303" y="329184"/>
                      <a:pt x="516065" y="321945"/>
                    </a:cubicBezTo>
                    <a:cubicBezTo>
                      <a:pt x="514922" y="314992"/>
                      <a:pt x="514350" y="305753"/>
                      <a:pt x="514350" y="294608"/>
                    </a:cubicBezTo>
                    <a:lnTo>
                      <a:pt x="514350" y="195644"/>
                    </a:lnTo>
                    <a:lnTo>
                      <a:pt x="568262" y="195644"/>
                    </a:lnTo>
                    <a:lnTo>
                      <a:pt x="568262" y="131921"/>
                    </a:lnTo>
                    <a:lnTo>
                      <a:pt x="514350" y="131921"/>
                    </a:lnTo>
                    <a:lnTo>
                      <a:pt x="514350" y="21812"/>
                    </a:lnTo>
                    <a:lnTo>
                      <a:pt x="439865" y="21812"/>
                    </a:lnTo>
                    <a:lnTo>
                      <a:pt x="439865" y="295180"/>
                    </a:lnTo>
                    <a:cubicBezTo>
                      <a:pt x="439865" y="318230"/>
                      <a:pt x="441865" y="337852"/>
                      <a:pt x="445865" y="353473"/>
                    </a:cubicBezTo>
                    <a:cubicBezTo>
                      <a:pt x="449771" y="368903"/>
                      <a:pt x="456438" y="381572"/>
                      <a:pt x="465677" y="391001"/>
                    </a:cubicBezTo>
                    <a:cubicBezTo>
                      <a:pt x="474917" y="400431"/>
                      <a:pt x="487204" y="407289"/>
                      <a:pt x="502063" y="411385"/>
                    </a:cubicBezTo>
                    <a:cubicBezTo>
                      <a:pt x="517112" y="415481"/>
                      <a:pt x="536258" y="417671"/>
                      <a:pt x="558927" y="417671"/>
                    </a:cubicBezTo>
                    <a:lnTo>
                      <a:pt x="568262" y="417671"/>
                    </a:lnTo>
                    <a:close/>
                    <a:moveTo>
                      <a:pt x="995172" y="0"/>
                    </a:moveTo>
                    <a:lnTo>
                      <a:pt x="920687" y="0"/>
                    </a:lnTo>
                    <a:lnTo>
                      <a:pt x="920687" y="414719"/>
                    </a:lnTo>
                    <a:lnTo>
                      <a:pt x="995172" y="414719"/>
                    </a:lnTo>
                    <a:lnTo>
                      <a:pt x="995172" y="0"/>
                    </a:lnTo>
                    <a:close/>
                    <a:moveTo>
                      <a:pt x="367951" y="159830"/>
                    </a:moveTo>
                    <a:cubicBezTo>
                      <a:pt x="347282" y="137541"/>
                      <a:pt x="318135" y="126206"/>
                      <a:pt x="281273" y="126206"/>
                    </a:cubicBezTo>
                    <a:cubicBezTo>
                      <a:pt x="263462" y="126206"/>
                      <a:pt x="247079" y="129921"/>
                      <a:pt x="232410" y="137065"/>
                    </a:cubicBezTo>
                    <a:cubicBezTo>
                      <a:pt x="217742" y="144304"/>
                      <a:pt x="205264" y="154496"/>
                      <a:pt x="195358" y="167259"/>
                    </a:cubicBezTo>
                    <a:lnTo>
                      <a:pt x="191262" y="172498"/>
                    </a:lnTo>
                    <a:lnTo>
                      <a:pt x="191262" y="167831"/>
                    </a:lnTo>
                    <a:lnTo>
                      <a:pt x="191262" y="132017"/>
                    </a:lnTo>
                    <a:lnTo>
                      <a:pt x="117920" y="132017"/>
                    </a:lnTo>
                    <a:lnTo>
                      <a:pt x="117920" y="414814"/>
                    </a:lnTo>
                    <a:lnTo>
                      <a:pt x="191929" y="414814"/>
                    </a:lnTo>
                    <a:lnTo>
                      <a:pt x="191929" y="264128"/>
                    </a:lnTo>
                    <a:lnTo>
                      <a:pt x="192024" y="274606"/>
                    </a:lnTo>
                    <a:cubicBezTo>
                      <a:pt x="192024" y="272891"/>
                      <a:pt x="192024" y="271177"/>
                      <a:pt x="192119" y="269558"/>
                    </a:cubicBezTo>
                    <a:cubicBezTo>
                      <a:pt x="192881" y="243173"/>
                      <a:pt x="199454" y="223456"/>
                      <a:pt x="211741" y="210884"/>
                    </a:cubicBezTo>
                    <a:cubicBezTo>
                      <a:pt x="224790" y="197549"/>
                      <a:pt x="240697" y="190786"/>
                      <a:pt x="258985" y="190786"/>
                    </a:cubicBezTo>
                    <a:cubicBezTo>
                      <a:pt x="280511" y="190786"/>
                      <a:pt x="296894" y="197358"/>
                      <a:pt x="307753" y="210407"/>
                    </a:cubicBezTo>
                    <a:cubicBezTo>
                      <a:pt x="318421" y="223171"/>
                      <a:pt x="323850" y="241364"/>
                      <a:pt x="323945" y="264605"/>
                    </a:cubicBezTo>
                    <a:lnTo>
                      <a:pt x="323945" y="264605"/>
                    </a:lnTo>
                    <a:lnTo>
                      <a:pt x="323945" y="265176"/>
                    </a:lnTo>
                    <a:lnTo>
                      <a:pt x="323945" y="265271"/>
                    </a:lnTo>
                    <a:lnTo>
                      <a:pt x="323945" y="414814"/>
                    </a:lnTo>
                    <a:lnTo>
                      <a:pt x="399098" y="414814"/>
                    </a:lnTo>
                    <a:lnTo>
                      <a:pt x="399098" y="254222"/>
                    </a:lnTo>
                    <a:cubicBezTo>
                      <a:pt x="399193" y="213931"/>
                      <a:pt x="388620" y="182118"/>
                      <a:pt x="367951" y="159830"/>
                    </a:cubicBezTo>
                    <a:moveTo>
                      <a:pt x="881825" y="272796"/>
                    </a:moveTo>
                    <a:cubicBezTo>
                      <a:pt x="881825" y="252508"/>
                      <a:pt x="878205" y="233267"/>
                      <a:pt x="871061" y="215646"/>
                    </a:cubicBezTo>
                    <a:cubicBezTo>
                      <a:pt x="863918" y="198025"/>
                      <a:pt x="853821" y="182309"/>
                      <a:pt x="841057" y="168974"/>
                    </a:cubicBezTo>
                    <a:cubicBezTo>
                      <a:pt x="828294" y="155639"/>
                      <a:pt x="812768" y="145066"/>
                      <a:pt x="794957" y="137636"/>
                    </a:cubicBezTo>
                    <a:cubicBezTo>
                      <a:pt x="777145" y="130112"/>
                      <a:pt x="757238" y="126302"/>
                      <a:pt x="735806" y="126302"/>
                    </a:cubicBezTo>
                    <a:cubicBezTo>
                      <a:pt x="715518" y="126302"/>
                      <a:pt x="696182" y="130207"/>
                      <a:pt x="678371" y="137922"/>
                    </a:cubicBezTo>
                    <a:cubicBezTo>
                      <a:pt x="660559" y="145637"/>
                      <a:pt x="644843" y="156210"/>
                      <a:pt x="631698" y="169355"/>
                    </a:cubicBezTo>
                    <a:cubicBezTo>
                      <a:pt x="618554" y="182499"/>
                      <a:pt x="607981" y="198215"/>
                      <a:pt x="600266" y="216027"/>
                    </a:cubicBezTo>
                    <a:cubicBezTo>
                      <a:pt x="592550" y="233839"/>
                      <a:pt x="588645" y="253175"/>
                      <a:pt x="588645" y="273463"/>
                    </a:cubicBezTo>
                    <a:cubicBezTo>
                      <a:pt x="588645" y="293751"/>
                      <a:pt x="592360" y="313087"/>
                      <a:pt x="599694" y="330899"/>
                    </a:cubicBezTo>
                    <a:cubicBezTo>
                      <a:pt x="607028" y="348710"/>
                      <a:pt x="617315" y="364426"/>
                      <a:pt x="630269" y="377571"/>
                    </a:cubicBezTo>
                    <a:cubicBezTo>
                      <a:pt x="643223" y="390716"/>
                      <a:pt x="659130" y="401288"/>
                      <a:pt x="677513" y="409004"/>
                    </a:cubicBezTo>
                    <a:cubicBezTo>
                      <a:pt x="695897" y="416719"/>
                      <a:pt x="716280" y="420624"/>
                      <a:pt x="738092" y="420624"/>
                    </a:cubicBezTo>
                    <a:cubicBezTo>
                      <a:pt x="801148" y="420624"/>
                      <a:pt x="840391" y="391954"/>
                      <a:pt x="863918" y="365093"/>
                    </a:cubicBezTo>
                    <a:lnTo>
                      <a:pt x="810292" y="324231"/>
                    </a:lnTo>
                    <a:cubicBezTo>
                      <a:pt x="798957" y="337661"/>
                      <a:pt x="772192" y="355854"/>
                      <a:pt x="738664" y="355854"/>
                    </a:cubicBezTo>
                    <a:cubicBezTo>
                      <a:pt x="717614" y="355854"/>
                      <a:pt x="700373" y="350996"/>
                      <a:pt x="687229" y="341376"/>
                    </a:cubicBezTo>
                    <a:cubicBezTo>
                      <a:pt x="674084" y="331756"/>
                      <a:pt x="665036" y="318611"/>
                      <a:pt x="660368" y="302133"/>
                    </a:cubicBezTo>
                    <a:lnTo>
                      <a:pt x="659606" y="299466"/>
                    </a:lnTo>
                    <a:lnTo>
                      <a:pt x="881825" y="299466"/>
                    </a:lnTo>
                    <a:lnTo>
                      <a:pt x="881825" y="272796"/>
                    </a:lnTo>
                    <a:close/>
                    <a:moveTo>
                      <a:pt x="660368" y="246793"/>
                    </a:moveTo>
                    <a:cubicBezTo>
                      <a:pt x="660368" y="226124"/>
                      <a:pt x="684086" y="189929"/>
                      <a:pt x="735330" y="189929"/>
                    </a:cubicBezTo>
                    <a:cubicBezTo>
                      <a:pt x="786575" y="189929"/>
                      <a:pt x="810387" y="226028"/>
                      <a:pt x="810387" y="246698"/>
                    </a:cubicBezTo>
                    <a:lnTo>
                      <a:pt x="660368" y="246793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ea typeface="Intel Clear" panose="020B060402020302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934E3A93-BFC9-49AD-8CF7-7EDF2A13157E}"/>
                  </a:ext>
                </a:extLst>
              </p:cNvPr>
              <p:cNvSpPr/>
              <p:nvPr/>
            </p:nvSpPr>
            <p:spPr>
              <a:xfrm>
                <a:off x="2358770" y="6728469"/>
                <a:ext cx="79057" cy="79057"/>
              </a:xfrm>
              <a:custGeom>
                <a:avLst/>
                <a:gdLst>
                  <a:gd name="connsiteX0" fmla="*/ 39529 w 79057"/>
                  <a:gd name="connsiteY0" fmla="*/ 5620 h 79057"/>
                  <a:gd name="connsiteX1" fmla="*/ 73438 w 79057"/>
                  <a:gd name="connsiteY1" fmla="*/ 39529 h 79057"/>
                  <a:gd name="connsiteX2" fmla="*/ 39529 w 79057"/>
                  <a:gd name="connsiteY2" fmla="*/ 73438 h 79057"/>
                  <a:gd name="connsiteX3" fmla="*/ 5620 w 79057"/>
                  <a:gd name="connsiteY3" fmla="*/ 39529 h 79057"/>
                  <a:gd name="connsiteX4" fmla="*/ 39529 w 79057"/>
                  <a:gd name="connsiteY4" fmla="*/ 5620 h 79057"/>
                  <a:gd name="connsiteX5" fmla="*/ 39529 w 79057"/>
                  <a:gd name="connsiteY5" fmla="*/ 0 h 79057"/>
                  <a:gd name="connsiteX6" fmla="*/ 0 w 79057"/>
                  <a:gd name="connsiteY6" fmla="*/ 39529 h 79057"/>
                  <a:gd name="connsiteX7" fmla="*/ 39529 w 79057"/>
                  <a:gd name="connsiteY7" fmla="*/ 79058 h 79057"/>
                  <a:gd name="connsiteX8" fmla="*/ 79058 w 79057"/>
                  <a:gd name="connsiteY8" fmla="*/ 39529 h 79057"/>
                  <a:gd name="connsiteX9" fmla="*/ 39529 w 79057"/>
                  <a:gd name="connsiteY9" fmla="*/ 0 h 790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79057" h="79057">
                    <a:moveTo>
                      <a:pt x="39529" y="5620"/>
                    </a:moveTo>
                    <a:cubicBezTo>
                      <a:pt x="58198" y="5620"/>
                      <a:pt x="73438" y="20860"/>
                      <a:pt x="73438" y="39529"/>
                    </a:cubicBezTo>
                    <a:cubicBezTo>
                      <a:pt x="73438" y="58198"/>
                      <a:pt x="58198" y="73438"/>
                      <a:pt x="39529" y="73438"/>
                    </a:cubicBezTo>
                    <a:cubicBezTo>
                      <a:pt x="20860" y="73438"/>
                      <a:pt x="5620" y="58198"/>
                      <a:pt x="5620" y="39529"/>
                    </a:cubicBezTo>
                    <a:cubicBezTo>
                      <a:pt x="5620" y="20860"/>
                      <a:pt x="20860" y="5620"/>
                      <a:pt x="39529" y="5620"/>
                    </a:cubicBezTo>
                    <a:moveTo>
                      <a:pt x="39529" y="0"/>
                    </a:moveTo>
                    <a:cubicBezTo>
                      <a:pt x="17717" y="0"/>
                      <a:pt x="0" y="17717"/>
                      <a:pt x="0" y="39529"/>
                    </a:cubicBezTo>
                    <a:cubicBezTo>
                      <a:pt x="0" y="61341"/>
                      <a:pt x="17717" y="79058"/>
                      <a:pt x="39529" y="79058"/>
                    </a:cubicBezTo>
                    <a:cubicBezTo>
                      <a:pt x="61341" y="79058"/>
                      <a:pt x="79058" y="61341"/>
                      <a:pt x="79058" y="39529"/>
                    </a:cubicBezTo>
                    <a:cubicBezTo>
                      <a:pt x="79058" y="17717"/>
                      <a:pt x="61341" y="0"/>
                      <a:pt x="39529" y="0"/>
                    </a:cubicBezTo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ea typeface="Intel Clear" panose="020B060402020302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839DD8F2-C56B-454C-9A84-A663F83DB6CE}"/>
                  </a:ext>
                </a:extLst>
              </p:cNvPr>
              <p:cNvSpPr/>
              <p:nvPr/>
            </p:nvSpPr>
            <p:spPr>
              <a:xfrm>
                <a:off x="2384869" y="6748090"/>
                <a:ext cx="30765" cy="39528"/>
              </a:xfrm>
              <a:custGeom>
                <a:avLst/>
                <a:gdLst>
                  <a:gd name="connsiteX0" fmla="*/ 16383 w 30765"/>
                  <a:gd name="connsiteY0" fmla="*/ 95 h 39528"/>
                  <a:gd name="connsiteX1" fmla="*/ 23051 w 30765"/>
                  <a:gd name="connsiteY1" fmla="*/ 1715 h 39528"/>
                  <a:gd name="connsiteX2" fmla="*/ 27718 w 30765"/>
                  <a:gd name="connsiteY2" fmla="*/ 6191 h 39528"/>
                  <a:gd name="connsiteX3" fmla="*/ 29337 w 30765"/>
                  <a:gd name="connsiteY3" fmla="*/ 12478 h 39528"/>
                  <a:gd name="connsiteX4" fmla="*/ 27146 w 30765"/>
                  <a:gd name="connsiteY4" fmla="*/ 19622 h 39528"/>
                  <a:gd name="connsiteX5" fmla="*/ 21812 w 30765"/>
                  <a:gd name="connsiteY5" fmla="*/ 23717 h 39528"/>
                  <a:gd name="connsiteX6" fmla="*/ 30766 w 30765"/>
                  <a:gd name="connsiteY6" fmla="*/ 39529 h 39528"/>
                  <a:gd name="connsiteX7" fmla="*/ 23717 w 30765"/>
                  <a:gd name="connsiteY7" fmla="*/ 39529 h 39528"/>
                  <a:gd name="connsiteX8" fmla="*/ 15526 w 30765"/>
                  <a:gd name="connsiteY8" fmla="*/ 24860 h 39528"/>
                  <a:gd name="connsiteX9" fmla="*/ 6191 w 30765"/>
                  <a:gd name="connsiteY9" fmla="*/ 24860 h 39528"/>
                  <a:gd name="connsiteX10" fmla="*/ 6191 w 30765"/>
                  <a:gd name="connsiteY10" fmla="*/ 39529 h 39528"/>
                  <a:gd name="connsiteX11" fmla="*/ 0 w 30765"/>
                  <a:gd name="connsiteY11" fmla="*/ 39529 h 39528"/>
                  <a:gd name="connsiteX12" fmla="*/ 0 w 30765"/>
                  <a:gd name="connsiteY12" fmla="*/ 0 h 39528"/>
                  <a:gd name="connsiteX13" fmla="*/ 16383 w 30765"/>
                  <a:gd name="connsiteY13" fmla="*/ 0 h 39528"/>
                  <a:gd name="connsiteX14" fmla="*/ 16383 w 30765"/>
                  <a:gd name="connsiteY14" fmla="*/ 19336 h 39528"/>
                  <a:gd name="connsiteX15" fmla="*/ 19907 w 30765"/>
                  <a:gd name="connsiteY15" fmla="*/ 18478 h 39528"/>
                  <a:gd name="connsiteX16" fmla="*/ 22289 w 30765"/>
                  <a:gd name="connsiteY16" fmla="*/ 16097 h 39528"/>
                  <a:gd name="connsiteX17" fmla="*/ 23146 w 30765"/>
                  <a:gd name="connsiteY17" fmla="*/ 12573 h 39528"/>
                  <a:gd name="connsiteX18" fmla="*/ 22289 w 30765"/>
                  <a:gd name="connsiteY18" fmla="*/ 9049 h 39528"/>
                  <a:gd name="connsiteX19" fmla="*/ 19907 w 30765"/>
                  <a:gd name="connsiteY19" fmla="*/ 6668 h 39528"/>
                  <a:gd name="connsiteX20" fmla="*/ 16383 w 30765"/>
                  <a:gd name="connsiteY20" fmla="*/ 5810 h 39528"/>
                  <a:gd name="connsiteX21" fmla="*/ 6191 w 30765"/>
                  <a:gd name="connsiteY21" fmla="*/ 5810 h 39528"/>
                  <a:gd name="connsiteX22" fmla="*/ 6191 w 30765"/>
                  <a:gd name="connsiteY22" fmla="*/ 19336 h 39528"/>
                  <a:gd name="connsiteX23" fmla="*/ 16383 w 30765"/>
                  <a:gd name="connsiteY23" fmla="*/ 19336 h 395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0765" h="39528">
                    <a:moveTo>
                      <a:pt x="16383" y="95"/>
                    </a:moveTo>
                    <a:cubicBezTo>
                      <a:pt x="18860" y="95"/>
                      <a:pt x="21050" y="667"/>
                      <a:pt x="23051" y="1715"/>
                    </a:cubicBezTo>
                    <a:cubicBezTo>
                      <a:pt x="25051" y="2762"/>
                      <a:pt x="26575" y="4286"/>
                      <a:pt x="27718" y="6191"/>
                    </a:cubicBezTo>
                    <a:cubicBezTo>
                      <a:pt x="28861" y="8096"/>
                      <a:pt x="29337" y="10192"/>
                      <a:pt x="29337" y="12478"/>
                    </a:cubicBezTo>
                    <a:cubicBezTo>
                      <a:pt x="29337" y="15335"/>
                      <a:pt x="28575" y="17717"/>
                      <a:pt x="27146" y="19622"/>
                    </a:cubicBezTo>
                    <a:cubicBezTo>
                      <a:pt x="25718" y="21527"/>
                      <a:pt x="23908" y="22860"/>
                      <a:pt x="21812" y="23717"/>
                    </a:cubicBezTo>
                    <a:lnTo>
                      <a:pt x="30766" y="39529"/>
                    </a:lnTo>
                    <a:lnTo>
                      <a:pt x="23717" y="39529"/>
                    </a:lnTo>
                    <a:lnTo>
                      <a:pt x="15526" y="24860"/>
                    </a:lnTo>
                    <a:lnTo>
                      <a:pt x="6191" y="24860"/>
                    </a:lnTo>
                    <a:lnTo>
                      <a:pt x="6191" y="39529"/>
                    </a:lnTo>
                    <a:lnTo>
                      <a:pt x="0" y="39529"/>
                    </a:lnTo>
                    <a:lnTo>
                      <a:pt x="0" y="0"/>
                    </a:lnTo>
                    <a:lnTo>
                      <a:pt x="16383" y="0"/>
                    </a:lnTo>
                    <a:close/>
                    <a:moveTo>
                      <a:pt x="16383" y="19336"/>
                    </a:moveTo>
                    <a:cubicBezTo>
                      <a:pt x="17717" y="19336"/>
                      <a:pt x="18860" y="19050"/>
                      <a:pt x="19907" y="18478"/>
                    </a:cubicBezTo>
                    <a:cubicBezTo>
                      <a:pt x="20955" y="17907"/>
                      <a:pt x="21717" y="17050"/>
                      <a:pt x="22289" y="16097"/>
                    </a:cubicBezTo>
                    <a:cubicBezTo>
                      <a:pt x="22860" y="15050"/>
                      <a:pt x="23146" y="13906"/>
                      <a:pt x="23146" y="12573"/>
                    </a:cubicBezTo>
                    <a:cubicBezTo>
                      <a:pt x="23146" y="11240"/>
                      <a:pt x="22860" y="10097"/>
                      <a:pt x="22289" y="9049"/>
                    </a:cubicBezTo>
                    <a:cubicBezTo>
                      <a:pt x="21717" y="8001"/>
                      <a:pt x="20860" y="7239"/>
                      <a:pt x="19907" y="6668"/>
                    </a:cubicBezTo>
                    <a:cubicBezTo>
                      <a:pt x="18860" y="6096"/>
                      <a:pt x="17717" y="5810"/>
                      <a:pt x="16383" y="5810"/>
                    </a:cubicBezTo>
                    <a:lnTo>
                      <a:pt x="6191" y="5810"/>
                    </a:lnTo>
                    <a:lnTo>
                      <a:pt x="6191" y="19336"/>
                    </a:lnTo>
                    <a:lnTo>
                      <a:pt x="16383" y="19336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ea typeface="Intel Clear" panose="020B0604020203020204" pitchFamily="34" charset="0"/>
                  <a:cs typeface="Times New Roman" panose="02020603050405020304" pitchFamily="18" charset="0"/>
                </a:endParaRPr>
              </a:p>
            </p:txBody>
          </p:sp>
        </p:grpSp>
      </p:grp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825262-3F6E-4DC6-AA53-E30B25B1583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43438" y="944163"/>
            <a:ext cx="9810362" cy="627700"/>
          </a:xfrm>
        </p:spPr>
        <p:txBody>
          <a:bodyPr anchor="b" anchorCtr="0">
            <a:normAutofit/>
          </a:bodyPr>
          <a:lstStyle>
            <a:lvl1pPr marL="0" indent="0">
              <a:buFontTx/>
              <a:buNone/>
              <a:defRPr sz="1600">
                <a:solidFill>
                  <a:schemeClr val="bg1"/>
                </a:solidFill>
                <a:latin typeface="IntelOne Text" panose="020B0503020203020204" pitchFamily="34" charset="77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E6BC2F-544E-4727-A6CC-2BE3B3E01B5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42536" y="1635111"/>
            <a:ext cx="9789007" cy="1874852"/>
          </a:xfrm>
        </p:spPr>
        <p:txBody>
          <a:bodyPr anchor="b"/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F0B31C-0AD0-4CC0-BF2B-DECE53E6665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42536" y="3602038"/>
            <a:ext cx="9789007" cy="1655762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71272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Blue B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6882660D-9752-4416-A0A1-69ECA0CD4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73803" y="0"/>
            <a:ext cx="4325371" cy="6392520"/>
            <a:chOff x="573803" y="0"/>
            <a:chExt cx="4325371" cy="6392520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8581569F-6701-4CDA-895D-6BD6D388AB05}"/>
                </a:ext>
              </a:extLst>
            </p:cNvPr>
            <p:cNvSpPr/>
            <p:nvPr/>
          </p:nvSpPr>
          <p:spPr>
            <a:xfrm>
              <a:off x="1468406" y="0"/>
              <a:ext cx="3430768" cy="5390870"/>
            </a:xfrm>
            <a:prstGeom prst="rect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8EFB02BB-CBC4-4742-9BA0-2C9212EFAF23}"/>
                </a:ext>
              </a:extLst>
            </p:cNvPr>
            <p:cNvGrpSpPr/>
            <p:nvPr/>
          </p:nvGrpSpPr>
          <p:grpSpPr>
            <a:xfrm>
              <a:off x="1468406" y="5995719"/>
              <a:ext cx="1059754" cy="396801"/>
              <a:chOff x="1314450" y="6391094"/>
              <a:chExt cx="1123377" cy="420623"/>
            </a:xfrm>
          </p:grpSpPr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85AE6566-9773-4111-B8E5-827E7E8AE779}"/>
                  </a:ext>
                </a:extLst>
              </p:cNvPr>
              <p:cNvSpPr/>
              <p:nvPr/>
            </p:nvSpPr>
            <p:spPr>
              <a:xfrm>
                <a:off x="1314450" y="6396809"/>
                <a:ext cx="78581" cy="78581"/>
              </a:xfrm>
              <a:custGeom>
                <a:avLst/>
                <a:gdLst>
                  <a:gd name="connsiteX0" fmla="*/ 0 w 78581"/>
                  <a:gd name="connsiteY0" fmla="*/ 0 h 78581"/>
                  <a:gd name="connsiteX1" fmla="*/ 78581 w 78581"/>
                  <a:gd name="connsiteY1" fmla="*/ 0 h 78581"/>
                  <a:gd name="connsiteX2" fmla="*/ 78581 w 78581"/>
                  <a:gd name="connsiteY2" fmla="*/ 78581 h 78581"/>
                  <a:gd name="connsiteX3" fmla="*/ 0 w 78581"/>
                  <a:gd name="connsiteY3" fmla="*/ 78581 h 785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581" h="78581">
                    <a:moveTo>
                      <a:pt x="0" y="0"/>
                    </a:moveTo>
                    <a:lnTo>
                      <a:pt x="78581" y="0"/>
                    </a:lnTo>
                    <a:lnTo>
                      <a:pt x="78581" y="78581"/>
                    </a:lnTo>
                    <a:lnTo>
                      <a:pt x="0" y="78581"/>
                    </a:lnTo>
                    <a:close/>
                  </a:path>
                </a:pathLst>
              </a:custGeom>
              <a:solidFill>
                <a:srgbClr val="00B2E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ea typeface="Intel Clear" panose="020B060402020302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5251A5FC-EF81-41EC-BA9D-EC2323003C59}"/>
                  </a:ext>
                </a:extLst>
              </p:cNvPr>
              <p:cNvSpPr/>
              <p:nvPr/>
            </p:nvSpPr>
            <p:spPr>
              <a:xfrm>
                <a:off x="1316545" y="6391094"/>
                <a:ext cx="995171" cy="420623"/>
              </a:xfrm>
              <a:custGeom>
                <a:avLst/>
                <a:gdLst>
                  <a:gd name="connsiteX0" fmla="*/ 74486 w 995171"/>
                  <a:gd name="connsiteY0" fmla="*/ 131921 h 420623"/>
                  <a:gd name="connsiteX1" fmla="*/ 0 w 995171"/>
                  <a:gd name="connsiteY1" fmla="*/ 131921 h 420623"/>
                  <a:gd name="connsiteX2" fmla="*/ 0 w 995171"/>
                  <a:gd name="connsiteY2" fmla="*/ 414719 h 420623"/>
                  <a:gd name="connsiteX3" fmla="*/ 74486 w 995171"/>
                  <a:gd name="connsiteY3" fmla="*/ 414719 h 420623"/>
                  <a:gd name="connsiteX4" fmla="*/ 74486 w 995171"/>
                  <a:gd name="connsiteY4" fmla="*/ 131921 h 420623"/>
                  <a:gd name="connsiteX5" fmla="*/ 568262 w 995171"/>
                  <a:gd name="connsiteY5" fmla="*/ 417576 h 420623"/>
                  <a:gd name="connsiteX6" fmla="*/ 568262 w 995171"/>
                  <a:gd name="connsiteY6" fmla="*/ 348234 h 420623"/>
                  <a:gd name="connsiteX7" fmla="*/ 541306 w 995171"/>
                  <a:gd name="connsiteY7" fmla="*/ 346520 h 420623"/>
                  <a:gd name="connsiteX8" fmla="*/ 523780 w 995171"/>
                  <a:gd name="connsiteY8" fmla="*/ 338804 h 420623"/>
                  <a:gd name="connsiteX9" fmla="*/ 516065 w 995171"/>
                  <a:gd name="connsiteY9" fmla="*/ 321945 h 420623"/>
                  <a:gd name="connsiteX10" fmla="*/ 514350 w 995171"/>
                  <a:gd name="connsiteY10" fmla="*/ 294608 h 420623"/>
                  <a:gd name="connsiteX11" fmla="*/ 514350 w 995171"/>
                  <a:gd name="connsiteY11" fmla="*/ 195644 h 420623"/>
                  <a:gd name="connsiteX12" fmla="*/ 568262 w 995171"/>
                  <a:gd name="connsiteY12" fmla="*/ 195644 h 420623"/>
                  <a:gd name="connsiteX13" fmla="*/ 568262 w 995171"/>
                  <a:gd name="connsiteY13" fmla="*/ 131921 h 420623"/>
                  <a:gd name="connsiteX14" fmla="*/ 514350 w 995171"/>
                  <a:gd name="connsiteY14" fmla="*/ 131921 h 420623"/>
                  <a:gd name="connsiteX15" fmla="*/ 514350 w 995171"/>
                  <a:gd name="connsiteY15" fmla="*/ 21812 h 420623"/>
                  <a:gd name="connsiteX16" fmla="*/ 439865 w 995171"/>
                  <a:gd name="connsiteY16" fmla="*/ 21812 h 420623"/>
                  <a:gd name="connsiteX17" fmla="*/ 439865 w 995171"/>
                  <a:gd name="connsiteY17" fmla="*/ 295180 h 420623"/>
                  <a:gd name="connsiteX18" fmla="*/ 445865 w 995171"/>
                  <a:gd name="connsiteY18" fmla="*/ 353473 h 420623"/>
                  <a:gd name="connsiteX19" fmla="*/ 465677 w 995171"/>
                  <a:gd name="connsiteY19" fmla="*/ 391001 h 420623"/>
                  <a:gd name="connsiteX20" fmla="*/ 502063 w 995171"/>
                  <a:gd name="connsiteY20" fmla="*/ 411385 h 420623"/>
                  <a:gd name="connsiteX21" fmla="*/ 558927 w 995171"/>
                  <a:gd name="connsiteY21" fmla="*/ 417671 h 420623"/>
                  <a:gd name="connsiteX22" fmla="*/ 568262 w 995171"/>
                  <a:gd name="connsiteY22" fmla="*/ 417671 h 420623"/>
                  <a:gd name="connsiteX23" fmla="*/ 995172 w 995171"/>
                  <a:gd name="connsiteY23" fmla="*/ 0 h 420623"/>
                  <a:gd name="connsiteX24" fmla="*/ 920687 w 995171"/>
                  <a:gd name="connsiteY24" fmla="*/ 0 h 420623"/>
                  <a:gd name="connsiteX25" fmla="*/ 920687 w 995171"/>
                  <a:gd name="connsiteY25" fmla="*/ 414719 h 420623"/>
                  <a:gd name="connsiteX26" fmla="*/ 995172 w 995171"/>
                  <a:gd name="connsiteY26" fmla="*/ 414719 h 420623"/>
                  <a:gd name="connsiteX27" fmla="*/ 995172 w 995171"/>
                  <a:gd name="connsiteY27" fmla="*/ 0 h 420623"/>
                  <a:gd name="connsiteX28" fmla="*/ 367951 w 995171"/>
                  <a:gd name="connsiteY28" fmla="*/ 159830 h 420623"/>
                  <a:gd name="connsiteX29" fmla="*/ 281273 w 995171"/>
                  <a:gd name="connsiteY29" fmla="*/ 126206 h 420623"/>
                  <a:gd name="connsiteX30" fmla="*/ 232410 w 995171"/>
                  <a:gd name="connsiteY30" fmla="*/ 137065 h 420623"/>
                  <a:gd name="connsiteX31" fmla="*/ 195358 w 995171"/>
                  <a:gd name="connsiteY31" fmla="*/ 167259 h 420623"/>
                  <a:gd name="connsiteX32" fmla="*/ 191262 w 995171"/>
                  <a:gd name="connsiteY32" fmla="*/ 172498 h 420623"/>
                  <a:gd name="connsiteX33" fmla="*/ 191262 w 995171"/>
                  <a:gd name="connsiteY33" fmla="*/ 167831 h 420623"/>
                  <a:gd name="connsiteX34" fmla="*/ 191262 w 995171"/>
                  <a:gd name="connsiteY34" fmla="*/ 132017 h 420623"/>
                  <a:gd name="connsiteX35" fmla="*/ 117920 w 995171"/>
                  <a:gd name="connsiteY35" fmla="*/ 132017 h 420623"/>
                  <a:gd name="connsiteX36" fmla="*/ 117920 w 995171"/>
                  <a:gd name="connsiteY36" fmla="*/ 414814 h 420623"/>
                  <a:gd name="connsiteX37" fmla="*/ 191929 w 995171"/>
                  <a:gd name="connsiteY37" fmla="*/ 414814 h 420623"/>
                  <a:gd name="connsiteX38" fmla="*/ 191929 w 995171"/>
                  <a:gd name="connsiteY38" fmla="*/ 264128 h 420623"/>
                  <a:gd name="connsiteX39" fmla="*/ 192024 w 995171"/>
                  <a:gd name="connsiteY39" fmla="*/ 274606 h 420623"/>
                  <a:gd name="connsiteX40" fmla="*/ 192119 w 995171"/>
                  <a:gd name="connsiteY40" fmla="*/ 269558 h 420623"/>
                  <a:gd name="connsiteX41" fmla="*/ 211741 w 995171"/>
                  <a:gd name="connsiteY41" fmla="*/ 210884 h 420623"/>
                  <a:gd name="connsiteX42" fmla="*/ 258985 w 995171"/>
                  <a:gd name="connsiteY42" fmla="*/ 190786 h 420623"/>
                  <a:gd name="connsiteX43" fmla="*/ 307753 w 995171"/>
                  <a:gd name="connsiteY43" fmla="*/ 210407 h 420623"/>
                  <a:gd name="connsiteX44" fmla="*/ 323945 w 995171"/>
                  <a:gd name="connsiteY44" fmla="*/ 264605 h 420623"/>
                  <a:gd name="connsiteX45" fmla="*/ 323945 w 995171"/>
                  <a:gd name="connsiteY45" fmla="*/ 264605 h 420623"/>
                  <a:gd name="connsiteX46" fmla="*/ 323945 w 995171"/>
                  <a:gd name="connsiteY46" fmla="*/ 265176 h 420623"/>
                  <a:gd name="connsiteX47" fmla="*/ 323945 w 995171"/>
                  <a:gd name="connsiteY47" fmla="*/ 265271 h 420623"/>
                  <a:gd name="connsiteX48" fmla="*/ 323945 w 995171"/>
                  <a:gd name="connsiteY48" fmla="*/ 414814 h 420623"/>
                  <a:gd name="connsiteX49" fmla="*/ 399098 w 995171"/>
                  <a:gd name="connsiteY49" fmla="*/ 414814 h 420623"/>
                  <a:gd name="connsiteX50" fmla="*/ 399098 w 995171"/>
                  <a:gd name="connsiteY50" fmla="*/ 254222 h 420623"/>
                  <a:gd name="connsiteX51" fmla="*/ 367951 w 995171"/>
                  <a:gd name="connsiteY51" fmla="*/ 159830 h 420623"/>
                  <a:gd name="connsiteX52" fmla="*/ 881825 w 995171"/>
                  <a:gd name="connsiteY52" fmla="*/ 272796 h 420623"/>
                  <a:gd name="connsiteX53" fmla="*/ 871061 w 995171"/>
                  <a:gd name="connsiteY53" fmla="*/ 215646 h 420623"/>
                  <a:gd name="connsiteX54" fmla="*/ 841057 w 995171"/>
                  <a:gd name="connsiteY54" fmla="*/ 168974 h 420623"/>
                  <a:gd name="connsiteX55" fmla="*/ 794957 w 995171"/>
                  <a:gd name="connsiteY55" fmla="*/ 137636 h 420623"/>
                  <a:gd name="connsiteX56" fmla="*/ 735806 w 995171"/>
                  <a:gd name="connsiteY56" fmla="*/ 126302 h 420623"/>
                  <a:gd name="connsiteX57" fmla="*/ 678371 w 995171"/>
                  <a:gd name="connsiteY57" fmla="*/ 137922 h 420623"/>
                  <a:gd name="connsiteX58" fmla="*/ 631698 w 995171"/>
                  <a:gd name="connsiteY58" fmla="*/ 169355 h 420623"/>
                  <a:gd name="connsiteX59" fmla="*/ 600266 w 995171"/>
                  <a:gd name="connsiteY59" fmla="*/ 216027 h 420623"/>
                  <a:gd name="connsiteX60" fmla="*/ 588645 w 995171"/>
                  <a:gd name="connsiteY60" fmla="*/ 273463 h 420623"/>
                  <a:gd name="connsiteX61" fmla="*/ 599694 w 995171"/>
                  <a:gd name="connsiteY61" fmla="*/ 330899 h 420623"/>
                  <a:gd name="connsiteX62" fmla="*/ 630269 w 995171"/>
                  <a:gd name="connsiteY62" fmla="*/ 377571 h 420623"/>
                  <a:gd name="connsiteX63" fmla="*/ 677513 w 995171"/>
                  <a:gd name="connsiteY63" fmla="*/ 409004 h 420623"/>
                  <a:gd name="connsiteX64" fmla="*/ 738092 w 995171"/>
                  <a:gd name="connsiteY64" fmla="*/ 420624 h 420623"/>
                  <a:gd name="connsiteX65" fmla="*/ 863918 w 995171"/>
                  <a:gd name="connsiteY65" fmla="*/ 365093 h 420623"/>
                  <a:gd name="connsiteX66" fmla="*/ 810292 w 995171"/>
                  <a:gd name="connsiteY66" fmla="*/ 324231 h 420623"/>
                  <a:gd name="connsiteX67" fmla="*/ 738664 w 995171"/>
                  <a:gd name="connsiteY67" fmla="*/ 355854 h 420623"/>
                  <a:gd name="connsiteX68" fmla="*/ 687229 w 995171"/>
                  <a:gd name="connsiteY68" fmla="*/ 341376 h 420623"/>
                  <a:gd name="connsiteX69" fmla="*/ 660368 w 995171"/>
                  <a:gd name="connsiteY69" fmla="*/ 302133 h 420623"/>
                  <a:gd name="connsiteX70" fmla="*/ 659606 w 995171"/>
                  <a:gd name="connsiteY70" fmla="*/ 299466 h 420623"/>
                  <a:gd name="connsiteX71" fmla="*/ 881825 w 995171"/>
                  <a:gd name="connsiteY71" fmla="*/ 299466 h 420623"/>
                  <a:gd name="connsiteX72" fmla="*/ 881825 w 995171"/>
                  <a:gd name="connsiteY72" fmla="*/ 272796 h 420623"/>
                  <a:gd name="connsiteX73" fmla="*/ 660368 w 995171"/>
                  <a:gd name="connsiteY73" fmla="*/ 246793 h 420623"/>
                  <a:gd name="connsiteX74" fmla="*/ 735330 w 995171"/>
                  <a:gd name="connsiteY74" fmla="*/ 189929 h 420623"/>
                  <a:gd name="connsiteX75" fmla="*/ 810387 w 995171"/>
                  <a:gd name="connsiteY75" fmla="*/ 246698 h 420623"/>
                  <a:gd name="connsiteX76" fmla="*/ 660368 w 995171"/>
                  <a:gd name="connsiteY76" fmla="*/ 246793 h 4206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</a:cxnLst>
                <a:rect l="l" t="t" r="r" b="b"/>
                <a:pathLst>
                  <a:path w="995171" h="420623">
                    <a:moveTo>
                      <a:pt x="74486" y="131921"/>
                    </a:moveTo>
                    <a:lnTo>
                      <a:pt x="0" y="131921"/>
                    </a:lnTo>
                    <a:lnTo>
                      <a:pt x="0" y="414719"/>
                    </a:lnTo>
                    <a:lnTo>
                      <a:pt x="74486" y="414719"/>
                    </a:lnTo>
                    <a:lnTo>
                      <a:pt x="74486" y="131921"/>
                    </a:lnTo>
                    <a:close/>
                    <a:moveTo>
                      <a:pt x="568262" y="417576"/>
                    </a:moveTo>
                    <a:lnTo>
                      <a:pt x="568262" y="348234"/>
                    </a:lnTo>
                    <a:cubicBezTo>
                      <a:pt x="557308" y="348139"/>
                      <a:pt x="548259" y="347567"/>
                      <a:pt x="541306" y="346520"/>
                    </a:cubicBezTo>
                    <a:cubicBezTo>
                      <a:pt x="533591" y="345281"/>
                      <a:pt x="527685" y="342710"/>
                      <a:pt x="523780" y="338804"/>
                    </a:cubicBezTo>
                    <a:cubicBezTo>
                      <a:pt x="519875" y="334899"/>
                      <a:pt x="517303" y="329184"/>
                      <a:pt x="516065" y="321945"/>
                    </a:cubicBezTo>
                    <a:cubicBezTo>
                      <a:pt x="514922" y="314992"/>
                      <a:pt x="514350" y="305753"/>
                      <a:pt x="514350" y="294608"/>
                    </a:cubicBezTo>
                    <a:lnTo>
                      <a:pt x="514350" y="195644"/>
                    </a:lnTo>
                    <a:lnTo>
                      <a:pt x="568262" y="195644"/>
                    </a:lnTo>
                    <a:lnTo>
                      <a:pt x="568262" y="131921"/>
                    </a:lnTo>
                    <a:lnTo>
                      <a:pt x="514350" y="131921"/>
                    </a:lnTo>
                    <a:lnTo>
                      <a:pt x="514350" y="21812"/>
                    </a:lnTo>
                    <a:lnTo>
                      <a:pt x="439865" y="21812"/>
                    </a:lnTo>
                    <a:lnTo>
                      <a:pt x="439865" y="295180"/>
                    </a:lnTo>
                    <a:cubicBezTo>
                      <a:pt x="439865" y="318230"/>
                      <a:pt x="441865" y="337852"/>
                      <a:pt x="445865" y="353473"/>
                    </a:cubicBezTo>
                    <a:cubicBezTo>
                      <a:pt x="449771" y="368903"/>
                      <a:pt x="456438" y="381572"/>
                      <a:pt x="465677" y="391001"/>
                    </a:cubicBezTo>
                    <a:cubicBezTo>
                      <a:pt x="474917" y="400431"/>
                      <a:pt x="487204" y="407289"/>
                      <a:pt x="502063" y="411385"/>
                    </a:cubicBezTo>
                    <a:cubicBezTo>
                      <a:pt x="517112" y="415481"/>
                      <a:pt x="536258" y="417671"/>
                      <a:pt x="558927" y="417671"/>
                    </a:cubicBezTo>
                    <a:lnTo>
                      <a:pt x="568262" y="417671"/>
                    </a:lnTo>
                    <a:close/>
                    <a:moveTo>
                      <a:pt x="995172" y="0"/>
                    </a:moveTo>
                    <a:lnTo>
                      <a:pt x="920687" y="0"/>
                    </a:lnTo>
                    <a:lnTo>
                      <a:pt x="920687" y="414719"/>
                    </a:lnTo>
                    <a:lnTo>
                      <a:pt x="995172" y="414719"/>
                    </a:lnTo>
                    <a:lnTo>
                      <a:pt x="995172" y="0"/>
                    </a:lnTo>
                    <a:close/>
                    <a:moveTo>
                      <a:pt x="367951" y="159830"/>
                    </a:moveTo>
                    <a:cubicBezTo>
                      <a:pt x="347282" y="137541"/>
                      <a:pt x="318135" y="126206"/>
                      <a:pt x="281273" y="126206"/>
                    </a:cubicBezTo>
                    <a:cubicBezTo>
                      <a:pt x="263462" y="126206"/>
                      <a:pt x="247079" y="129921"/>
                      <a:pt x="232410" y="137065"/>
                    </a:cubicBezTo>
                    <a:cubicBezTo>
                      <a:pt x="217742" y="144304"/>
                      <a:pt x="205264" y="154496"/>
                      <a:pt x="195358" y="167259"/>
                    </a:cubicBezTo>
                    <a:lnTo>
                      <a:pt x="191262" y="172498"/>
                    </a:lnTo>
                    <a:lnTo>
                      <a:pt x="191262" y="167831"/>
                    </a:lnTo>
                    <a:lnTo>
                      <a:pt x="191262" y="132017"/>
                    </a:lnTo>
                    <a:lnTo>
                      <a:pt x="117920" y="132017"/>
                    </a:lnTo>
                    <a:lnTo>
                      <a:pt x="117920" y="414814"/>
                    </a:lnTo>
                    <a:lnTo>
                      <a:pt x="191929" y="414814"/>
                    </a:lnTo>
                    <a:lnTo>
                      <a:pt x="191929" y="264128"/>
                    </a:lnTo>
                    <a:lnTo>
                      <a:pt x="192024" y="274606"/>
                    </a:lnTo>
                    <a:cubicBezTo>
                      <a:pt x="192024" y="272891"/>
                      <a:pt x="192024" y="271177"/>
                      <a:pt x="192119" y="269558"/>
                    </a:cubicBezTo>
                    <a:cubicBezTo>
                      <a:pt x="192881" y="243173"/>
                      <a:pt x="199454" y="223456"/>
                      <a:pt x="211741" y="210884"/>
                    </a:cubicBezTo>
                    <a:cubicBezTo>
                      <a:pt x="224790" y="197549"/>
                      <a:pt x="240697" y="190786"/>
                      <a:pt x="258985" y="190786"/>
                    </a:cubicBezTo>
                    <a:cubicBezTo>
                      <a:pt x="280511" y="190786"/>
                      <a:pt x="296894" y="197358"/>
                      <a:pt x="307753" y="210407"/>
                    </a:cubicBezTo>
                    <a:cubicBezTo>
                      <a:pt x="318421" y="223171"/>
                      <a:pt x="323850" y="241364"/>
                      <a:pt x="323945" y="264605"/>
                    </a:cubicBezTo>
                    <a:lnTo>
                      <a:pt x="323945" y="264605"/>
                    </a:lnTo>
                    <a:lnTo>
                      <a:pt x="323945" y="265176"/>
                    </a:lnTo>
                    <a:lnTo>
                      <a:pt x="323945" y="265271"/>
                    </a:lnTo>
                    <a:lnTo>
                      <a:pt x="323945" y="414814"/>
                    </a:lnTo>
                    <a:lnTo>
                      <a:pt x="399098" y="414814"/>
                    </a:lnTo>
                    <a:lnTo>
                      <a:pt x="399098" y="254222"/>
                    </a:lnTo>
                    <a:cubicBezTo>
                      <a:pt x="399193" y="213931"/>
                      <a:pt x="388620" y="182118"/>
                      <a:pt x="367951" y="159830"/>
                    </a:cubicBezTo>
                    <a:moveTo>
                      <a:pt x="881825" y="272796"/>
                    </a:moveTo>
                    <a:cubicBezTo>
                      <a:pt x="881825" y="252508"/>
                      <a:pt x="878205" y="233267"/>
                      <a:pt x="871061" y="215646"/>
                    </a:cubicBezTo>
                    <a:cubicBezTo>
                      <a:pt x="863918" y="198025"/>
                      <a:pt x="853821" y="182309"/>
                      <a:pt x="841057" y="168974"/>
                    </a:cubicBezTo>
                    <a:cubicBezTo>
                      <a:pt x="828294" y="155639"/>
                      <a:pt x="812768" y="145066"/>
                      <a:pt x="794957" y="137636"/>
                    </a:cubicBezTo>
                    <a:cubicBezTo>
                      <a:pt x="777145" y="130112"/>
                      <a:pt x="757238" y="126302"/>
                      <a:pt x="735806" y="126302"/>
                    </a:cubicBezTo>
                    <a:cubicBezTo>
                      <a:pt x="715518" y="126302"/>
                      <a:pt x="696182" y="130207"/>
                      <a:pt x="678371" y="137922"/>
                    </a:cubicBezTo>
                    <a:cubicBezTo>
                      <a:pt x="660559" y="145637"/>
                      <a:pt x="644843" y="156210"/>
                      <a:pt x="631698" y="169355"/>
                    </a:cubicBezTo>
                    <a:cubicBezTo>
                      <a:pt x="618554" y="182499"/>
                      <a:pt x="607981" y="198215"/>
                      <a:pt x="600266" y="216027"/>
                    </a:cubicBezTo>
                    <a:cubicBezTo>
                      <a:pt x="592550" y="233839"/>
                      <a:pt x="588645" y="253175"/>
                      <a:pt x="588645" y="273463"/>
                    </a:cubicBezTo>
                    <a:cubicBezTo>
                      <a:pt x="588645" y="293751"/>
                      <a:pt x="592360" y="313087"/>
                      <a:pt x="599694" y="330899"/>
                    </a:cubicBezTo>
                    <a:cubicBezTo>
                      <a:pt x="607028" y="348710"/>
                      <a:pt x="617315" y="364426"/>
                      <a:pt x="630269" y="377571"/>
                    </a:cubicBezTo>
                    <a:cubicBezTo>
                      <a:pt x="643223" y="390716"/>
                      <a:pt x="659130" y="401288"/>
                      <a:pt x="677513" y="409004"/>
                    </a:cubicBezTo>
                    <a:cubicBezTo>
                      <a:pt x="695897" y="416719"/>
                      <a:pt x="716280" y="420624"/>
                      <a:pt x="738092" y="420624"/>
                    </a:cubicBezTo>
                    <a:cubicBezTo>
                      <a:pt x="801148" y="420624"/>
                      <a:pt x="840391" y="391954"/>
                      <a:pt x="863918" y="365093"/>
                    </a:cubicBezTo>
                    <a:lnTo>
                      <a:pt x="810292" y="324231"/>
                    </a:lnTo>
                    <a:cubicBezTo>
                      <a:pt x="798957" y="337661"/>
                      <a:pt x="772192" y="355854"/>
                      <a:pt x="738664" y="355854"/>
                    </a:cubicBezTo>
                    <a:cubicBezTo>
                      <a:pt x="717614" y="355854"/>
                      <a:pt x="700373" y="350996"/>
                      <a:pt x="687229" y="341376"/>
                    </a:cubicBezTo>
                    <a:cubicBezTo>
                      <a:pt x="674084" y="331756"/>
                      <a:pt x="665036" y="318611"/>
                      <a:pt x="660368" y="302133"/>
                    </a:cubicBezTo>
                    <a:lnTo>
                      <a:pt x="659606" y="299466"/>
                    </a:lnTo>
                    <a:lnTo>
                      <a:pt x="881825" y="299466"/>
                    </a:lnTo>
                    <a:lnTo>
                      <a:pt x="881825" y="272796"/>
                    </a:lnTo>
                    <a:close/>
                    <a:moveTo>
                      <a:pt x="660368" y="246793"/>
                    </a:moveTo>
                    <a:cubicBezTo>
                      <a:pt x="660368" y="226124"/>
                      <a:pt x="684086" y="189929"/>
                      <a:pt x="735330" y="189929"/>
                    </a:cubicBezTo>
                    <a:cubicBezTo>
                      <a:pt x="786575" y="189929"/>
                      <a:pt x="810387" y="226028"/>
                      <a:pt x="810387" y="246698"/>
                    </a:cubicBezTo>
                    <a:lnTo>
                      <a:pt x="660368" y="246793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ea typeface="Intel Clear" panose="020B060402020302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E6ED56C7-8502-4EC0-A864-040B8DB9D862}"/>
                  </a:ext>
                </a:extLst>
              </p:cNvPr>
              <p:cNvSpPr/>
              <p:nvPr/>
            </p:nvSpPr>
            <p:spPr>
              <a:xfrm>
                <a:off x="2358770" y="6728469"/>
                <a:ext cx="79057" cy="79057"/>
              </a:xfrm>
              <a:custGeom>
                <a:avLst/>
                <a:gdLst>
                  <a:gd name="connsiteX0" fmla="*/ 39529 w 79057"/>
                  <a:gd name="connsiteY0" fmla="*/ 5620 h 79057"/>
                  <a:gd name="connsiteX1" fmla="*/ 73438 w 79057"/>
                  <a:gd name="connsiteY1" fmla="*/ 39529 h 79057"/>
                  <a:gd name="connsiteX2" fmla="*/ 39529 w 79057"/>
                  <a:gd name="connsiteY2" fmla="*/ 73438 h 79057"/>
                  <a:gd name="connsiteX3" fmla="*/ 5620 w 79057"/>
                  <a:gd name="connsiteY3" fmla="*/ 39529 h 79057"/>
                  <a:gd name="connsiteX4" fmla="*/ 39529 w 79057"/>
                  <a:gd name="connsiteY4" fmla="*/ 5620 h 79057"/>
                  <a:gd name="connsiteX5" fmla="*/ 39529 w 79057"/>
                  <a:gd name="connsiteY5" fmla="*/ 0 h 79057"/>
                  <a:gd name="connsiteX6" fmla="*/ 0 w 79057"/>
                  <a:gd name="connsiteY6" fmla="*/ 39529 h 79057"/>
                  <a:gd name="connsiteX7" fmla="*/ 39529 w 79057"/>
                  <a:gd name="connsiteY7" fmla="*/ 79058 h 79057"/>
                  <a:gd name="connsiteX8" fmla="*/ 79058 w 79057"/>
                  <a:gd name="connsiteY8" fmla="*/ 39529 h 79057"/>
                  <a:gd name="connsiteX9" fmla="*/ 39529 w 79057"/>
                  <a:gd name="connsiteY9" fmla="*/ 0 h 790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79057" h="79057">
                    <a:moveTo>
                      <a:pt x="39529" y="5620"/>
                    </a:moveTo>
                    <a:cubicBezTo>
                      <a:pt x="58198" y="5620"/>
                      <a:pt x="73438" y="20860"/>
                      <a:pt x="73438" y="39529"/>
                    </a:cubicBezTo>
                    <a:cubicBezTo>
                      <a:pt x="73438" y="58198"/>
                      <a:pt x="58198" y="73438"/>
                      <a:pt x="39529" y="73438"/>
                    </a:cubicBezTo>
                    <a:cubicBezTo>
                      <a:pt x="20860" y="73438"/>
                      <a:pt x="5620" y="58198"/>
                      <a:pt x="5620" y="39529"/>
                    </a:cubicBezTo>
                    <a:cubicBezTo>
                      <a:pt x="5620" y="20860"/>
                      <a:pt x="20860" y="5620"/>
                      <a:pt x="39529" y="5620"/>
                    </a:cubicBezTo>
                    <a:moveTo>
                      <a:pt x="39529" y="0"/>
                    </a:moveTo>
                    <a:cubicBezTo>
                      <a:pt x="17717" y="0"/>
                      <a:pt x="0" y="17717"/>
                      <a:pt x="0" y="39529"/>
                    </a:cubicBezTo>
                    <a:cubicBezTo>
                      <a:pt x="0" y="61341"/>
                      <a:pt x="17717" y="79058"/>
                      <a:pt x="39529" y="79058"/>
                    </a:cubicBezTo>
                    <a:cubicBezTo>
                      <a:pt x="61341" y="79058"/>
                      <a:pt x="79058" y="61341"/>
                      <a:pt x="79058" y="39529"/>
                    </a:cubicBezTo>
                    <a:cubicBezTo>
                      <a:pt x="79058" y="17717"/>
                      <a:pt x="61341" y="0"/>
                      <a:pt x="39529" y="0"/>
                    </a:cubicBezTo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ea typeface="Intel Clear" panose="020B060402020302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6C77F18A-71EB-4B46-8C22-E5C1ACCE6C40}"/>
                  </a:ext>
                </a:extLst>
              </p:cNvPr>
              <p:cNvSpPr/>
              <p:nvPr/>
            </p:nvSpPr>
            <p:spPr>
              <a:xfrm>
                <a:off x="2384869" y="6748090"/>
                <a:ext cx="30765" cy="39528"/>
              </a:xfrm>
              <a:custGeom>
                <a:avLst/>
                <a:gdLst>
                  <a:gd name="connsiteX0" fmla="*/ 16383 w 30765"/>
                  <a:gd name="connsiteY0" fmla="*/ 95 h 39528"/>
                  <a:gd name="connsiteX1" fmla="*/ 23051 w 30765"/>
                  <a:gd name="connsiteY1" fmla="*/ 1715 h 39528"/>
                  <a:gd name="connsiteX2" fmla="*/ 27718 w 30765"/>
                  <a:gd name="connsiteY2" fmla="*/ 6191 h 39528"/>
                  <a:gd name="connsiteX3" fmla="*/ 29337 w 30765"/>
                  <a:gd name="connsiteY3" fmla="*/ 12478 h 39528"/>
                  <a:gd name="connsiteX4" fmla="*/ 27146 w 30765"/>
                  <a:gd name="connsiteY4" fmla="*/ 19622 h 39528"/>
                  <a:gd name="connsiteX5" fmla="*/ 21812 w 30765"/>
                  <a:gd name="connsiteY5" fmla="*/ 23717 h 39528"/>
                  <a:gd name="connsiteX6" fmla="*/ 30766 w 30765"/>
                  <a:gd name="connsiteY6" fmla="*/ 39529 h 39528"/>
                  <a:gd name="connsiteX7" fmla="*/ 23717 w 30765"/>
                  <a:gd name="connsiteY7" fmla="*/ 39529 h 39528"/>
                  <a:gd name="connsiteX8" fmla="*/ 15526 w 30765"/>
                  <a:gd name="connsiteY8" fmla="*/ 24860 h 39528"/>
                  <a:gd name="connsiteX9" fmla="*/ 6191 w 30765"/>
                  <a:gd name="connsiteY9" fmla="*/ 24860 h 39528"/>
                  <a:gd name="connsiteX10" fmla="*/ 6191 w 30765"/>
                  <a:gd name="connsiteY10" fmla="*/ 39529 h 39528"/>
                  <a:gd name="connsiteX11" fmla="*/ 0 w 30765"/>
                  <a:gd name="connsiteY11" fmla="*/ 39529 h 39528"/>
                  <a:gd name="connsiteX12" fmla="*/ 0 w 30765"/>
                  <a:gd name="connsiteY12" fmla="*/ 0 h 39528"/>
                  <a:gd name="connsiteX13" fmla="*/ 16383 w 30765"/>
                  <a:gd name="connsiteY13" fmla="*/ 0 h 39528"/>
                  <a:gd name="connsiteX14" fmla="*/ 16383 w 30765"/>
                  <a:gd name="connsiteY14" fmla="*/ 19336 h 39528"/>
                  <a:gd name="connsiteX15" fmla="*/ 19907 w 30765"/>
                  <a:gd name="connsiteY15" fmla="*/ 18478 h 39528"/>
                  <a:gd name="connsiteX16" fmla="*/ 22289 w 30765"/>
                  <a:gd name="connsiteY16" fmla="*/ 16097 h 39528"/>
                  <a:gd name="connsiteX17" fmla="*/ 23146 w 30765"/>
                  <a:gd name="connsiteY17" fmla="*/ 12573 h 39528"/>
                  <a:gd name="connsiteX18" fmla="*/ 22289 w 30765"/>
                  <a:gd name="connsiteY18" fmla="*/ 9049 h 39528"/>
                  <a:gd name="connsiteX19" fmla="*/ 19907 w 30765"/>
                  <a:gd name="connsiteY19" fmla="*/ 6668 h 39528"/>
                  <a:gd name="connsiteX20" fmla="*/ 16383 w 30765"/>
                  <a:gd name="connsiteY20" fmla="*/ 5810 h 39528"/>
                  <a:gd name="connsiteX21" fmla="*/ 6191 w 30765"/>
                  <a:gd name="connsiteY21" fmla="*/ 5810 h 39528"/>
                  <a:gd name="connsiteX22" fmla="*/ 6191 w 30765"/>
                  <a:gd name="connsiteY22" fmla="*/ 19336 h 39528"/>
                  <a:gd name="connsiteX23" fmla="*/ 16383 w 30765"/>
                  <a:gd name="connsiteY23" fmla="*/ 19336 h 395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0765" h="39528">
                    <a:moveTo>
                      <a:pt x="16383" y="95"/>
                    </a:moveTo>
                    <a:cubicBezTo>
                      <a:pt x="18860" y="95"/>
                      <a:pt x="21050" y="667"/>
                      <a:pt x="23051" y="1715"/>
                    </a:cubicBezTo>
                    <a:cubicBezTo>
                      <a:pt x="25051" y="2762"/>
                      <a:pt x="26575" y="4286"/>
                      <a:pt x="27718" y="6191"/>
                    </a:cubicBezTo>
                    <a:cubicBezTo>
                      <a:pt x="28861" y="8096"/>
                      <a:pt x="29337" y="10192"/>
                      <a:pt x="29337" y="12478"/>
                    </a:cubicBezTo>
                    <a:cubicBezTo>
                      <a:pt x="29337" y="15335"/>
                      <a:pt x="28575" y="17717"/>
                      <a:pt x="27146" y="19622"/>
                    </a:cubicBezTo>
                    <a:cubicBezTo>
                      <a:pt x="25718" y="21527"/>
                      <a:pt x="23908" y="22860"/>
                      <a:pt x="21812" y="23717"/>
                    </a:cubicBezTo>
                    <a:lnTo>
                      <a:pt x="30766" y="39529"/>
                    </a:lnTo>
                    <a:lnTo>
                      <a:pt x="23717" y="39529"/>
                    </a:lnTo>
                    <a:lnTo>
                      <a:pt x="15526" y="24860"/>
                    </a:lnTo>
                    <a:lnTo>
                      <a:pt x="6191" y="24860"/>
                    </a:lnTo>
                    <a:lnTo>
                      <a:pt x="6191" y="39529"/>
                    </a:lnTo>
                    <a:lnTo>
                      <a:pt x="0" y="39529"/>
                    </a:lnTo>
                    <a:lnTo>
                      <a:pt x="0" y="0"/>
                    </a:lnTo>
                    <a:lnTo>
                      <a:pt x="16383" y="0"/>
                    </a:lnTo>
                    <a:close/>
                    <a:moveTo>
                      <a:pt x="16383" y="19336"/>
                    </a:moveTo>
                    <a:cubicBezTo>
                      <a:pt x="17717" y="19336"/>
                      <a:pt x="18860" y="19050"/>
                      <a:pt x="19907" y="18478"/>
                    </a:cubicBezTo>
                    <a:cubicBezTo>
                      <a:pt x="20955" y="17907"/>
                      <a:pt x="21717" y="17050"/>
                      <a:pt x="22289" y="16097"/>
                    </a:cubicBezTo>
                    <a:cubicBezTo>
                      <a:pt x="22860" y="15050"/>
                      <a:pt x="23146" y="13906"/>
                      <a:pt x="23146" y="12573"/>
                    </a:cubicBezTo>
                    <a:cubicBezTo>
                      <a:pt x="23146" y="11240"/>
                      <a:pt x="22860" y="10097"/>
                      <a:pt x="22289" y="9049"/>
                    </a:cubicBezTo>
                    <a:cubicBezTo>
                      <a:pt x="21717" y="8001"/>
                      <a:pt x="20860" y="7239"/>
                      <a:pt x="19907" y="6668"/>
                    </a:cubicBezTo>
                    <a:cubicBezTo>
                      <a:pt x="18860" y="6096"/>
                      <a:pt x="17717" y="5810"/>
                      <a:pt x="16383" y="5810"/>
                    </a:cubicBezTo>
                    <a:lnTo>
                      <a:pt x="6191" y="5810"/>
                    </a:lnTo>
                    <a:lnTo>
                      <a:pt x="6191" y="19336"/>
                    </a:lnTo>
                    <a:lnTo>
                      <a:pt x="16383" y="19336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ea typeface="Intel Clear" panose="020B0604020203020204" pitchFamily="34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758CE26D-A586-4A86-AA98-B9D850FBFCD7}"/>
                </a:ext>
              </a:extLst>
            </p:cNvPr>
            <p:cNvSpPr/>
            <p:nvPr/>
          </p:nvSpPr>
          <p:spPr>
            <a:xfrm>
              <a:off x="860457" y="4951823"/>
              <a:ext cx="158111" cy="158111"/>
            </a:xfrm>
            <a:prstGeom prst="rect">
              <a:avLst/>
            </a:prstGeom>
            <a:solidFill>
              <a:schemeClr val="accent4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7CE63CF4-E38C-42FE-9C75-CB2B3DEB5FBD}"/>
                </a:ext>
              </a:extLst>
            </p:cNvPr>
            <p:cNvSpPr/>
            <p:nvPr/>
          </p:nvSpPr>
          <p:spPr>
            <a:xfrm>
              <a:off x="573803" y="5104242"/>
              <a:ext cx="286654" cy="286654"/>
            </a:xfrm>
            <a:prstGeom prst="rect">
              <a:avLst/>
            </a:prstGeom>
            <a:solidFill>
              <a:schemeClr val="accent3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67E1EECF-CDF6-475D-8C89-D59E9C677475}"/>
                </a:ext>
              </a:extLst>
            </p:cNvPr>
            <p:cNvSpPr/>
            <p:nvPr/>
          </p:nvSpPr>
          <p:spPr>
            <a:xfrm>
              <a:off x="861107" y="5390896"/>
              <a:ext cx="610214" cy="610214"/>
            </a:xfrm>
            <a:prstGeom prst="rect">
              <a:avLst/>
            </a:prstGeom>
            <a:solidFill>
              <a:schemeClr val="accent4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B3AA05A6-FEDA-41DC-B943-5B1F42A56F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73803" y="0"/>
            <a:ext cx="4325371" cy="6392520"/>
            <a:chOff x="573803" y="0"/>
            <a:chExt cx="4325371" cy="639252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F200040-B841-47B7-8555-E0299CDC24FA}"/>
                </a:ext>
              </a:extLst>
            </p:cNvPr>
            <p:cNvSpPr/>
            <p:nvPr/>
          </p:nvSpPr>
          <p:spPr>
            <a:xfrm>
              <a:off x="1468406" y="0"/>
              <a:ext cx="3430768" cy="5390870"/>
            </a:xfrm>
            <a:prstGeom prst="rect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3AD8DF60-7E0A-43C5-81B6-9B3522A7A826}"/>
                </a:ext>
              </a:extLst>
            </p:cNvPr>
            <p:cNvGrpSpPr/>
            <p:nvPr/>
          </p:nvGrpSpPr>
          <p:grpSpPr>
            <a:xfrm>
              <a:off x="1468406" y="5995719"/>
              <a:ext cx="1059754" cy="396801"/>
              <a:chOff x="1314450" y="6391094"/>
              <a:chExt cx="1123377" cy="420623"/>
            </a:xfrm>
          </p:grpSpPr>
          <p:sp>
            <p:nvSpPr>
              <p:cNvPr id="9" name="Freeform: Shape 8">
                <a:extLst>
                  <a:ext uri="{FF2B5EF4-FFF2-40B4-BE49-F238E27FC236}">
                    <a16:creationId xmlns:a16="http://schemas.microsoft.com/office/drawing/2014/main" id="{0AC5EDAF-1FA5-4CEA-99CA-7D0E1F5DDF81}"/>
                  </a:ext>
                </a:extLst>
              </p:cNvPr>
              <p:cNvSpPr/>
              <p:nvPr/>
            </p:nvSpPr>
            <p:spPr>
              <a:xfrm>
                <a:off x="1314450" y="6396809"/>
                <a:ext cx="78581" cy="78581"/>
              </a:xfrm>
              <a:custGeom>
                <a:avLst/>
                <a:gdLst>
                  <a:gd name="connsiteX0" fmla="*/ 0 w 78581"/>
                  <a:gd name="connsiteY0" fmla="*/ 0 h 78581"/>
                  <a:gd name="connsiteX1" fmla="*/ 78581 w 78581"/>
                  <a:gd name="connsiteY1" fmla="*/ 0 h 78581"/>
                  <a:gd name="connsiteX2" fmla="*/ 78581 w 78581"/>
                  <a:gd name="connsiteY2" fmla="*/ 78581 h 78581"/>
                  <a:gd name="connsiteX3" fmla="*/ 0 w 78581"/>
                  <a:gd name="connsiteY3" fmla="*/ 78581 h 785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581" h="78581">
                    <a:moveTo>
                      <a:pt x="0" y="0"/>
                    </a:moveTo>
                    <a:lnTo>
                      <a:pt x="78581" y="0"/>
                    </a:lnTo>
                    <a:lnTo>
                      <a:pt x="78581" y="78581"/>
                    </a:lnTo>
                    <a:lnTo>
                      <a:pt x="0" y="78581"/>
                    </a:lnTo>
                    <a:close/>
                  </a:path>
                </a:pathLst>
              </a:custGeom>
              <a:solidFill>
                <a:srgbClr val="00B2E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ea typeface="Intel Clear" panose="020B060402020302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5731A324-874D-4D3D-95F1-8AE3303E2272}"/>
                  </a:ext>
                </a:extLst>
              </p:cNvPr>
              <p:cNvSpPr/>
              <p:nvPr/>
            </p:nvSpPr>
            <p:spPr>
              <a:xfrm>
                <a:off x="1316545" y="6391094"/>
                <a:ext cx="995171" cy="420623"/>
              </a:xfrm>
              <a:custGeom>
                <a:avLst/>
                <a:gdLst>
                  <a:gd name="connsiteX0" fmla="*/ 74486 w 995171"/>
                  <a:gd name="connsiteY0" fmla="*/ 131921 h 420623"/>
                  <a:gd name="connsiteX1" fmla="*/ 0 w 995171"/>
                  <a:gd name="connsiteY1" fmla="*/ 131921 h 420623"/>
                  <a:gd name="connsiteX2" fmla="*/ 0 w 995171"/>
                  <a:gd name="connsiteY2" fmla="*/ 414719 h 420623"/>
                  <a:gd name="connsiteX3" fmla="*/ 74486 w 995171"/>
                  <a:gd name="connsiteY3" fmla="*/ 414719 h 420623"/>
                  <a:gd name="connsiteX4" fmla="*/ 74486 w 995171"/>
                  <a:gd name="connsiteY4" fmla="*/ 131921 h 420623"/>
                  <a:gd name="connsiteX5" fmla="*/ 568262 w 995171"/>
                  <a:gd name="connsiteY5" fmla="*/ 417576 h 420623"/>
                  <a:gd name="connsiteX6" fmla="*/ 568262 w 995171"/>
                  <a:gd name="connsiteY6" fmla="*/ 348234 h 420623"/>
                  <a:gd name="connsiteX7" fmla="*/ 541306 w 995171"/>
                  <a:gd name="connsiteY7" fmla="*/ 346520 h 420623"/>
                  <a:gd name="connsiteX8" fmla="*/ 523780 w 995171"/>
                  <a:gd name="connsiteY8" fmla="*/ 338804 h 420623"/>
                  <a:gd name="connsiteX9" fmla="*/ 516065 w 995171"/>
                  <a:gd name="connsiteY9" fmla="*/ 321945 h 420623"/>
                  <a:gd name="connsiteX10" fmla="*/ 514350 w 995171"/>
                  <a:gd name="connsiteY10" fmla="*/ 294608 h 420623"/>
                  <a:gd name="connsiteX11" fmla="*/ 514350 w 995171"/>
                  <a:gd name="connsiteY11" fmla="*/ 195644 h 420623"/>
                  <a:gd name="connsiteX12" fmla="*/ 568262 w 995171"/>
                  <a:gd name="connsiteY12" fmla="*/ 195644 h 420623"/>
                  <a:gd name="connsiteX13" fmla="*/ 568262 w 995171"/>
                  <a:gd name="connsiteY13" fmla="*/ 131921 h 420623"/>
                  <a:gd name="connsiteX14" fmla="*/ 514350 w 995171"/>
                  <a:gd name="connsiteY14" fmla="*/ 131921 h 420623"/>
                  <a:gd name="connsiteX15" fmla="*/ 514350 w 995171"/>
                  <a:gd name="connsiteY15" fmla="*/ 21812 h 420623"/>
                  <a:gd name="connsiteX16" fmla="*/ 439865 w 995171"/>
                  <a:gd name="connsiteY16" fmla="*/ 21812 h 420623"/>
                  <a:gd name="connsiteX17" fmla="*/ 439865 w 995171"/>
                  <a:gd name="connsiteY17" fmla="*/ 295180 h 420623"/>
                  <a:gd name="connsiteX18" fmla="*/ 445865 w 995171"/>
                  <a:gd name="connsiteY18" fmla="*/ 353473 h 420623"/>
                  <a:gd name="connsiteX19" fmla="*/ 465677 w 995171"/>
                  <a:gd name="connsiteY19" fmla="*/ 391001 h 420623"/>
                  <a:gd name="connsiteX20" fmla="*/ 502063 w 995171"/>
                  <a:gd name="connsiteY20" fmla="*/ 411385 h 420623"/>
                  <a:gd name="connsiteX21" fmla="*/ 558927 w 995171"/>
                  <a:gd name="connsiteY21" fmla="*/ 417671 h 420623"/>
                  <a:gd name="connsiteX22" fmla="*/ 568262 w 995171"/>
                  <a:gd name="connsiteY22" fmla="*/ 417671 h 420623"/>
                  <a:gd name="connsiteX23" fmla="*/ 995172 w 995171"/>
                  <a:gd name="connsiteY23" fmla="*/ 0 h 420623"/>
                  <a:gd name="connsiteX24" fmla="*/ 920687 w 995171"/>
                  <a:gd name="connsiteY24" fmla="*/ 0 h 420623"/>
                  <a:gd name="connsiteX25" fmla="*/ 920687 w 995171"/>
                  <a:gd name="connsiteY25" fmla="*/ 414719 h 420623"/>
                  <a:gd name="connsiteX26" fmla="*/ 995172 w 995171"/>
                  <a:gd name="connsiteY26" fmla="*/ 414719 h 420623"/>
                  <a:gd name="connsiteX27" fmla="*/ 995172 w 995171"/>
                  <a:gd name="connsiteY27" fmla="*/ 0 h 420623"/>
                  <a:gd name="connsiteX28" fmla="*/ 367951 w 995171"/>
                  <a:gd name="connsiteY28" fmla="*/ 159830 h 420623"/>
                  <a:gd name="connsiteX29" fmla="*/ 281273 w 995171"/>
                  <a:gd name="connsiteY29" fmla="*/ 126206 h 420623"/>
                  <a:gd name="connsiteX30" fmla="*/ 232410 w 995171"/>
                  <a:gd name="connsiteY30" fmla="*/ 137065 h 420623"/>
                  <a:gd name="connsiteX31" fmla="*/ 195358 w 995171"/>
                  <a:gd name="connsiteY31" fmla="*/ 167259 h 420623"/>
                  <a:gd name="connsiteX32" fmla="*/ 191262 w 995171"/>
                  <a:gd name="connsiteY32" fmla="*/ 172498 h 420623"/>
                  <a:gd name="connsiteX33" fmla="*/ 191262 w 995171"/>
                  <a:gd name="connsiteY33" fmla="*/ 167831 h 420623"/>
                  <a:gd name="connsiteX34" fmla="*/ 191262 w 995171"/>
                  <a:gd name="connsiteY34" fmla="*/ 132017 h 420623"/>
                  <a:gd name="connsiteX35" fmla="*/ 117920 w 995171"/>
                  <a:gd name="connsiteY35" fmla="*/ 132017 h 420623"/>
                  <a:gd name="connsiteX36" fmla="*/ 117920 w 995171"/>
                  <a:gd name="connsiteY36" fmla="*/ 414814 h 420623"/>
                  <a:gd name="connsiteX37" fmla="*/ 191929 w 995171"/>
                  <a:gd name="connsiteY37" fmla="*/ 414814 h 420623"/>
                  <a:gd name="connsiteX38" fmla="*/ 191929 w 995171"/>
                  <a:gd name="connsiteY38" fmla="*/ 264128 h 420623"/>
                  <a:gd name="connsiteX39" fmla="*/ 192024 w 995171"/>
                  <a:gd name="connsiteY39" fmla="*/ 274606 h 420623"/>
                  <a:gd name="connsiteX40" fmla="*/ 192119 w 995171"/>
                  <a:gd name="connsiteY40" fmla="*/ 269558 h 420623"/>
                  <a:gd name="connsiteX41" fmla="*/ 211741 w 995171"/>
                  <a:gd name="connsiteY41" fmla="*/ 210884 h 420623"/>
                  <a:gd name="connsiteX42" fmla="*/ 258985 w 995171"/>
                  <a:gd name="connsiteY42" fmla="*/ 190786 h 420623"/>
                  <a:gd name="connsiteX43" fmla="*/ 307753 w 995171"/>
                  <a:gd name="connsiteY43" fmla="*/ 210407 h 420623"/>
                  <a:gd name="connsiteX44" fmla="*/ 323945 w 995171"/>
                  <a:gd name="connsiteY44" fmla="*/ 264605 h 420623"/>
                  <a:gd name="connsiteX45" fmla="*/ 323945 w 995171"/>
                  <a:gd name="connsiteY45" fmla="*/ 264605 h 420623"/>
                  <a:gd name="connsiteX46" fmla="*/ 323945 w 995171"/>
                  <a:gd name="connsiteY46" fmla="*/ 265176 h 420623"/>
                  <a:gd name="connsiteX47" fmla="*/ 323945 w 995171"/>
                  <a:gd name="connsiteY47" fmla="*/ 265271 h 420623"/>
                  <a:gd name="connsiteX48" fmla="*/ 323945 w 995171"/>
                  <a:gd name="connsiteY48" fmla="*/ 414814 h 420623"/>
                  <a:gd name="connsiteX49" fmla="*/ 399098 w 995171"/>
                  <a:gd name="connsiteY49" fmla="*/ 414814 h 420623"/>
                  <a:gd name="connsiteX50" fmla="*/ 399098 w 995171"/>
                  <a:gd name="connsiteY50" fmla="*/ 254222 h 420623"/>
                  <a:gd name="connsiteX51" fmla="*/ 367951 w 995171"/>
                  <a:gd name="connsiteY51" fmla="*/ 159830 h 420623"/>
                  <a:gd name="connsiteX52" fmla="*/ 881825 w 995171"/>
                  <a:gd name="connsiteY52" fmla="*/ 272796 h 420623"/>
                  <a:gd name="connsiteX53" fmla="*/ 871061 w 995171"/>
                  <a:gd name="connsiteY53" fmla="*/ 215646 h 420623"/>
                  <a:gd name="connsiteX54" fmla="*/ 841057 w 995171"/>
                  <a:gd name="connsiteY54" fmla="*/ 168974 h 420623"/>
                  <a:gd name="connsiteX55" fmla="*/ 794957 w 995171"/>
                  <a:gd name="connsiteY55" fmla="*/ 137636 h 420623"/>
                  <a:gd name="connsiteX56" fmla="*/ 735806 w 995171"/>
                  <a:gd name="connsiteY56" fmla="*/ 126302 h 420623"/>
                  <a:gd name="connsiteX57" fmla="*/ 678371 w 995171"/>
                  <a:gd name="connsiteY57" fmla="*/ 137922 h 420623"/>
                  <a:gd name="connsiteX58" fmla="*/ 631698 w 995171"/>
                  <a:gd name="connsiteY58" fmla="*/ 169355 h 420623"/>
                  <a:gd name="connsiteX59" fmla="*/ 600266 w 995171"/>
                  <a:gd name="connsiteY59" fmla="*/ 216027 h 420623"/>
                  <a:gd name="connsiteX60" fmla="*/ 588645 w 995171"/>
                  <a:gd name="connsiteY60" fmla="*/ 273463 h 420623"/>
                  <a:gd name="connsiteX61" fmla="*/ 599694 w 995171"/>
                  <a:gd name="connsiteY61" fmla="*/ 330899 h 420623"/>
                  <a:gd name="connsiteX62" fmla="*/ 630269 w 995171"/>
                  <a:gd name="connsiteY62" fmla="*/ 377571 h 420623"/>
                  <a:gd name="connsiteX63" fmla="*/ 677513 w 995171"/>
                  <a:gd name="connsiteY63" fmla="*/ 409004 h 420623"/>
                  <a:gd name="connsiteX64" fmla="*/ 738092 w 995171"/>
                  <a:gd name="connsiteY64" fmla="*/ 420624 h 420623"/>
                  <a:gd name="connsiteX65" fmla="*/ 863918 w 995171"/>
                  <a:gd name="connsiteY65" fmla="*/ 365093 h 420623"/>
                  <a:gd name="connsiteX66" fmla="*/ 810292 w 995171"/>
                  <a:gd name="connsiteY66" fmla="*/ 324231 h 420623"/>
                  <a:gd name="connsiteX67" fmla="*/ 738664 w 995171"/>
                  <a:gd name="connsiteY67" fmla="*/ 355854 h 420623"/>
                  <a:gd name="connsiteX68" fmla="*/ 687229 w 995171"/>
                  <a:gd name="connsiteY68" fmla="*/ 341376 h 420623"/>
                  <a:gd name="connsiteX69" fmla="*/ 660368 w 995171"/>
                  <a:gd name="connsiteY69" fmla="*/ 302133 h 420623"/>
                  <a:gd name="connsiteX70" fmla="*/ 659606 w 995171"/>
                  <a:gd name="connsiteY70" fmla="*/ 299466 h 420623"/>
                  <a:gd name="connsiteX71" fmla="*/ 881825 w 995171"/>
                  <a:gd name="connsiteY71" fmla="*/ 299466 h 420623"/>
                  <a:gd name="connsiteX72" fmla="*/ 881825 w 995171"/>
                  <a:gd name="connsiteY72" fmla="*/ 272796 h 420623"/>
                  <a:gd name="connsiteX73" fmla="*/ 660368 w 995171"/>
                  <a:gd name="connsiteY73" fmla="*/ 246793 h 420623"/>
                  <a:gd name="connsiteX74" fmla="*/ 735330 w 995171"/>
                  <a:gd name="connsiteY74" fmla="*/ 189929 h 420623"/>
                  <a:gd name="connsiteX75" fmla="*/ 810387 w 995171"/>
                  <a:gd name="connsiteY75" fmla="*/ 246698 h 420623"/>
                  <a:gd name="connsiteX76" fmla="*/ 660368 w 995171"/>
                  <a:gd name="connsiteY76" fmla="*/ 246793 h 4206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</a:cxnLst>
                <a:rect l="l" t="t" r="r" b="b"/>
                <a:pathLst>
                  <a:path w="995171" h="420623">
                    <a:moveTo>
                      <a:pt x="74486" y="131921"/>
                    </a:moveTo>
                    <a:lnTo>
                      <a:pt x="0" y="131921"/>
                    </a:lnTo>
                    <a:lnTo>
                      <a:pt x="0" y="414719"/>
                    </a:lnTo>
                    <a:lnTo>
                      <a:pt x="74486" y="414719"/>
                    </a:lnTo>
                    <a:lnTo>
                      <a:pt x="74486" y="131921"/>
                    </a:lnTo>
                    <a:close/>
                    <a:moveTo>
                      <a:pt x="568262" y="417576"/>
                    </a:moveTo>
                    <a:lnTo>
                      <a:pt x="568262" y="348234"/>
                    </a:lnTo>
                    <a:cubicBezTo>
                      <a:pt x="557308" y="348139"/>
                      <a:pt x="548259" y="347567"/>
                      <a:pt x="541306" y="346520"/>
                    </a:cubicBezTo>
                    <a:cubicBezTo>
                      <a:pt x="533591" y="345281"/>
                      <a:pt x="527685" y="342710"/>
                      <a:pt x="523780" y="338804"/>
                    </a:cubicBezTo>
                    <a:cubicBezTo>
                      <a:pt x="519875" y="334899"/>
                      <a:pt x="517303" y="329184"/>
                      <a:pt x="516065" y="321945"/>
                    </a:cubicBezTo>
                    <a:cubicBezTo>
                      <a:pt x="514922" y="314992"/>
                      <a:pt x="514350" y="305753"/>
                      <a:pt x="514350" y="294608"/>
                    </a:cubicBezTo>
                    <a:lnTo>
                      <a:pt x="514350" y="195644"/>
                    </a:lnTo>
                    <a:lnTo>
                      <a:pt x="568262" y="195644"/>
                    </a:lnTo>
                    <a:lnTo>
                      <a:pt x="568262" y="131921"/>
                    </a:lnTo>
                    <a:lnTo>
                      <a:pt x="514350" y="131921"/>
                    </a:lnTo>
                    <a:lnTo>
                      <a:pt x="514350" y="21812"/>
                    </a:lnTo>
                    <a:lnTo>
                      <a:pt x="439865" y="21812"/>
                    </a:lnTo>
                    <a:lnTo>
                      <a:pt x="439865" y="295180"/>
                    </a:lnTo>
                    <a:cubicBezTo>
                      <a:pt x="439865" y="318230"/>
                      <a:pt x="441865" y="337852"/>
                      <a:pt x="445865" y="353473"/>
                    </a:cubicBezTo>
                    <a:cubicBezTo>
                      <a:pt x="449771" y="368903"/>
                      <a:pt x="456438" y="381572"/>
                      <a:pt x="465677" y="391001"/>
                    </a:cubicBezTo>
                    <a:cubicBezTo>
                      <a:pt x="474917" y="400431"/>
                      <a:pt x="487204" y="407289"/>
                      <a:pt x="502063" y="411385"/>
                    </a:cubicBezTo>
                    <a:cubicBezTo>
                      <a:pt x="517112" y="415481"/>
                      <a:pt x="536258" y="417671"/>
                      <a:pt x="558927" y="417671"/>
                    </a:cubicBezTo>
                    <a:lnTo>
                      <a:pt x="568262" y="417671"/>
                    </a:lnTo>
                    <a:close/>
                    <a:moveTo>
                      <a:pt x="995172" y="0"/>
                    </a:moveTo>
                    <a:lnTo>
                      <a:pt x="920687" y="0"/>
                    </a:lnTo>
                    <a:lnTo>
                      <a:pt x="920687" y="414719"/>
                    </a:lnTo>
                    <a:lnTo>
                      <a:pt x="995172" y="414719"/>
                    </a:lnTo>
                    <a:lnTo>
                      <a:pt x="995172" y="0"/>
                    </a:lnTo>
                    <a:close/>
                    <a:moveTo>
                      <a:pt x="367951" y="159830"/>
                    </a:moveTo>
                    <a:cubicBezTo>
                      <a:pt x="347282" y="137541"/>
                      <a:pt x="318135" y="126206"/>
                      <a:pt x="281273" y="126206"/>
                    </a:cubicBezTo>
                    <a:cubicBezTo>
                      <a:pt x="263462" y="126206"/>
                      <a:pt x="247079" y="129921"/>
                      <a:pt x="232410" y="137065"/>
                    </a:cubicBezTo>
                    <a:cubicBezTo>
                      <a:pt x="217742" y="144304"/>
                      <a:pt x="205264" y="154496"/>
                      <a:pt x="195358" y="167259"/>
                    </a:cubicBezTo>
                    <a:lnTo>
                      <a:pt x="191262" y="172498"/>
                    </a:lnTo>
                    <a:lnTo>
                      <a:pt x="191262" y="167831"/>
                    </a:lnTo>
                    <a:lnTo>
                      <a:pt x="191262" y="132017"/>
                    </a:lnTo>
                    <a:lnTo>
                      <a:pt x="117920" y="132017"/>
                    </a:lnTo>
                    <a:lnTo>
                      <a:pt x="117920" y="414814"/>
                    </a:lnTo>
                    <a:lnTo>
                      <a:pt x="191929" y="414814"/>
                    </a:lnTo>
                    <a:lnTo>
                      <a:pt x="191929" y="264128"/>
                    </a:lnTo>
                    <a:lnTo>
                      <a:pt x="192024" y="274606"/>
                    </a:lnTo>
                    <a:cubicBezTo>
                      <a:pt x="192024" y="272891"/>
                      <a:pt x="192024" y="271177"/>
                      <a:pt x="192119" y="269558"/>
                    </a:cubicBezTo>
                    <a:cubicBezTo>
                      <a:pt x="192881" y="243173"/>
                      <a:pt x="199454" y="223456"/>
                      <a:pt x="211741" y="210884"/>
                    </a:cubicBezTo>
                    <a:cubicBezTo>
                      <a:pt x="224790" y="197549"/>
                      <a:pt x="240697" y="190786"/>
                      <a:pt x="258985" y="190786"/>
                    </a:cubicBezTo>
                    <a:cubicBezTo>
                      <a:pt x="280511" y="190786"/>
                      <a:pt x="296894" y="197358"/>
                      <a:pt x="307753" y="210407"/>
                    </a:cubicBezTo>
                    <a:cubicBezTo>
                      <a:pt x="318421" y="223171"/>
                      <a:pt x="323850" y="241364"/>
                      <a:pt x="323945" y="264605"/>
                    </a:cubicBezTo>
                    <a:lnTo>
                      <a:pt x="323945" y="264605"/>
                    </a:lnTo>
                    <a:lnTo>
                      <a:pt x="323945" y="265176"/>
                    </a:lnTo>
                    <a:lnTo>
                      <a:pt x="323945" y="265271"/>
                    </a:lnTo>
                    <a:lnTo>
                      <a:pt x="323945" y="414814"/>
                    </a:lnTo>
                    <a:lnTo>
                      <a:pt x="399098" y="414814"/>
                    </a:lnTo>
                    <a:lnTo>
                      <a:pt x="399098" y="254222"/>
                    </a:lnTo>
                    <a:cubicBezTo>
                      <a:pt x="399193" y="213931"/>
                      <a:pt x="388620" y="182118"/>
                      <a:pt x="367951" y="159830"/>
                    </a:cubicBezTo>
                    <a:moveTo>
                      <a:pt x="881825" y="272796"/>
                    </a:moveTo>
                    <a:cubicBezTo>
                      <a:pt x="881825" y="252508"/>
                      <a:pt x="878205" y="233267"/>
                      <a:pt x="871061" y="215646"/>
                    </a:cubicBezTo>
                    <a:cubicBezTo>
                      <a:pt x="863918" y="198025"/>
                      <a:pt x="853821" y="182309"/>
                      <a:pt x="841057" y="168974"/>
                    </a:cubicBezTo>
                    <a:cubicBezTo>
                      <a:pt x="828294" y="155639"/>
                      <a:pt x="812768" y="145066"/>
                      <a:pt x="794957" y="137636"/>
                    </a:cubicBezTo>
                    <a:cubicBezTo>
                      <a:pt x="777145" y="130112"/>
                      <a:pt x="757238" y="126302"/>
                      <a:pt x="735806" y="126302"/>
                    </a:cubicBezTo>
                    <a:cubicBezTo>
                      <a:pt x="715518" y="126302"/>
                      <a:pt x="696182" y="130207"/>
                      <a:pt x="678371" y="137922"/>
                    </a:cubicBezTo>
                    <a:cubicBezTo>
                      <a:pt x="660559" y="145637"/>
                      <a:pt x="644843" y="156210"/>
                      <a:pt x="631698" y="169355"/>
                    </a:cubicBezTo>
                    <a:cubicBezTo>
                      <a:pt x="618554" y="182499"/>
                      <a:pt x="607981" y="198215"/>
                      <a:pt x="600266" y="216027"/>
                    </a:cubicBezTo>
                    <a:cubicBezTo>
                      <a:pt x="592550" y="233839"/>
                      <a:pt x="588645" y="253175"/>
                      <a:pt x="588645" y="273463"/>
                    </a:cubicBezTo>
                    <a:cubicBezTo>
                      <a:pt x="588645" y="293751"/>
                      <a:pt x="592360" y="313087"/>
                      <a:pt x="599694" y="330899"/>
                    </a:cubicBezTo>
                    <a:cubicBezTo>
                      <a:pt x="607028" y="348710"/>
                      <a:pt x="617315" y="364426"/>
                      <a:pt x="630269" y="377571"/>
                    </a:cubicBezTo>
                    <a:cubicBezTo>
                      <a:pt x="643223" y="390716"/>
                      <a:pt x="659130" y="401288"/>
                      <a:pt x="677513" y="409004"/>
                    </a:cubicBezTo>
                    <a:cubicBezTo>
                      <a:pt x="695897" y="416719"/>
                      <a:pt x="716280" y="420624"/>
                      <a:pt x="738092" y="420624"/>
                    </a:cubicBezTo>
                    <a:cubicBezTo>
                      <a:pt x="801148" y="420624"/>
                      <a:pt x="840391" y="391954"/>
                      <a:pt x="863918" y="365093"/>
                    </a:cubicBezTo>
                    <a:lnTo>
                      <a:pt x="810292" y="324231"/>
                    </a:lnTo>
                    <a:cubicBezTo>
                      <a:pt x="798957" y="337661"/>
                      <a:pt x="772192" y="355854"/>
                      <a:pt x="738664" y="355854"/>
                    </a:cubicBezTo>
                    <a:cubicBezTo>
                      <a:pt x="717614" y="355854"/>
                      <a:pt x="700373" y="350996"/>
                      <a:pt x="687229" y="341376"/>
                    </a:cubicBezTo>
                    <a:cubicBezTo>
                      <a:pt x="674084" y="331756"/>
                      <a:pt x="665036" y="318611"/>
                      <a:pt x="660368" y="302133"/>
                    </a:cubicBezTo>
                    <a:lnTo>
                      <a:pt x="659606" y="299466"/>
                    </a:lnTo>
                    <a:lnTo>
                      <a:pt x="881825" y="299466"/>
                    </a:lnTo>
                    <a:lnTo>
                      <a:pt x="881825" y="272796"/>
                    </a:lnTo>
                    <a:close/>
                    <a:moveTo>
                      <a:pt x="660368" y="246793"/>
                    </a:moveTo>
                    <a:cubicBezTo>
                      <a:pt x="660368" y="226124"/>
                      <a:pt x="684086" y="189929"/>
                      <a:pt x="735330" y="189929"/>
                    </a:cubicBezTo>
                    <a:cubicBezTo>
                      <a:pt x="786575" y="189929"/>
                      <a:pt x="810387" y="226028"/>
                      <a:pt x="810387" y="246698"/>
                    </a:cubicBezTo>
                    <a:lnTo>
                      <a:pt x="660368" y="246793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ea typeface="Intel Clear" panose="020B060402020302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934E3A93-BFC9-49AD-8CF7-7EDF2A13157E}"/>
                  </a:ext>
                </a:extLst>
              </p:cNvPr>
              <p:cNvSpPr/>
              <p:nvPr/>
            </p:nvSpPr>
            <p:spPr>
              <a:xfrm>
                <a:off x="2358770" y="6728469"/>
                <a:ext cx="79057" cy="79057"/>
              </a:xfrm>
              <a:custGeom>
                <a:avLst/>
                <a:gdLst>
                  <a:gd name="connsiteX0" fmla="*/ 39529 w 79057"/>
                  <a:gd name="connsiteY0" fmla="*/ 5620 h 79057"/>
                  <a:gd name="connsiteX1" fmla="*/ 73438 w 79057"/>
                  <a:gd name="connsiteY1" fmla="*/ 39529 h 79057"/>
                  <a:gd name="connsiteX2" fmla="*/ 39529 w 79057"/>
                  <a:gd name="connsiteY2" fmla="*/ 73438 h 79057"/>
                  <a:gd name="connsiteX3" fmla="*/ 5620 w 79057"/>
                  <a:gd name="connsiteY3" fmla="*/ 39529 h 79057"/>
                  <a:gd name="connsiteX4" fmla="*/ 39529 w 79057"/>
                  <a:gd name="connsiteY4" fmla="*/ 5620 h 79057"/>
                  <a:gd name="connsiteX5" fmla="*/ 39529 w 79057"/>
                  <a:gd name="connsiteY5" fmla="*/ 0 h 79057"/>
                  <a:gd name="connsiteX6" fmla="*/ 0 w 79057"/>
                  <a:gd name="connsiteY6" fmla="*/ 39529 h 79057"/>
                  <a:gd name="connsiteX7" fmla="*/ 39529 w 79057"/>
                  <a:gd name="connsiteY7" fmla="*/ 79058 h 79057"/>
                  <a:gd name="connsiteX8" fmla="*/ 79058 w 79057"/>
                  <a:gd name="connsiteY8" fmla="*/ 39529 h 79057"/>
                  <a:gd name="connsiteX9" fmla="*/ 39529 w 79057"/>
                  <a:gd name="connsiteY9" fmla="*/ 0 h 790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79057" h="79057">
                    <a:moveTo>
                      <a:pt x="39529" y="5620"/>
                    </a:moveTo>
                    <a:cubicBezTo>
                      <a:pt x="58198" y="5620"/>
                      <a:pt x="73438" y="20860"/>
                      <a:pt x="73438" y="39529"/>
                    </a:cubicBezTo>
                    <a:cubicBezTo>
                      <a:pt x="73438" y="58198"/>
                      <a:pt x="58198" y="73438"/>
                      <a:pt x="39529" y="73438"/>
                    </a:cubicBezTo>
                    <a:cubicBezTo>
                      <a:pt x="20860" y="73438"/>
                      <a:pt x="5620" y="58198"/>
                      <a:pt x="5620" y="39529"/>
                    </a:cubicBezTo>
                    <a:cubicBezTo>
                      <a:pt x="5620" y="20860"/>
                      <a:pt x="20860" y="5620"/>
                      <a:pt x="39529" y="5620"/>
                    </a:cubicBezTo>
                    <a:moveTo>
                      <a:pt x="39529" y="0"/>
                    </a:moveTo>
                    <a:cubicBezTo>
                      <a:pt x="17717" y="0"/>
                      <a:pt x="0" y="17717"/>
                      <a:pt x="0" y="39529"/>
                    </a:cubicBezTo>
                    <a:cubicBezTo>
                      <a:pt x="0" y="61341"/>
                      <a:pt x="17717" y="79058"/>
                      <a:pt x="39529" y="79058"/>
                    </a:cubicBezTo>
                    <a:cubicBezTo>
                      <a:pt x="61341" y="79058"/>
                      <a:pt x="79058" y="61341"/>
                      <a:pt x="79058" y="39529"/>
                    </a:cubicBezTo>
                    <a:cubicBezTo>
                      <a:pt x="79058" y="17717"/>
                      <a:pt x="61341" y="0"/>
                      <a:pt x="39529" y="0"/>
                    </a:cubicBezTo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ea typeface="Intel Clear" panose="020B060402020302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839DD8F2-C56B-454C-9A84-A663F83DB6CE}"/>
                  </a:ext>
                </a:extLst>
              </p:cNvPr>
              <p:cNvSpPr/>
              <p:nvPr/>
            </p:nvSpPr>
            <p:spPr>
              <a:xfrm>
                <a:off x="2384869" y="6748090"/>
                <a:ext cx="30765" cy="39528"/>
              </a:xfrm>
              <a:custGeom>
                <a:avLst/>
                <a:gdLst>
                  <a:gd name="connsiteX0" fmla="*/ 16383 w 30765"/>
                  <a:gd name="connsiteY0" fmla="*/ 95 h 39528"/>
                  <a:gd name="connsiteX1" fmla="*/ 23051 w 30765"/>
                  <a:gd name="connsiteY1" fmla="*/ 1715 h 39528"/>
                  <a:gd name="connsiteX2" fmla="*/ 27718 w 30765"/>
                  <a:gd name="connsiteY2" fmla="*/ 6191 h 39528"/>
                  <a:gd name="connsiteX3" fmla="*/ 29337 w 30765"/>
                  <a:gd name="connsiteY3" fmla="*/ 12478 h 39528"/>
                  <a:gd name="connsiteX4" fmla="*/ 27146 w 30765"/>
                  <a:gd name="connsiteY4" fmla="*/ 19622 h 39528"/>
                  <a:gd name="connsiteX5" fmla="*/ 21812 w 30765"/>
                  <a:gd name="connsiteY5" fmla="*/ 23717 h 39528"/>
                  <a:gd name="connsiteX6" fmla="*/ 30766 w 30765"/>
                  <a:gd name="connsiteY6" fmla="*/ 39529 h 39528"/>
                  <a:gd name="connsiteX7" fmla="*/ 23717 w 30765"/>
                  <a:gd name="connsiteY7" fmla="*/ 39529 h 39528"/>
                  <a:gd name="connsiteX8" fmla="*/ 15526 w 30765"/>
                  <a:gd name="connsiteY8" fmla="*/ 24860 h 39528"/>
                  <a:gd name="connsiteX9" fmla="*/ 6191 w 30765"/>
                  <a:gd name="connsiteY9" fmla="*/ 24860 h 39528"/>
                  <a:gd name="connsiteX10" fmla="*/ 6191 w 30765"/>
                  <a:gd name="connsiteY10" fmla="*/ 39529 h 39528"/>
                  <a:gd name="connsiteX11" fmla="*/ 0 w 30765"/>
                  <a:gd name="connsiteY11" fmla="*/ 39529 h 39528"/>
                  <a:gd name="connsiteX12" fmla="*/ 0 w 30765"/>
                  <a:gd name="connsiteY12" fmla="*/ 0 h 39528"/>
                  <a:gd name="connsiteX13" fmla="*/ 16383 w 30765"/>
                  <a:gd name="connsiteY13" fmla="*/ 0 h 39528"/>
                  <a:gd name="connsiteX14" fmla="*/ 16383 w 30765"/>
                  <a:gd name="connsiteY14" fmla="*/ 19336 h 39528"/>
                  <a:gd name="connsiteX15" fmla="*/ 19907 w 30765"/>
                  <a:gd name="connsiteY15" fmla="*/ 18478 h 39528"/>
                  <a:gd name="connsiteX16" fmla="*/ 22289 w 30765"/>
                  <a:gd name="connsiteY16" fmla="*/ 16097 h 39528"/>
                  <a:gd name="connsiteX17" fmla="*/ 23146 w 30765"/>
                  <a:gd name="connsiteY17" fmla="*/ 12573 h 39528"/>
                  <a:gd name="connsiteX18" fmla="*/ 22289 w 30765"/>
                  <a:gd name="connsiteY18" fmla="*/ 9049 h 39528"/>
                  <a:gd name="connsiteX19" fmla="*/ 19907 w 30765"/>
                  <a:gd name="connsiteY19" fmla="*/ 6668 h 39528"/>
                  <a:gd name="connsiteX20" fmla="*/ 16383 w 30765"/>
                  <a:gd name="connsiteY20" fmla="*/ 5810 h 39528"/>
                  <a:gd name="connsiteX21" fmla="*/ 6191 w 30765"/>
                  <a:gd name="connsiteY21" fmla="*/ 5810 h 39528"/>
                  <a:gd name="connsiteX22" fmla="*/ 6191 w 30765"/>
                  <a:gd name="connsiteY22" fmla="*/ 19336 h 39528"/>
                  <a:gd name="connsiteX23" fmla="*/ 16383 w 30765"/>
                  <a:gd name="connsiteY23" fmla="*/ 19336 h 395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0765" h="39528">
                    <a:moveTo>
                      <a:pt x="16383" y="95"/>
                    </a:moveTo>
                    <a:cubicBezTo>
                      <a:pt x="18860" y="95"/>
                      <a:pt x="21050" y="667"/>
                      <a:pt x="23051" y="1715"/>
                    </a:cubicBezTo>
                    <a:cubicBezTo>
                      <a:pt x="25051" y="2762"/>
                      <a:pt x="26575" y="4286"/>
                      <a:pt x="27718" y="6191"/>
                    </a:cubicBezTo>
                    <a:cubicBezTo>
                      <a:pt x="28861" y="8096"/>
                      <a:pt x="29337" y="10192"/>
                      <a:pt x="29337" y="12478"/>
                    </a:cubicBezTo>
                    <a:cubicBezTo>
                      <a:pt x="29337" y="15335"/>
                      <a:pt x="28575" y="17717"/>
                      <a:pt x="27146" y="19622"/>
                    </a:cubicBezTo>
                    <a:cubicBezTo>
                      <a:pt x="25718" y="21527"/>
                      <a:pt x="23908" y="22860"/>
                      <a:pt x="21812" y="23717"/>
                    </a:cubicBezTo>
                    <a:lnTo>
                      <a:pt x="30766" y="39529"/>
                    </a:lnTo>
                    <a:lnTo>
                      <a:pt x="23717" y="39529"/>
                    </a:lnTo>
                    <a:lnTo>
                      <a:pt x="15526" y="24860"/>
                    </a:lnTo>
                    <a:lnTo>
                      <a:pt x="6191" y="24860"/>
                    </a:lnTo>
                    <a:lnTo>
                      <a:pt x="6191" y="39529"/>
                    </a:lnTo>
                    <a:lnTo>
                      <a:pt x="0" y="39529"/>
                    </a:lnTo>
                    <a:lnTo>
                      <a:pt x="0" y="0"/>
                    </a:lnTo>
                    <a:lnTo>
                      <a:pt x="16383" y="0"/>
                    </a:lnTo>
                    <a:close/>
                    <a:moveTo>
                      <a:pt x="16383" y="19336"/>
                    </a:moveTo>
                    <a:cubicBezTo>
                      <a:pt x="17717" y="19336"/>
                      <a:pt x="18860" y="19050"/>
                      <a:pt x="19907" y="18478"/>
                    </a:cubicBezTo>
                    <a:cubicBezTo>
                      <a:pt x="20955" y="17907"/>
                      <a:pt x="21717" y="17050"/>
                      <a:pt x="22289" y="16097"/>
                    </a:cubicBezTo>
                    <a:cubicBezTo>
                      <a:pt x="22860" y="15050"/>
                      <a:pt x="23146" y="13906"/>
                      <a:pt x="23146" y="12573"/>
                    </a:cubicBezTo>
                    <a:cubicBezTo>
                      <a:pt x="23146" y="11240"/>
                      <a:pt x="22860" y="10097"/>
                      <a:pt x="22289" y="9049"/>
                    </a:cubicBezTo>
                    <a:cubicBezTo>
                      <a:pt x="21717" y="8001"/>
                      <a:pt x="20860" y="7239"/>
                      <a:pt x="19907" y="6668"/>
                    </a:cubicBezTo>
                    <a:cubicBezTo>
                      <a:pt x="18860" y="6096"/>
                      <a:pt x="17717" y="5810"/>
                      <a:pt x="16383" y="5810"/>
                    </a:cubicBezTo>
                    <a:lnTo>
                      <a:pt x="6191" y="5810"/>
                    </a:lnTo>
                    <a:lnTo>
                      <a:pt x="6191" y="19336"/>
                    </a:lnTo>
                    <a:lnTo>
                      <a:pt x="16383" y="19336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ea typeface="Intel Clear" panose="020B0604020203020204" pitchFamily="34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C1BCBB2-B699-44A9-B291-3CCD0D0E00F2}"/>
                </a:ext>
              </a:extLst>
            </p:cNvPr>
            <p:cNvSpPr/>
            <p:nvPr/>
          </p:nvSpPr>
          <p:spPr>
            <a:xfrm>
              <a:off x="860457" y="4951823"/>
              <a:ext cx="158111" cy="158111"/>
            </a:xfrm>
            <a:prstGeom prst="rect">
              <a:avLst/>
            </a:prstGeom>
            <a:solidFill>
              <a:schemeClr val="accent4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73D17A91-F49E-45DE-835E-543E5DCD8458}"/>
                </a:ext>
              </a:extLst>
            </p:cNvPr>
            <p:cNvSpPr/>
            <p:nvPr/>
          </p:nvSpPr>
          <p:spPr>
            <a:xfrm>
              <a:off x="573803" y="5104242"/>
              <a:ext cx="286654" cy="286654"/>
            </a:xfrm>
            <a:prstGeom prst="rect">
              <a:avLst/>
            </a:prstGeom>
            <a:solidFill>
              <a:schemeClr val="accent3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77E01F40-8D2A-43E6-B578-00B92049883B}"/>
                </a:ext>
              </a:extLst>
            </p:cNvPr>
            <p:cNvSpPr/>
            <p:nvPr/>
          </p:nvSpPr>
          <p:spPr>
            <a:xfrm>
              <a:off x="861107" y="5390896"/>
              <a:ext cx="610214" cy="610214"/>
            </a:xfrm>
            <a:prstGeom prst="rect">
              <a:avLst/>
            </a:prstGeom>
            <a:solidFill>
              <a:schemeClr val="accent4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</p:grp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825262-3F6E-4DC6-AA53-E30B25B1583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43438" y="944163"/>
            <a:ext cx="9810362" cy="627700"/>
          </a:xfrm>
        </p:spPr>
        <p:txBody>
          <a:bodyPr anchor="b" anchorCtr="0">
            <a:normAutofit/>
          </a:bodyPr>
          <a:lstStyle>
            <a:lvl1pPr marL="0" indent="0">
              <a:buFontTx/>
              <a:buNone/>
              <a:defRPr sz="1600">
                <a:solidFill>
                  <a:schemeClr val="bg1"/>
                </a:solidFill>
                <a:latin typeface="IntelOne Text" panose="020B0503020203020204" pitchFamily="34" charset="77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E6BC2F-544E-4727-A6CC-2BE3B3E01B5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42536" y="1635111"/>
            <a:ext cx="9789007" cy="1874852"/>
          </a:xfrm>
        </p:spPr>
        <p:txBody>
          <a:bodyPr anchor="b"/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F0B31C-0AD0-4CC0-BF2B-DECE53E6665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42536" y="3602038"/>
            <a:ext cx="9789007" cy="1655762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8355715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5E1B587A-481D-4354-9508-D5D8FF887B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73803" y="0"/>
            <a:ext cx="4325371" cy="6377476"/>
            <a:chOff x="573803" y="0"/>
            <a:chExt cx="4325371" cy="6377476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CFE29C8-410C-4059-919F-670CE49EA18F}"/>
                </a:ext>
              </a:extLst>
            </p:cNvPr>
            <p:cNvSpPr/>
            <p:nvPr/>
          </p:nvSpPr>
          <p:spPr>
            <a:xfrm>
              <a:off x="1468406" y="0"/>
              <a:ext cx="3430768" cy="539087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ADCBE42-BEC7-4DF9-A16F-7E76C7D448E8}"/>
                </a:ext>
              </a:extLst>
            </p:cNvPr>
            <p:cNvSpPr/>
            <p:nvPr/>
          </p:nvSpPr>
          <p:spPr>
            <a:xfrm>
              <a:off x="860457" y="4951823"/>
              <a:ext cx="158111" cy="158111"/>
            </a:xfrm>
            <a:prstGeom prst="rect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AA47B74-98DC-499D-981D-583A2DD69E50}"/>
                </a:ext>
              </a:extLst>
            </p:cNvPr>
            <p:cNvSpPr/>
            <p:nvPr/>
          </p:nvSpPr>
          <p:spPr>
            <a:xfrm>
              <a:off x="573803" y="5104242"/>
              <a:ext cx="286654" cy="286654"/>
            </a:xfrm>
            <a:prstGeom prst="rect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33D68EB8-A34F-47E3-8B7F-5FF260D65B7C}"/>
                </a:ext>
              </a:extLst>
            </p:cNvPr>
            <p:cNvSpPr/>
            <p:nvPr/>
          </p:nvSpPr>
          <p:spPr>
            <a:xfrm>
              <a:off x="861107" y="5390896"/>
              <a:ext cx="610214" cy="610214"/>
            </a:xfrm>
            <a:prstGeom prst="rect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  <p:pic>
          <p:nvPicPr>
            <p:cNvPr id="17" name="Graphic 16">
              <a:extLst>
                <a:ext uri="{FF2B5EF4-FFF2-40B4-BE49-F238E27FC236}">
                  <a16:creationId xmlns:a16="http://schemas.microsoft.com/office/drawing/2014/main" id="{07897D68-7CB8-406F-9146-F00DE71319E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466513" y="5992753"/>
              <a:ext cx="1031758" cy="384723"/>
            </a:xfrm>
            <a:prstGeom prst="rect">
              <a:avLst/>
            </a:prstGeom>
          </p:spPr>
        </p:pic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66D8E5A8-9477-47F6-9CA7-9A7DC46705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73803" y="0"/>
            <a:ext cx="4325371" cy="6377476"/>
            <a:chOff x="573803" y="0"/>
            <a:chExt cx="4325371" cy="6377476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F200040-B841-47B7-8555-E0299CDC24FA}"/>
                </a:ext>
              </a:extLst>
            </p:cNvPr>
            <p:cNvSpPr/>
            <p:nvPr/>
          </p:nvSpPr>
          <p:spPr>
            <a:xfrm>
              <a:off x="1468406" y="0"/>
              <a:ext cx="3430768" cy="539087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A24C56C1-BF0A-4234-81F8-D2B769834C58}"/>
                </a:ext>
              </a:extLst>
            </p:cNvPr>
            <p:cNvSpPr/>
            <p:nvPr/>
          </p:nvSpPr>
          <p:spPr>
            <a:xfrm>
              <a:off x="860457" y="4951823"/>
              <a:ext cx="158111" cy="158111"/>
            </a:xfrm>
            <a:prstGeom prst="rect">
              <a:avLst/>
            </a:prstGeom>
            <a:solidFill>
              <a:schemeClr val="bg2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657C8AC4-A26E-48AF-9B2F-93A0F02E758D}"/>
                </a:ext>
              </a:extLst>
            </p:cNvPr>
            <p:cNvSpPr/>
            <p:nvPr/>
          </p:nvSpPr>
          <p:spPr>
            <a:xfrm>
              <a:off x="573803" y="5104242"/>
              <a:ext cx="286654" cy="286654"/>
            </a:xfrm>
            <a:prstGeom prst="rect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6D5060BD-E2D2-44BB-ADFB-2B20CEB8775D}"/>
                </a:ext>
              </a:extLst>
            </p:cNvPr>
            <p:cNvSpPr/>
            <p:nvPr/>
          </p:nvSpPr>
          <p:spPr>
            <a:xfrm>
              <a:off x="861107" y="5390896"/>
              <a:ext cx="610214" cy="610214"/>
            </a:xfrm>
            <a:prstGeom prst="rect">
              <a:avLst/>
            </a:prstGeom>
            <a:solidFill>
              <a:schemeClr val="bg2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  <p:pic>
          <p:nvPicPr>
            <p:cNvPr id="21" name="Graphic 20">
              <a:extLst>
                <a:ext uri="{FF2B5EF4-FFF2-40B4-BE49-F238E27FC236}">
                  <a16:creationId xmlns:a16="http://schemas.microsoft.com/office/drawing/2014/main" id="{5A184651-D34A-4937-8369-48ADD8E89C0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466513" y="5992753"/>
              <a:ext cx="1031758" cy="384723"/>
            </a:xfrm>
            <a:prstGeom prst="rect">
              <a:avLst/>
            </a:prstGeom>
          </p:spPr>
        </p:pic>
      </p:grp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825262-3F6E-4DC6-AA53-E30B25B1583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43438" y="944163"/>
            <a:ext cx="9810362" cy="627700"/>
          </a:xfrm>
        </p:spPr>
        <p:txBody>
          <a:bodyPr anchor="b" anchorCtr="0">
            <a:normAutofit/>
          </a:bodyPr>
          <a:lstStyle>
            <a:lvl1pPr marL="0" indent="0">
              <a:buFontTx/>
              <a:buNone/>
              <a:defRPr sz="1600">
                <a:solidFill>
                  <a:schemeClr val="accent1"/>
                </a:solidFill>
                <a:latin typeface="IntelOne Text" panose="020B0503020203020204" pitchFamily="34" charset="77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E6BC2F-544E-4727-A6CC-2BE3B3E01B5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42536" y="1635111"/>
            <a:ext cx="9789007" cy="1874852"/>
          </a:xfrm>
        </p:spPr>
        <p:txBody>
          <a:bodyPr anchor="b"/>
          <a:lstStyle>
            <a:lvl1pPr algn="l"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F0B31C-0AD0-4CC0-BF2B-DECE53E6665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42536" y="3602038"/>
            <a:ext cx="9789007" cy="1655762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7417675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882229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115AA-229D-4A6C-90C6-57CFD374E6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title style</a:t>
            </a:r>
          </a:p>
        </p:txBody>
      </p:sp>
    </p:spTree>
    <p:extLst>
      <p:ext uri="{BB962C8B-B14F-4D97-AF65-F5344CB8AC3E}">
        <p14:creationId xmlns:p14="http://schemas.microsoft.com/office/powerpoint/2010/main" val="30521617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A7416-C44D-4788-AE82-AF3D1327DA3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221694"/>
            <a:ext cx="10972800" cy="1199822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768FF6-8FD0-4E13-A01B-AB7AF941CB4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81000" y="1487056"/>
            <a:ext cx="10972800" cy="4689908"/>
          </a:xfrm>
        </p:spPr>
        <p:txBody>
          <a:bodyPr/>
          <a:lstStyle>
            <a:lvl2pPr marL="685800" indent="-228600">
              <a:buFont typeface="Arial" panose="020B0604020202020204" pitchFamily="34" charset="0"/>
              <a:buChar char="•"/>
              <a:defRPr/>
            </a:lvl2pPr>
            <a:lvl3pPr marL="1143000" indent="-228600">
              <a:buFont typeface="Arial" panose="020B0604020202020204" pitchFamily="34" charset="0"/>
              <a:buChar char="•"/>
              <a:defRPr/>
            </a:lvl3pPr>
            <a:lvl4pPr marL="1600200" indent="-228600">
              <a:buFont typeface="Arial" panose="020B0604020202020204" pitchFamily="34" charset="0"/>
              <a:buChar char="•"/>
              <a:defRPr/>
            </a:lvl4pPr>
            <a:lvl5pPr marL="2057400" indent="-2286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22925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4" orient="horz" pos="2160">
          <p15:clr>
            <a:srgbClr val="FBAE40"/>
          </p15:clr>
        </p15:guide>
        <p15:guide id="5" pos="240">
          <p15:clr>
            <a:srgbClr val="FBAE40"/>
          </p15:clr>
        </p15:guide>
        <p15:guide id="6" pos="7152">
          <p15:clr>
            <a:srgbClr val="FBAE40"/>
          </p15:clr>
        </p15:guide>
      </p15:sldGuideLst>
    </p:ext>
  </p:extLs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A7416-C44D-4788-AE82-AF3D1327DA3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221694"/>
            <a:ext cx="10972800" cy="1199822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768FF6-8FD0-4E13-A01B-AB7AF941CB4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81000" y="1487056"/>
            <a:ext cx="10972800" cy="4689908"/>
          </a:xfrm>
        </p:spPr>
        <p:txBody>
          <a:bodyPr/>
          <a:lstStyle/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964725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4" orient="horz" pos="2160">
          <p15:clr>
            <a:srgbClr val="FBAE40"/>
          </p15:clr>
        </p15:guide>
        <p15:guide id="5" pos="240">
          <p15:clr>
            <a:srgbClr val="FBAE40"/>
          </p15:clr>
        </p15:guide>
        <p15:guide id="6" pos="7152">
          <p15:clr>
            <a:srgbClr val="FBAE40"/>
          </p15:clr>
        </p15:guide>
      </p15:sldGuideLst>
    </p:ext>
  </p:extLs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A7416-C44D-4788-AE82-AF3D1327DA3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221694"/>
            <a:ext cx="10972800" cy="1199822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768FF6-8FD0-4E13-A01B-AB7AF941CB4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81000" y="1487056"/>
            <a:ext cx="10972800" cy="4689908"/>
          </a:xfrm>
        </p:spPr>
        <p:txBody>
          <a:bodyPr/>
          <a:lstStyle/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241947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4" orient="horz" pos="2160">
          <p15:clr>
            <a:srgbClr val="FBAE40"/>
          </p15:clr>
        </p15:guide>
        <p15:guide id="5" pos="240">
          <p15:clr>
            <a:srgbClr val="FBAE40"/>
          </p15:clr>
        </p15:guide>
        <p15:guide id="6" pos="7152">
          <p15:clr>
            <a:srgbClr val="FBAE40"/>
          </p15:clr>
        </p15:guide>
      </p15:sldGuideLst>
    </p:ext>
  </p:extLs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A7416-C44D-4788-AE82-AF3D1327DA3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221694"/>
            <a:ext cx="10972800" cy="1199822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C827E3-834F-40BA-9518-B0648BD536F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494289"/>
            <a:ext cx="10972800" cy="52546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3200" b="0" i="0">
                <a:solidFill>
                  <a:schemeClr val="accent1"/>
                </a:solidFill>
                <a:latin typeface="IntelOne Text" panose="020B0503020203020204" pitchFamily="34" charset="77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768FF6-8FD0-4E13-A01B-AB7AF941CB4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81000" y="2110067"/>
            <a:ext cx="10972800" cy="4084256"/>
          </a:xfrm>
        </p:spPr>
        <p:txBody>
          <a:bodyPr/>
          <a:lstStyle/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56921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40">
          <p15:clr>
            <a:srgbClr val="FBAE40"/>
          </p15:clr>
        </p15:guide>
        <p15:guide id="3" pos="7152">
          <p15:clr>
            <a:srgbClr val="FBAE40"/>
          </p15:clr>
        </p15:guide>
      </p15:sldGuideLst>
    </p:ext>
  </p:extLs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5B35A4-51BC-4EA4-8E63-8A7D09FB8A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C66EBB2-584E-4CD8-BAAE-06D480D3A0C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495361"/>
            <a:ext cx="10972800" cy="530454"/>
          </a:xfrm>
        </p:spPr>
        <p:txBody>
          <a:bodyPr>
            <a:noAutofit/>
          </a:bodyPr>
          <a:lstStyle>
            <a:lvl1pPr marL="0" indent="0">
              <a:buNone/>
              <a:defRPr sz="3200" b="0" i="0">
                <a:solidFill>
                  <a:schemeClr val="accent1"/>
                </a:solidFill>
                <a:latin typeface="IntelOne Text" panose="020B0503020203020204" pitchFamily="34" charset="77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46AEA0-8A4A-4395-842E-1588A8A29D4C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380999" y="2105680"/>
            <a:ext cx="5429865" cy="4095774"/>
          </a:xfrm>
        </p:spPr>
        <p:txBody>
          <a:bodyPr/>
          <a:lstStyle/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29D013-C7B6-4628-B2EF-9C1967AE612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5923935" y="2105680"/>
            <a:ext cx="5429865" cy="4095774"/>
          </a:xfrm>
        </p:spPr>
        <p:txBody>
          <a:bodyPr/>
          <a:lstStyle/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341413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5B35A4-51BC-4EA4-8E63-8A7D09FB8A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46AEA0-8A4A-4395-842E-1588A8A29D4C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380999" y="1496292"/>
            <a:ext cx="5429865" cy="4686689"/>
          </a:xfrm>
        </p:spPr>
        <p:txBody>
          <a:bodyPr/>
          <a:lstStyle/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29D013-C7B6-4628-B2EF-9C1967AE612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5923935" y="1496292"/>
            <a:ext cx="5429865" cy="4686689"/>
          </a:xfrm>
        </p:spPr>
        <p:txBody>
          <a:bodyPr/>
          <a:lstStyle/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326877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, Content &amp; 2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5B35A4-51BC-4EA4-8E63-8A7D09FB8A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221694"/>
            <a:ext cx="5429864" cy="1199822"/>
          </a:xfrm>
        </p:spPr>
        <p:txBody>
          <a:bodyPr/>
          <a:lstStyle/>
          <a:p>
            <a:r>
              <a:rPr lang="en-US"/>
              <a:t>Click to edit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C66EBB2-584E-4CD8-BAAE-06D480D3A0C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495361"/>
            <a:ext cx="5429864" cy="530454"/>
          </a:xfrm>
        </p:spPr>
        <p:txBody>
          <a:bodyPr>
            <a:noAutofit/>
          </a:bodyPr>
          <a:lstStyle>
            <a:lvl1pPr marL="0" indent="0">
              <a:buNone/>
              <a:defRPr sz="2800">
                <a:solidFill>
                  <a:schemeClr val="accent1"/>
                </a:solidFill>
                <a:latin typeface="IntelOne Text" panose="020B0503020203020204" pitchFamily="34" charset="77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46AEA0-8A4A-4395-842E-1588A8A29D4C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380999" y="2105680"/>
            <a:ext cx="5429865" cy="4095774"/>
          </a:xfrm>
        </p:spPr>
        <p:txBody>
          <a:bodyPr/>
          <a:lstStyle/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F6811E0-242E-4455-9E93-6248E7DEDA0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26394" y="230287"/>
            <a:ext cx="5429250" cy="2410686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9775C37-EE38-450C-8269-79E50F8E88A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926138" y="2655075"/>
            <a:ext cx="5429250" cy="470063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7DC24117-8044-4F60-A59D-9F61002D6C8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24550" y="3331781"/>
            <a:ext cx="5429250" cy="2410686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205F9606-8CF6-4C56-B2B6-E8A04B25F11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924294" y="5767077"/>
            <a:ext cx="5429250" cy="470063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text styles</a:t>
            </a:r>
          </a:p>
        </p:txBody>
      </p:sp>
    </p:spTree>
    <p:extLst>
      <p:ext uri="{BB962C8B-B14F-4D97-AF65-F5344CB8AC3E}">
        <p14:creationId xmlns:p14="http://schemas.microsoft.com/office/powerpoint/2010/main" val="1941707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, Content &amp; 1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5B35A4-51BC-4EA4-8E63-8A7D09FB8A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221694"/>
            <a:ext cx="5429864" cy="1199822"/>
          </a:xfrm>
        </p:spPr>
        <p:txBody>
          <a:bodyPr/>
          <a:lstStyle/>
          <a:p>
            <a:r>
              <a:rPr lang="en-US"/>
              <a:t>Click to edit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46AEA0-8A4A-4395-842E-1588A8A29D4C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380999" y="2105680"/>
            <a:ext cx="5429865" cy="4095774"/>
          </a:xfrm>
        </p:spPr>
        <p:txBody>
          <a:bodyPr/>
          <a:lstStyle/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F6811E0-242E-4455-9E93-6248E7DEDA0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26394" y="0"/>
            <a:ext cx="5808406" cy="6400799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4D1D699-1964-9A45-A892-EAAC949B825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495361"/>
            <a:ext cx="5429864" cy="530454"/>
          </a:xfrm>
        </p:spPr>
        <p:txBody>
          <a:bodyPr>
            <a:noAutofit/>
          </a:bodyPr>
          <a:lstStyle>
            <a:lvl1pPr marL="0" indent="0">
              <a:buNone/>
              <a:defRPr sz="2800">
                <a:solidFill>
                  <a:schemeClr val="accent1"/>
                </a:solidFill>
                <a:latin typeface="IntelOne Text" panose="020B0503020203020204" pitchFamily="34" charset="77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text styles</a:t>
            </a:r>
          </a:p>
        </p:txBody>
      </p:sp>
    </p:spTree>
    <p:extLst>
      <p:ext uri="{BB962C8B-B14F-4D97-AF65-F5344CB8AC3E}">
        <p14:creationId xmlns:p14="http://schemas.microsoft.com/office/powerpoint/2010/main" val="26492616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 pag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F6811E0-242E-4455-9E93-6248E7DEDA0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1734800" cy="6400799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194977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A8C51-69D0-4653-9DD4-C9657C8565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0A8B5C-DC90-4F60-9A7A-08826CF8083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441833"/>
            <a:ext cx="10972800" cy="4241800"/>
          </a:xfrm>
        </p:spPr>
        <p:txBody>
          <a:bodyPr>
            <a:normAutofit/>
          </a:bodyPr>
          <a:lstStyle>
            <a:lvl1pPr marL="0" indent="0">
              <a:buNone/>
              <a:defRPr sz="6000" b="0" i="0">
                <a:solidFill>
                  <a:schemeClr val="accent1"/>
                </a:solidFill>
                <a:latin typeface="IntelOne Text" panose="020B0503020203020204" pitchFamily="34" charset="0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74C57F0-3964-4184-8486-C7C3D87AEA3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5757203"/>
            <a:ext cx="10972800" cy="501650"/>
          </a:xfrm>
        </p:spPr>
        <p:txBody>
          <a:bodyPr/>
          <a:lstStyle>
            <a:lvl1pPr marL="0" indent="0">
              <a:buNone/>
              <a:defRPr>
                <a:solidFill>
                  <a:schemeClr val="tx2"/>
                </a:solidFill>
                <a:latin typeface="IntelOne Text" panose="020B0503020203020204" pitchFamily="34" charset="77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</p:spTree>
    <p:extLst>
      <p:ext uri="{BB962C8B-B14F-4D97-AF65-F5344CB8AC3E}">
        <p14:creationId xmlns:p14="http://schemas.microsoft.com/office/powerpoint/2010/main" val="2566870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A8C51-69D0-4653-9DD4-C9657C8565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0A8B5C-DC90-4F60-9A7A-08826CF8083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441833"/>
            <a:ext cx="10972800" cy="4241800"/>
          </a:xfrm>
        </p:spPr>
        <p:txBody>
          <a:bodyPr>
            <a:normAutofit/>
          </a:bodyPr>
          <a:lstStyle>
            <a:lvl1pPr marL="0" indent="0">
              <a:buNone/>
              <a:defRPr sz="6000" b="0" i="0">
                <a:solidFill>
                  <a:schemeClr val="bg1"/>
                </a:solidFill>
                <a:latin typeface="IntelOne Text" panose="020B0503020203020204" pitchFamily="34" charset="0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74C57F0-3964-4184-8486-C7C3D87AEA3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5757203"/>
            <a:ext cx="10972800" cy="50165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  <a:latin typeface="IntelOne Text" panose="020B0503020203020204" pitchFamily="34" charset="77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43DA6DA-63DC-460A-B2F4-6584E4114B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400800"/>
            <a:ext cx="11734800" cy="457200"/>
          </a:xfrm>
          <a:prstGeom prst="rect">
            <a:avLst/>
          </a:prstGeom>
          <a:solidFill>
            <a:schemeClr val="tx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EF26FFBC-3F56-4549-828C-9A20F03B1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lum bright="10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37466" y="6554735"/>
            <a:ext cx="476084" cy="177524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1EBB8918-321F-4814-85AD-F9F7A8C67A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734800" y="0"/>
            <a:ext cx="457200" cy="6400800"/>
          </a:xfrm>
          <a:prstGeom prst="rect">
            <a:avLst/>
          </a:prstGeom>
          <a:solidFill>
            <a:schemeClr val="tx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DFBDE8F-8844-4DFF-BA21-35B58CB1D8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537995" y="6510549"/>
            <a:ext cx="1116010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>
                <a:solidFill>
                  <a:schemeClr val="bg1"/>
                </a:solidFill>
                <a:ea typeface="Intel Clear" panose="020B0604020203020204" pitchFamily="34" charset="0"/>
                <a:cs typeface="Times New Roman" panose="02020603050405020304" pitchFamily="18" charset="0"/>
              </a:rPr>
              <a:t>Intel Confidential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575CFAC-8A95-416C-AF0A-BE82C31DD5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86365" y="6510549"/>
            <a:ext cx="217239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sz="1200">
                <a:solidFill>
                  <a:schemeClr val="bg1"/>
                </a:solidFill>
                <a:ea typeface="Intel Clear" panose="020B0604020203020204" pitchFamily="34" charset="0"/>
                <a:cs typeface="Times New Roman" panose="02020603050405020304" pitchFamily="18" charset="0"/>
              </a:rPr>
              <a:t>Department or Event Name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01852F3-59BE-4CC1-B2BF-0FAA22504E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1898805" y="6553045"/>
            <a:ext cx="142668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1000" b="0" i="0" u="none" strike="noStrike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n-lt"/>
                <a:ea typeface="Intel Clear" panose="020B0604020203020204" pitchFamily="34" charset="0"/>
                <a:cs typeface="Times New Roman" panose="02020603050405020304" pitchFamily="18" charset="0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1000" b="0" i="0" u="none" strike="noStrike" cap="none" spc="0" normalizeH="0" baseline="0" err="1">
              <a:ln>
                <a:noFill/>
              </a:ln>
              <a:solidFill>
                <a:schemeClr val="bg1"/>
              </a:solidFill>
              <a:effectLst/>
              <a:uFillTx/>
              <a:latin typeface="+mn-lt"/>
              <a:ea typeface="Intel Clear" panose="020B0604020203020204" pitchFamily="34" charset="0"/>
              <a:cs typeface="Times New Roman" panose="02020603050405020304" pitchFamily="18" charset="0"/>
              <a:sym typeface="Helvetica Neue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40C7463-044C-48C5-9C61-01035600C0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400800"/>
            <a:ext cx="11734800" cy="457200"/>
          </a:xfrm>
          <a:prstGeom prst="rect">
            <a:avLst/>
          </a:prstGeom>
          <a:solidFill>
            <a:schemeClr val="tx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791783BE-2760-44E4-ADC3-DD3F254CEA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lum bright="10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37466" y="6554735"/>
            <a:ext cx="476084" cy="177524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3547586F-EE67-4051-9999-DE673BC9B9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734800" y="0"/>
            <a:ext cx="457200" cy="6400800"/>
          </a:xfrm>
          <a:prstGeom prst="rect">
            <a:avLst/>
          </a:prstGeom>
          <a:solidFill>
            <a:schemeClr val="tx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3B0D2E6-CDB6-4990-9882-8E1AC38762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537995" y="6510549"/>
            <a:ext cx="1116010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>
                <a:solidFill>
                  <a:schemeClr val="bg1"/>
                </a:solidFill>
                <a:ea typeface="Intel Clear" panose="020B0604020203020204" pitchFamily="34" charset="0"/>
                <a:cs typeface="Times New Roman" panose="02020603050405020304" pitchFamily="18" charset="0"/>
              </a:rPr>
              <a:t>Intel Confidential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8A1EC77-5BEB-45BB-B35A-D1CB9FB092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86365" y="6510549"/>
            <a:ext cx="190308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sz="1200">
                <a:solidFill>
                  <a:schemeClr val="bg1"/>
                </a:solidFill>
                <a:ea typeface="Intel Clear" panose="020B0604020203020204" pitchFamily="34" charset="0"/>
                <a:cs typeface="Times New Roman" panose="02020603050405020304" pitchFamily="18" charset="0"/>
              </a:rPr>
              <a:t>DE TCE2 | Woo Seok Kim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FE3CC19-B2E2-40FF-B774-8AD1AD5A1A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1894798" y="6553045"/>
            <a:ext cx="150682" cy="16158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1050" b="0" i="0" u="none" strike="noStrike" cap="none" spc="0" normalizeH="0" baseline="0" smtClean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Intel Clear" panose="020B0604020203020204" pitchFamily="34" charset="0"/>
                <a:cs typeface="Times New Roman" panose="02020603050405020304" pitchFamily="18" charset="0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1000" b="0" i="0" u="none" strike="noStrike" cap="none" spc="0" normalizeH="0" baseline="0" err="1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ea typeface="Intel Clear" panose="020B0604020203020204" pitchFamily="34" charset="0"/>
              <a:cs typeface="Times New Roman" panose="02020603050405020304" pitchFamily="18" charset="0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7032539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gu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A8C51-69D0-4653-9DD4-C9657C8565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2229178"/>
            <a:ext cx="10972800" cy="1199822"/>
          </a:xfrm>
        </p:spPr>
        <p:txBody>
          <a:bodyPr anchor="b" anchorCtr="0"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0A8B5C-DC90-4F60-9A7A-08826CF8083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3449317"/>
            <a:ext cx="10972800" cy="681935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accent1"/>
                </a:solidFill>
                <a:latin typeface="IntelOne Text" panose="020B0503020203020204" pitchFamily="34" charset="77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</p:spTree>
    <p:extLst>
      <p:ext uri="{BB962C8B-B14F-4D97-AF65-F5344CB8AC3E}">
        <p14:creationId xmlns:p14="http://schemas.microsoft.com/office/powerpoint/2010/main" val="9378161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gue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A8C51-69D0-4653-9DD4-C9657C8565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2229178"/>
            <a:ext cx="10972800" cy="1199822"/>
          </a:xfrm>
        </p:spPr>
        <p:txBody>
          <a:bodyPr anchor="b" anchorCtr="0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0A8B5C-DC90-4F60-9A7A-08826CF8083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3449317"/>
            <a:ext cx="10972800" cy="681935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  <a:latin typeface="IntelOne Text" panose="020B0503020203020204" pitchFamily="34" charset="77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CEB7CF4-6E59-4F58-B339-D2AEFB0D20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400800"/>
            <a:ext cx="11734800" cy="457200"/>
          </a:xfrm>
          <a:prstGeom prst="rect">
            <a:avLst/>
          </a:prstGeom>
          <a:solidFill>
            <a:schemeClr val="tx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42F87E56-D20F-4261-BEAD-AB9B17E14F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lum bright="10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37466" y="6554735"/>
            <a:ext cx="476084" cy="177524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55FB7B45-0229-4BD9-84EB-963DE20FBD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734800" y="0"/>
            <a:ext cx="457200" cy="6400800"/>
          </a:xfrm>
          <a:prstGeom prst="rect">
            <a:avLst/>
          </a:prstGeom>
          <a:solidFill>
            <a:schemeClr val="tx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F1CF056-9D11-4F80-AB2B-5694DFB8A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537995" y="6510549"/>
            <a:ext cx="1116010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>
                <a:solidFill>
                  <a:schemeClr val="bg1"/>
                </a:solidFill>
                <a:ea typeface="Intel Clear" panose="020B0604020203020204" pitchFamily="34" charset="0"/>
                <a:cs typeface="Times New Roman" panose="02020603050405020304" pitchFamily="18" charset="0"/>
              </a:rPr>
              <a:t>Intel Confidential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FD4934B-0E18-43C3-ABD3-375F5EB74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86365" y="6510549"/>
            <a:ext cx="217239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sz="1200">
                <a:solidFill>
                  <a:schemeClr val="bg1"/>
                </a:solidFill>
                <a:ea typeface="Intel Clear" panose="020B0604020203020204" pitchFamily="34" charset="0"/>
                <a:cs typeface="Times New Roman" panose="02020603050405020304" pitchFamily="18" charset="0"/>
              </a:rPr>
              <a:t>Department or Event Name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33A9EF0-587D-4D66-AF71-B360DB9198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1898805" y="6553045"/>
            <a:ext cx="142668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1000" b="0" i="0" u="none" strike="noStrike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n-lt"/>
                <a:ea typeface="Intel Clear" panose="020B0604020203020204" pitchFamily="34" charset="0"/>
                <a:cs typeface="Times New Roman" panose="02020603050405020304" pitchFamily="18" charset="0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1000" b="0" i="0" u="none" strike="noStrike" cap="none" spc="0" normalizeH="0" baseline="0" err="1">
              <a:ln>
                <a:noFill/>
              </a:ln>
              <a:solidFill>
                <a:schemeClr val="bg1"/>
              </a:solidFill>
              <a:effectLst/>
              <a:uFillTx/>
              <a:latin typeface="+mn-lt"/>
              <a:ea typeface="Intel Clear" panose="020B0604020203020204" pitchFamily="34" charset="0"/>
              <a:cs typeface="Times New Roman" panose="02020603050405020304" pitchFamily="18" charset="0"/>
              <a:sym typeface="Helvetica Neue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5E9F9A1-9773-43B8-98D0-A483D488C5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400800"/>
            <a:ext cx="11734800" cy="457200"/>
          </a:xfrm>
          <a:prstGeom prst="rect">
            <a:avLst/>
          </a:prstGeom>
          <a:solidFill>
            <a:schemeClr val="tx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50338064-1322-4DA2-AA1C-4E086E88E7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lum bright="10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37466" y="6554735"/>
            <a:ext cx="476084" cy="177524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EB20DD1C-FBB9-4A79-99DE-1A05C67584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734800" y="0"/>
            <a:ext cx="457200" cy="6400800"/>
          </a:xfrm>
          <a:prstGeom prst="rect">
            <a:avLst/>
          </a:prstGeom>
          <a:solidFill>
            <a:schemeClr val="tx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A8CF211-593C-4B89-BA8B-B4BF959BF1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537995" y="6510549"/>
            <a:ext cx="1116010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>
                <a:solidFill>
                  <a:schemeClr val="bg1"/>
                </a:solidFill>
                <a:ea typeface="Intel Clear" panose="020B0604020203020204" pitchFamily="34" charset="0"/>
                <a:cs typeface="Times New Roman" panose="02020603050405020304" pitchFamily="18" charset="0"/>
              </a:rPr>
              <a:t>Intel Confidential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386AE8E-163B-4673-9C89-BA60DB5BB6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86365" y="6510549"/>
            <a:ext cx="190308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sz="1200">
                <a:solidFill>
                  <a:schemeClr val="bg1"/>
                </a:solidFill>
                <a:ea typeface="Intel Clear" panose="020B0604020203020204" pitchFamily="34" charset="0"/>
                <a:cs typeface="Times New Roman" panose="02020603050405020304" pitchFamily="18" charset="0"/>
              </a:rPr>
              <a:t>DE TCE2 | Woo Seok Kim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A9A01FA-314F-465F-BEBB-029CC884BD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1894798" y="6553045"/>
            <a:ext cx="150682" cy="16158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1050" b="0" i="0" u="none" strike="noStrike" cap="none" spc="0" normalizeH="0" baseline="0" smtClean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Intel Clear" panose="020B0604020203020204" pitchFamily="34" charset="0"/>
                <a:cs typeface="Times New Roman" panose="02020603050405020304" pitchFamily="18" charset="0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1000" b="0" i="0" u="none" strike="noStrike" cap="none" spc="0" normalizeH="0" baseline="0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ea typeface="Intel Clear" panose="020B0604020203020204" pitchFamily="34" charset="0"/>
              <a:cs typeface="Times New Roman" panose="02020603050405020304" pitchFamily="18" charset="0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3241063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ontent Blue A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5A368D64-A019-4399-A672-206E0E3B74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67399" y="402558"/>
            <a:ext cx="5874297" cy="6003471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EA8C51-69D0-4653-9DD4-C9657C8565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5220" y="2614497"/>
            <a:ext cx="4838270" cy="1782383"/>
          </a:xfrm>
        </p:spPr>
        <p:txBody>
          <a:bodyPr anchor="t" anchorCtr="0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C841197-2CF0-45F0-8F2A-7933BBBCA6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734800" y="6400800"/>
            <a:ext cx="457200" cy="457200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57C7E27-4D13-40CC-BD02-3CD7453D0B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67399" y="402558"/>
            <a:ext cx="5874297" cy="6003471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0A8B5C-DC90-4F60-9A7A-08826CF8083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87623" y="546389"/>
            <a:ext cx="5433848" cy="1118706"/>
          </a:xfrm>
        </p:spPr>
        <p:txBody>
          <a:bodyPr anchor="ctr" anchorCtr="0">
            <a:noAutofit/>
          </a:bodyPr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5706ADC8-E536-415C-9589-A82AD6F7BDD1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087623" y="1813801"/>
            <a:ext cx="5433848" cy="437679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42F87E56-D20F-4261-BEAD-AB9B17E14F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lum bright="10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37466" y="6554735"/>
            <a:ext cx="476084" cy="177524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BF1CF056-9D11-4F80-AB2B-5694DFB8A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537995" y="6510549"/>
            <a:ext cx="1116010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>
                <a:solidFill>
                  <a:schemeClr val="bg1"/>
                </a:solidFill>
                <a:ea typeface="Intel Clear" panose="020B0604020203020204" pitchFamily="34" charset="0"/>
                <a:cs typeface="Times New Roman" panose="02020603050405020304" pitchFamily="18" charset="0"/>
              </a:rPr>
              <a:t>Intel Confidential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FD4934B-0E18-43C3-ABD3-375F5EB74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86365" y="6510549"/>
            <a:ext cx="217239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sz="1200">
                <a:solidFill>
                  <a:schemeClr val="bg1"/>
                </a:solidFill>
                <a:ea typeface="Intel Clear" panose="020B0604020203020204" pitchFamily="34" charset="0"/>
                <a:cs typeface="Times New Roman" panose="02020603050405020304" pitchFamily="18" charset="0"/>
              </a:rPr>
              <a:t>Department or Event Name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33A9EF0-587D-4D66-AF71-B360DB9198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1898805" y="6553045"/>
            <a:ext cx="142668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1000" b="0" i="0" u="none" strike="noStrike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n-lt"/>
                <a:ea typeface="Intel Clear" panose="020B0604020203020204" pitchFamily="34" charset="0"/>
                <a:cs typeface="Times New Roman" panose="02020603050405020304" pitchFamily="18" charset="0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1000" b="0" i="0" u="none" strike="noStrike" cap="none" spc="0" normalizeH="0" baseline="0" err="1">
              <a:ln>
                <a:noFill/>
              </a:ln>
              <a:solidFill>
                <a:schemeClr val="bg1"/>
              </a:solidFill>
              <a:effectLst/>
              <a:uFillTx/>
              <a:latin typeface="+mn-lt"/>
              <a:ea typeface="Intel Clear" panose="020B0604020203020204" pitchFamily="34" charset="0"/>
              <a:cs typeface="Times New Roman" panose="02020603050405020304" pitchFamily="18" charset="0"/>
              <a:sym typeface="Helvetica Neue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41B807F-E5A0-4B47-8126-0798D03DDE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36812" y="2023074"/>
            <a:ext cx="492319" cy="591423"/>
            <a:chOff x="536812" y="2023074"/>
            <a:chExt cx="492319" cy="59142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2EB94AE-1165-4C66-B976-C2E168859D49}"/>
                </a:ext>
              </a:extLst>
            </p:cNvPr>
            <p:cNvSpPr/>
            <p:nvPr/>
          </p:nvSpPr>
          <p:spPr>
            <a:xfrm>
              <a:off x="709974" y="2295340"/>
              <a:ext cx="319157" cy="319157"/>
            </a:xfrm>
            <a:prstGeom prst="rect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9F8E51D-DCA9-46A9-A882-29E595D6A99F}"/>
                </a:ext>
              </a:extLst>
            </p:cNvPr>
            <p:cNvSpPr/>
            <p:nvPr/>
          </p:nvSpPr>
          <p:spPr>
            <a:xfrm>
              <a:off x="536812" y="2123120"/>
              <a:ext cx="174318" cy="174318"/>
            </a:xfrm>
            <a:prstGeom prst="rect">
              <a:avLst/>
            </a:prstGeom>
            <a:solidFill>
              <a:srgbClr val="7BDEFF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E74772E-29C4-4337-A397-0F1232F1F1FE}"/>
                </a:ext>
              </a:extLst>
            </p:cNvPr>
            <p:cNvSpPr/>
            <p:nvPr/>
          </p:nvSpPr>
          <p:spPr>
            <a:xfrm>
              <a:off x="711130" y="2023074"/>
              <a:ext cx="100045" cy="100045"/>
            </a:xfrm>
            <a:prstGeom prst="rect">
              <a:avLst/>
            </a:prstGeom>
            <a:solidFill>
              <a:srgbClr val="B4F0FF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3C2D0DF1-6BFD-4E45-8CA9-4436F31DB6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734800" y="6400800"/>
            <a:ext cx="457200" cy="457200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0BFD17C7-2044-4743-9B58-A721FED6F0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lum bright="10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37466" y="6554735"/>
            <a:ext cx="476084" cy="177524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BC1BD233-1B52-4259-BBB2-FFAB0A8D1A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537995" y="6510549"/>
            <a:ext cx="1116010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>
                <a:solidFill>
                  <a:schemeClr val="bg1"/>
                </a:solidFill>
                <a:ea typeface="Intel Clear" panose="020B0604020203020204" pitchFamily="34" charset="0"/>
                <a:cs typeface="Times New Roman" panose="02020603050405020304" pitchFamily="18" charset="0"/>
              </a:rPr>
              <a:t>Intel Confidential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E012ABA-EED9-48CA-B3FF-9EE6151C69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1898805" y="6553045"/>
            <a:ext cx="142668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1000" b="0" i="0" u="none" strike="noStrike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n-lt"/>
                <a:ea typeface="Intel Clear" panose="020B0604020203020204" pitchFamily="34" charset="0"/>
                <a:cs typeface="Times New Roman" panose="02020603050405020304" pitchFamily="18" charset="0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1000" b="0" i="0" u="none" strike="noStrike" cap="none" spc="0" normalizeH="0" baseline="0" err="1">
              <a:ln>
                <a:noFill/>
              </a:ln>
              <a:solidFill>
                <a:schemeClr val="bg1"/>
              </a:solidFill>
              <a:effectLst/>
              <a:uFillTx/>
              <a:latin typeface="+mn-lt"/>
              <a:ea typeface="Intel Clear" panose="020B0604020203020204" pitchFamily="34" charset="0"/>
              <a:cs typeface="Times New Roman" panose="02020603050405020304" pitchFamily="18" charset="0"/>
              <a:sym typeface="Helvetica Neue"/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A2426B1C-8B0F-44A4-8250-F1D859854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36812" y="2023074"/>
            <a:ext cx="492319" cy="591423"/>
            <a:chOff x="536812" y="2023074"/>
            <a:chExt cx="492319" cy="591423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45D4EF16-2639-4F0C-B7CE-3B49694D7462}"/>
                </a:ext>
              </a:extLst>
            </p:cNvPr>
            <p:cNvSpPr/>
            <p:nvPr/>
          </p:nvSpPr>
          <p:spPr>
            <a:xfrm>
              <a:off x="709974" y="2295340"/>
              <a:ext cx="319157" cy="319157"/>
            </a:xfrm>
            <a:prstGeom prst="rect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8FFEF9D7-E955-4747-98A8-A3CDA0B2EA11}"/>
                </a:ext>
              </a:extLst>
            </p:cNvPr>
            <p:cNvSpPr/>
            <p:nvPr/>
          </p:nvSpPr>
          <p:spPr>
            <a:xfrm>
              <a:off x="536812" y="2123120"/>
              <a:ext cx="174318" cy="174318"/>
            </a:xfrm>
            <a:prstGeom prst="rect">
              <a:avLst/>
            </a:prstGeom>
            <a:solidFill>
              <a:srgbClr val="7BDEFF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1C53175F-9DFF-470F-9639-8993D337BE4A}"/>
                </a:ext>
              </a:extLst>
            </p:cNvPr>
            <p:cNvSpPr/>
            <p:nvPr/>
          </p:nvSpPr>
          <p:spPr>
            <a:xfrm>
              <a:off x="711130" y="2023074"/>
              <a:ext cx="100045" cy="100045"/>
            </a:xfrm>
            <a:prstGeom prst="rect">
              <a:avLst/>
            </a:prstGeom>
            <a:solidFill>
              <a:srgbClr val="B4F0FF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710776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ontent Blue B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76F68134-655A-4C58-8EC5-042D492A62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67399" y="402558"/>
            <a:ext cx="5874297" cy="6003471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C841197-2CF0-45F0-8F2A-7933BBBCA6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734800" y="6400800"/>
            <a:ext cx="457200" cy="457200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57C7E27-4D13-40CC-BD02-3CD7453D0B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67399" y="402558"/>
            <a:ext cx="5874297" cy="6003471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EA8C51-69D0-4653-9DD4-C9657C8565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5220" y="2614497"/>
            <a:ext cx="4838270" cy="1782383"/>
          </a:xfrm>
        </p:spPr>
        <p:txBody>
          <a:bodyPr anchor="t" anchorCtr="0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0A8B5C-DC90-4F60-9A7A-08826CF8083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87623" y="546389"/>
            <a:ext cx="5433848" cy="1118706"/>
          </a:xfrm>
        </p:spPr>
        <p:txBody>
          <a:bodyPr anchor="ctr" anchorCtr="0">
            <a:noAutofit/>
          </a:bodyPr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5706ADC8-E536-415C-9589-A82AD6F7BDD1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087623" y="1813801"/>
            <a:ext cx="5433848" cy="437679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42F87E56-D20F-4261-BEAD-AB9B17E14F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lum bright="10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37466" y="6554735"/>
            <a:ext cx="476084" cy="177524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BF1CF056-9D11-4F80-AB2B-5694DFB8A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537995" y="6510549"/>
            <a:ext cx="1116010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>
                <a:solidFill>
                  <a:schemeClr val="bg1"/>
                </a:solidFill>
                <a:ea typeface="Intel Clear" panose="020B0604020203020204" pitchFamily="34" charset="0"/>
                <a:cs typeface="Times New Roman" panose="02020603050405020304" pitchFamily="18" charset="0"/>
              </a:rPr>
              <a:t>Intel Confidential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FD4934B-0E18-43C3-ABD3-375F5EB74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86365" y="6510549"/>
            <a:ext cx="217239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sz="1200">
                <a:solidFill>
                  <a:schemeClr val="bg1"/>
                </a:solidFill>
                <a:ea typeface="Intel Clear" panose="020B0604020203020204" pitchFamily="34" charset="0"/>
                <a:cs typeface="Times New Roman" panose="02020603050405020304" pitchFamily="18" charset="0"/>
              </a:rPr>
              <a:t>Department or Event Name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33A9EF0-587D-4D66-AF71-B360DB9198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1898805" y="6553045"/>
            <a:ext cx="142668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1000" b="0" i="0" u="none" strike="noStrike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n-lt"/>
                <a:ea typeface="Intel Clear" panose="020B0604020203020204" pitchFamily="34" charset="0"/>
                <a:cs typeface="Times New Roman" panose="02020603050405020304" pitchFamily="18" charset="0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1000" b="0" i="0" u="none" strike="noStrike" cap="none" spc="0" normalizeH="0" baseline="0" err="1">
              <a:ln>
                <a:noFill/>
              </a:ln>
              <a:solidFill>
                <a:schemeClr val="bg1"/>
              </a:solidFill>
              <a:effectLst/>
              <a:uFillTx/>
              <a:latin typeface="+mn-lt"/>
              <a:ea typeface="Intel Clear" panose="020B0604020203020204" pitchFamily="34" charset="0"/>
              <a:cs typeface="Times New Roman" panose="02020603050405020304" pitchFamily="18" charset="0"/>
              <a:sym typeface="Helvetica Neue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F16FE66-F77C-48EC-9636-B0D3F1F81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36812" y="2023074"/>
            <a:ext cx="492319" cy="591423"/>
            <a:chOff x="536812" y="2023074"/>
            <a:chExt cx="492319" cy="59142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2EB94AE-1165-4C66-B976-C2E168859D49}"/>
                </a:ext>
              </a:extLst>
            </p:cNvPr>
            <p:cNvSpPr/>
            <p:nvPr/>
          </p:nvSpPr>
          <p:spPr>
            <a:xfrm>
              <a:off x="709974" y="2295340"/>
              <a:ext cx="319157" cy="319157"/>
            </a:xfrm>
            <a:prstGeom prst="rect">
              <a:avLst/>
            </a:prstGeom>
            <a:solidFill>
              <a:schemeClr val="accent4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9F8E51D-DCA9-46A9-A882-29E595D6A99F}"/>
                </a:ext>
              </a:extLst>
            </p:cNvPr>
            <p:cNvSpPr/>
            <p:nvPr/>
          </p:nvSpPr>
          <p:spPr>
            <a:xfrm>
              <a:off x="536812" y="2123120"/>
              <a:ext cx="174318" cy="174318"/>
            </a:xfrm>
            <a:prstGeom prst="rect">
              <a:avLst/>
            </a:prstGeom>
            <a:solidFill>
              <a:schemeClr val="accent3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E74772E-29C4-4337-A397-0F1232F1F1FE}"/>
                </a:ext>
              </a:extLst>
            </p:cNvPr>
            <p:cNvSpPr/>
            <p:nvPr/>
          </p:nvSpPr>
          <p:spPr>
            <a:xfrm>
              <a:off x="711130" y="2023074"/>
              <a:ext cx="100045" cy="100045"/>
            </a:xfrm>
            <a:prstGeom prst="rect">
              <a:avLst/>
            </a:prstGeom>
            <a:solidFill>
              <a:schemeClr val="accent4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2FC6B6DC-5CBA-4569-BD05-67C2152AE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734800" y="6400800"/>
            <a:ext cx="457200" cy="457200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EF9F90E2-0FB9-44A2-B48E-E894C3113E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lum bright="10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37466" y="6554735"/>
            <a:ext cx="476084" cy="177524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4B2BE4E4-A2DB-46D6-B372-8C331EFD1D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537995" y="6510549"/>
            <a:ext cx="1116010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>
                <a:solidFill>
                  <a:schemeClr val="bg1"/>
                </a:solidFill>
                <a:ea typeface="Intel Clear" panose="020B0604020203020204" pitchFamily="34" charset="0"/>
                <a:cs typeface="Times New Roman" panose="02020603050405020304" pitchFamily="18" charset="0"/>
              </a:rPr>
              <a:t>Intel Confidential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D945211-AEEA-4A21-B35C-B4FC0F99C6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1898805" y="6553045"/>
            <a:ext cx="142668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1000" b="0" i="0" u="none" strike="noStrike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n-lt"/>
                <a:ea typeface="Intel Clear" panose="020B0604020203020204" pitchFamily="34" charset="0"/>
                <a:cs typeface="Times New Roman" panose="02020603050405020304" pitchFamily="18" charset="0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1000" b="0" i="0" u="none" strike="noStrike" cap="none" spc="0" normalizeH="0" baseline="0" err="1">
              <a:ln>
                <a:noFill/>
              </a:ln>
              <a:solidFill>
                <a:schemeClr val="bg1"/>
              </a:solidFill>
              <a:effectLst/>
              <a:uFillTx/>
              <a:latin typeface="+mn-lt"/>
              <a:ea typeface="Intel Clear" panose="020B0604020203020204" pitchFamily="34" charset="0"/>
              <a:cs typeface="Times New Roman" panose="02020603050405020304" pitchFamily="18" charset="0"/>
              <a:sym typeface="Helvetica Neue"/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3CBCDBB5-E209-49E3-8CC6-AEB941DB1E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36812" y="2023074"/>
            <a:ext cx="492319" cy="591423"/>
            <a:chOff x="536812" y="2023074"/>
            <a:chExt cx="492319" cy="591423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E63C2813-2F09-413F-9991-44CA3B6BE2D7}"/>
                </a:ext>
              </a:extLst>
            </p:cNvPr>
            <p:cNvSpPr/>
            <p:nvPr/>
          </p:nvSpPr>
          <p:spPr>
            <a:xfrm>
              <a:off x="709974" y="2295340"/>
              <a:ext cx="319157" cy="319157"/>
            </a:xfrm>
            <a:prstGeom prst="rect">
              <a:avLst/>
            </a:prstGeom>
            <a:solidFill>
              <a:schemeClr val="accent4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892EC626-BB7B-40F7-9ABD-4FB62F9E9719}"/>
                </a:ext>
              </a:extLst>
            </p:cNvPr>
            <p:cNvSpPr/>
            <p:nvPr/>
          </p:nvSpPr>
          <p:spPr>
            <a:xfrm>
              <a:off x="536812" y="2123120"/>
              <a:ext cx="174318" cy="174318"/>
            </a:xfrm>
            <a:prstGeom prst="rect">
              <a:avLst/>
            </a:prstGeom>
            <a:solidFill>
              <a:schemeClr val="accent3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040C129E-8ED4-49C2-A5EB-49C77A547ED5}"/>
                </a:ext>
              </a:extLst>
            </p:cNvPr>
            <p:cNvSpPr/>
            <p:nvPr/>
          </p:nvSpPr>
          <p:spPr>
            <a:xfrm>
              <a:off x="711130" y="2023074"/>
              <a:ext cx="100045" cy="100045"/>
            </a:xfrm>
            <a:prstGeom prst="rect">
              <a:avLst/>
            </a:prstGeom>
            <a:solidFill>
              <a:schemeClr val="accent4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825967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White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89E57986-E823-49CC-B8D3-C5A2AD9415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67399" y="402558"/>
            <a:ext cx="5874297" cy="6003471"/>
          </a:xfrm>
          <a:prstGeom prst="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EA8C51-69D0-4653-9DD4-C9657C8565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5220" y="2614497"/>
            <a:ext cx="4838270" cy="1782383"/>
          </a:xfrm>
        </p:spPr>
        <p:txBody>
          <a:bodyPr anchor="t" anchorCtr="0">
            <a:normAutofit/>
          </a:bodyPr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32B7E3E-B537-4EE3-BA97-B90982F6C31B}"/>
              </a:ext>
            </a:extLst>
          </p:cNvPr>
          <p:cNvSpPr/>
          <p:nvPr/>
        </p:nvSpPr>
        <p:spPr>
          <a:xfrm>
            <a:off x="11734800" y="6400800"/>
            <a:ext cx="457200" cy="457200"/>
          </a:xfrm>
          <a:prstGeom prst="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57C7E27-4D13-40CC-BD02-3CD7453D0B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67399" y="402558"/>
            <a:ext cx="5874297" cy="6003471"/>
          </a:xfrm>
          <a:prstGeom prst="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0A8B5C-DC90-4F60-9A7A-08826CF8083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87623" y="546389"/>
            <a:ext cx="5433848" cy="1118706"/>
          </a:xfrm>
        </p:spPr>
        <p:txBody>
          <a:bodyPr anchor="ctr" anchorCtr="0">
            <a:noAutofit/>
          </a:bodyPr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506BD04-B5E7-422F-B321-54907EFDFD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36812" y="2023074"/>
            <a:ext cx="492319" cy="591423"/>
            <a:chOff x="536812" y="2023074"/>
            <a:chExt cx="492319" cy="59142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2EB94AE-1165-4C66-B976-C2E168859D49}"/>
                </a:ext>
              </a:extLst>
            </p:cNvPr>
            <p:cNvSpPr/>
            <p:nvPr/>
          </p:nvSpPr>
          <p:spPr>
            <a:xfrm>
              <a:off x="709974" y="2295340"/>
              <a:ext cx="319157" cy="319157"/>
            </a:xfrm>
            <a:prstGeom prst="rect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9F8E51D-DCA9-46A9-A882-29E595D6A99F}"/>
                </a:ext>
              </a:extLst>
            </p:cNvPr>
            <p:cNvSpPr/>
            <p:nvPr/>
          </p:nvSpPr>
          <p:spPr>
            <a:xfrm>
              <a:off x="536812" y="2123120"/>
              <a:ext cx="174318" cy="174318"/>
            </a:xfrm>
            <a:prstGeom prst="rect">
              <a:avLst/>
            </a:prstGeom>
            <a:solidFill>
              <a:srgbClr val="7BDEFF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E74772E-29C4-4337-A397-0F1232F1F1FE}"/>
                </a:ext>
              </a:extLst>
            </p:cNvPr>
            <p:cNvSpPr/>
            <p:nvPr/>
          </p:nvSpPr>
          <p:spPr>
            <a:xfrm>
              <a:off x="711130" y="2023074"/>
              <a:ext cx="100045" cy="100045"/>
            </a:xfrm>
            <a:prstGeom prst="rect">
              <a:avLst/>
            </a:prstGeom>
            <a:solidFill>
              <a:srgbClr val="B4F0FF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</p:grp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5706ADC8-E536-415C-9589-A82AD6F7BDD1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087623" y="1813801"/>
            <a:ext cx="5433848" cy="437679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175E17D-D74E-461D-9994-21701E9CF3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1898805" y="6553045"/>
            <a:ext cx="142668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1000" b="0" i="0" u="none" strike="noStrike" cap="none" spc="0" normalizeH="0" baseline="0" smtClean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Intel Clear" panose="020B0604020203020204" pitchFamily="34" charset="0"/>
                <a:cs typeface="Times New Roman" panose="02020603050405020304" pitchFamily="18" charset="0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1000" b="0" i="0" u="none" strike="noStrike" cap="none" spc="0" normalizeH="0" baseline="0" err="1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ea typeface="Intel Clear" panose="020B0604020203020204" pitchFamily="34" charset="0"/>
              <a:cs typeface="Times New Roman" panose="02020603050405020304" pitchFamily="18" charset="0"/>
              <a:sym typeface="Helvetica Neue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65D4340-FCEE-4743-A648-5DB311031F75}"/>
              </a:ext>
            </a:extLst>
          </p:cNvPr>
          <p:cNvSpPr/>
          <p:nvPr/>
        </p:nvSpPr>
        <p:spPr>
          <a:xfrm>
            <a:off x="11734800" y="6400800"/>
            <a:ext cx="457200" cy="457200"/>
          </a:xfrm>
          <a:prstGeom prst="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C35DA17-DFF2-467C-A710-877908080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36812" y="2023074"/>
            <a:ext cx="492319" cy="591423"/>
            <a:chOff x="536812" y="2023074"/>
            <a:chExt cx="492319" cy="591423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C6AEFDCF-A68C-4E0D-95B4-6F1A9717550A}"/>
                </a:ext>
              </a:extLst>
            </p:cNvPr>
            <p:cNvSpPr/>
            <p:nvPr/>
          </p:nvSpPr>
          <p:spPr>
            <a:xfrm>
              <a:off x="709974" y="2295340"/>
              <a:ext cx="319157" cy="319157"/>
            </a:xfrm>
            <a:prstGeom prst="rect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F55E41F1-4636-455F-8CC5-9CC2D25CD287}"/>
                </a:ext>
              </a:extLst>
            </p:cNvPr>
            <p:cNvSpPr/>
            <p:nvPr/>
          </p:nvSpPr>
          <p:spPr>
            <a:xfrm>
              <a:off x="536812" y="2123120"/>
              <a:ext cx="174318" cy="174318"/>
            </a:xfrm>
            <a:prstGeom prst="rect">
              <a:avLst/>
            </a:prstGeom>
            <a:solidFill>
              <a:srgbClr val="7BDEFF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2BF6C486-C6BA-41CF-8F21-5691BA4400F2}"/>
                </a:ext>
              </a:extLst>
            </p:cNvPr>
            <p:cNvSpPr/>
            <p:nvPr/>
          </p:nvSpPr>
          <p:spPr>
            <a:xfrm>
              <a:off x="711130" y="2023074"/>
              <a:ext cx="100045" cy="100045"/>
            </a:xfrm>
            <a:prstGeom prst="rect">
              <a:avLst/>
            </a:prstGeom>
            <a:solidFill>
              <a:srgbClr val="B4F0FF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A0695690-BC82-4B1F-9B7E-92DC6CAFF1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1898805" y="6553045"/>
            <a:ext cx="142668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1000" b="0" i="0" u="none" strike="noStrike" cap="none" spc="0" normalizeH="0" baseline="0" smtClean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Intel Clear" panose="020B0604020203020204" pitchFamily="34" charset="0"/>
                <a:cs typeface="Times New Roman" panose="02020603050405020304" pitchFamily="18" charset="0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1000" b="0" i="0" u="none" strike="noStrike" cap="none" spc="0" normalizeH="0" baseline="0" err="1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ea typeface="Intel Clear" panose="020B0604020203020204" pitchFamily="34" charset="0"/>
              <a:cs typeface="Times New Roman" panose="02020603050405020304" pitchFamily="18" charset="0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24777695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Frame White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875A302-45A3-481F-BFAB-9A074C3F77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464127"/>
            <a:ext cx="11286348" cy="5944838"/>
          </a:xfrm>
          <a:prstGeom prst="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6A6F6B2-1DD0-42F2-9039-5327CC0EF1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734800" y="6400800"/>
            <a:ext cx="457200" cy="457200"/>
          </a:xfrm>
          <a:prstGeom prst="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B3A20D-927D-4DD1-8E5E-A3AC6EDE39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1898805" y="6553045"/>
            <a:ext cx="142668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1000" b="0" i="0" u="none" strike="noStrike" cap="none" spc="0" normalizeH="0" baseline="0" smtClean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Intel Clear" panose="020B0604020203020204" pitchFamily="34" charset="0"/>
                <a:cs typeface="Times New Roman" panose="02020603050405020304" pitchFamily="18" charset="0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1000" b="0" i="0" u="none" strike="noStrike" cap="none" spc="0" normalizeH="0" baseline="0" err="1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ea typeface="Intel Clear" panose="020B0604020203020204" pitchFamily="34" charset="0"/>
              <a:cs typeface="Times New Roman" panose="02020603050405020304" pitchFamily="18" charset="0"/>
              <a:sym typeface="Helvetica Neue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00988D3-27CA-4F8F-A6E2-E1104C51DC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734800" y="6400800"/>
            <a:ext cx="457200" cy="457200"/>
          </a:xfrm>
          <a:prstGeom prst="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7030671-1E88-49B1-9FE5-927C1B8EE1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1898805" y="6553045"/>
            <a:ext cx="142668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1000" b="0" i="0" u="none" strike="noStrike" cap="none" spc="0" normalizeH="0" baseline="0" smtClean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Intel Clear" panose="020B0604020203020204" pitchFamily="34" charset="0"/>
                <a:cs typeface="Times New Roman" panose="02020603050405020304" pitchFamily="18" charset="0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1000" b="0" i="0" u="none" strike="noStrike" cap="none" spc="0" normalizeH="0" baseline="0" err="1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ea typeface="Intel Clear" panose="020B0604020203020204" pitchFamily="34" charset="0"/>
              <a:cs typeface="Times New Roman" panose="02020603050405020304" pitchFamily="18" charset="0"/>
              <a:sym typeface="Helvetica Neue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A228789-1C29-4F2A-B05E-B47226DD50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464127"/>
            <a:ext cx="11286348" cy="5944838"/>
          </a:xfrm>
          <a:prstGeom prst="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FA79AD-8981-4F51-8CC1-43C8856813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6922" y="1828800"/>
            <a:ext cx="10557387" cy="3200400"/>
          </a:xfrm>
        </p:spPr>
        <p:txBody>
          <a:bodyPr>
            <a:normAutofit/>
          </a:bodyPr>
          <a:lstStyle>
            <a:lvl1pPr algn="ctr"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title style</a:t>
            </a:r>
          </a:p>
        </p:txBody>
      </p:sp>
    </p:spTree>
    <p:extLst>
      <p:ext uri="{BB962C8B-B14F-4D97-AF65-F5344CB8AC3E}">
        <p14:creationId xmlns:p14="http://schemas.microsoft.com/office/powerpoint/2010/main" val="42580941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Frame Bl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875A302-45A3-481F-BFAB-9A074C3F77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464127"/>
            <a:ext cx="11286348" cy="5944838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6A6F6B2-1DD0-42F2-9039-5327CC0EF1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734800" y="6400800"/>
            <a:ext cx="457200" cy="457200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B3A20D-927D-4DD1-8E5E-A3AC6EDE39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1898805" y="6553045"/>
            <a:ext cx="142668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1000" b="0" i="0" u="none" strike="noStrike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n-lt"/>
                <a:ea typeface="Intel Clear" panose="020B0604020203020204" pitchFamily="34" charset="0"/>
                <a:cs typeface="Times New Roman" panose="02020603050405020304" pitchFamily="18" charset="0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1000" b="0" i="0" u="none" strike="noStrike" cap="none" spc="0" normalizeH="0" baseline="0" err="1">
              <a:ln>
                <a:noFill/>
              </a:ln>
              <a:solidFill>
                <a:schemeClr val="bg1"/>
              </a:solidFill>
              <a:effectLst/>
              <a:uFillTx/>
              <a:latin typeface="+mn-lt"/>
              <a:ea typeface="Intel Clear" panose="020B0604020203020204" pitchFamily="34" charset="0"/>
              <a:cs typeface="Times New Roman" panose="02020603050405020304" pitchFamily="18" charset="0"/>
              <a:sym typeface="Helvetica Neue"/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5DDBF953-491D-46D1-9B3A-9BACF5F244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lum bright="10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37466" y="6554735"/>
            <a:ext cx="476084" cy="177524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F2B9AAD6-9860-4DB3-B7F8-14D9F7EC7E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537995" y="6510549"/>
            <a:ext cx="1116010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>
                <a:solidFill>
                  <a:schemeClr val="bg1"/>
                </a:solidFill>
                <a:ea typeface="Intel Clear" panose="020B0604020203020204" pitchFamily="34" charset="0"/>
                <a:cs typeface="Times New Roman" panose="02020603050405020304" pitchFamily="18" charset="0"/>
              </a:rPr>
              <a:t>Intel Confidential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2595309-FEF7-41EA-9715-F4426DF072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86365" y="6510549"/>
            <a:ext cx="217239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sz="1200">
                <a:solidFill>
                  <a:schemeClr val="bg1"/>
                </a:solidFill>
                <a:ea typeface="Intel Clear" panose="020B0604020203020204" pitchFamily="34" charset="0"/>
                <a:cs typeface="Times New Roman" panose="02020603050405020304" pitchFamily="18" charset="0"/>
              </a:rPr>
              <a:t>Department or Event Name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460A36B-1810-4498-834B-51F1D1A293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734800" y="6400800"/>
            <a:ext cx="457200" cy="457200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FA9CD9B-5FA5-485E-919D-13A6CB9B31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1898805" y="6553045"/>
            <a:ext cx="142668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1000" b="0" i="0" u="none" strike="noStrike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n-lt"/>
                <a:ea typeface="Intel Clear" panose="020B0604020203020204" pitchFamily="34" charset="0"/>
                <a:cs typeface="Times New Roman" panose="02020603050405020304" pitchFamily="18" charset="0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1000" b="0" i="0" u="none" strike="noStrike" cap="none" spc="0" normalizeH="0" baseline="0" err="1">
              <a:ln>
                <a:noFill/>
              </a:ln>
              <a:solidFill>
                <a:schemeClr val="bg1"/>
              </a:solidFill>
              <a:effectLst/>
              <a:uFillTx/>
              <a:latin typeface="+mn-lt"/>
              <a:ea typeface="Intel Clear" panose="020B0604020203020204" pitchFamily="34" charset="0"/>
              <a:cs typeface="Times New Roman" panose="02020603050405020304" pitchFamily="18" charset="0"/>
              <a:sym typeface="Helvetica Neue"/>
            </a:endParaRP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9404C922-CDF2-4F38-AFEE-299C1D97DA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lum bright="10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37466" y="6554735"/>
            <a:ext cx="476084" cy="177524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92FF7EB7-3074-4A03-9376-7D8CBA804C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537995" y="6510549"/>
            <a:ext cx="1116010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>
                <a:solidFill>
                  <a:schemeClr val="bg1"/>
                </a:solidFill>
                <a:ea typeface="Intel Clear" panose="020B0604020203020204" pitchFamily="34" charset="0"/>
                <a:cs typeface="Times New Roman" panose="02020603050405020304" pitchFamily="18" charset="0"/>
              </a:rPr>
              <a:t>Intel Confidential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E6E5BC3-B783-496C-9E9D-03475FAADA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464127"/>
            <a:ext cx="11286348" cy="5944838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FA79AD-8981-4F51-8CC1-43C8856813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6922" y="1776845"/>
            <a:ext cx="10557387" cy="3304310"/>
          </a:xfrm>
        </p:spPr>
        <p:txBody>
          <a:bodyPr>
            <a:normAutofit/>
          </a:bodyPr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title style</a:t>
            </a:r>
          </a:p>
        </p:txBody>
      </p:sp>
    </p:spTree>
    <p:extLst>
      <p:ext uri="{BB962C8B-B14F-4D97-AF65-F5344CB8AC3E}">
        <p14:creationId xmlns:p14="http://schemas.microsoft.com/office/powerpoint/2010/main" val="2219849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Intel Log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Logo&#10;&#10;Description automatically generated">
            <a:extLst>
              <a:ext uri="{FF2B5EF4-FFF2-40B4-BE49-F238E27FC236}">
                <a16:creationId xmlns:a16="http://schemas.microsoft.com/office/drawing/2014/main" id="{81D5E138-8800-4F6C-BD71-5E098EFFE2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4381" y="2626737"/>
            <a:ext cx="4052408" cy="1643927"/>
          </a:xfrm>
          <a:prstGeom prst="rect">
            <a:avLst/>
          </a:prstGeom>
        </p:spPr>
      </p:pic>
      <p:pic>
        <p:nvPicPr>
          <p:cNvPr id="3" name="Picture 2" descr="Logo&#10;&#10;Description automatically generated">
            <a:extLst>
              <a:ext uri="{FF2B5EF4-FFF2-40B4-BE49-F238E27FC236}">
                <a16:creationId xmlns:a16="http://schemas.microsoft.com/office/drawing/2014/main" id="{204B0861-499A-4B5C-86C7-11D994DAA6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4381" y="2626737"/>
            <a:ext cx="4052408" cy="1643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9731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EADCD1-88E0-40D3-C7D1-7C473E1E42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ECEEC4-11D5-FDBC-84A3-6EDC3ECA60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43E1A3-6AEE-2E9D-F2BB-F0584B28A4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97EE9-C3E3-4AE3-8066-3E03FE8DCE4B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D248AC-9379-4B38-1C79-41CFF6C1C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AC219F-96D6-BEBF-49D2-406519A7D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9BEA5-69CE-4681-AD8B-EACEB4CF4D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9020433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Blue A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EE1982CC-C5C2-43DF-8FDA-037495FAF9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73803" y="0"/>
            <a:ext cx="4325371" cy="6392520"/>
            <a:chOff x="573803" y="0"/>
            <a:chExt cx="4325371" cy="6392520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1F4567CD-F1DA-4E8F-ADDF-371B07892411}"/>
                </a:ext>
              </a:extLst>
            </p:cNvPr>
            <p:cNvSpPr/>
            <p:nvPr userDrawn="1"/>
          </p:nvSpPr>
          <p:spPr>
            <a:xfrm>
              <a:off x="860457" y="4951823"/>
              <a:ext cx="158111" cy="158111"/>
            </a:xfrm>
            <a:prstGeom prst="rect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FF16119A-1487-48A7-9CC6-71F9F9535C16}"/>
                </a:ext>
              </a:extLst>
            </p:cNvPr>
            <p:cNvSpPr/>
            <p:nvPr userDrawn="1"/>
          </p:nvSpPr>
          <p:spPr>
            <a:xfrm>
              <a:off x="573803" y="5104242"/>
              <a:ext cx="286654" cy="286654"/>
            </a:xfrm>
            <a:prstGeom prst="rect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63CF0AA4-E89F-418F-83F2-0CC0FB3DF16B}"/>
                </a:ext>
              </a:extLst>
            </p:cNvPr>
            <p:cNvSpPr/>
            <p:nvPr userDrawn="1"/>
          </p:nvSpPr>
          <p:spPr>
            <a:xfrm>
              <a:off x="861107" y="5390896"/>
              <a:ext cx="610214" cy="610214"/>
            </a:xfrm>
            <a:prstGeom prst="rect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A9F8D4CB-DB57-4130-8BDE-86D5A4C11D49}"/>
                </a:ext>
              </a:extLst>
            </p:cNvPr>
            <p:cNvSpPr/>
            <p:nvPr userDrawn="1"/>
          </p:nvSpPr>
          <p:spPr>
            <a:xfrm>
              <a:off x="1468406" y="0"/>
              <a:ext cx="3430768" cy="5390870"/>
            </a:xfrm>
            <a:prstGeom prst="rect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502BD194-F320-4426-964A-1D4F58024C5F}"/>
                </a:ext>
              </a:extLst>
            </p:cNvPr>
            <p:cNvGrpSpPr/>
            <p:nvPr userDrawn="1"/>
          </p:nvGrpSpPr>
          <p:grpSpPr>
            <a:xfrm>
              <a:off x="1468406" y="5995719"/>
              <a:ext cx="1059754" cy="396801"/>
              <a:chOff x="1314450" y="6391094"/>
              <a:chExt cx="1123377" cy="420623"/>
            </a:xfrm>
          </p:grpSpPr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61C32755-5BE0-4F78-B52A-08742A60A8EF}"/>
                  </a:ext>
                </a:extLst>
              </p:cNvPr>
              <p:cNvSpPr/>
              <p:nvPr/>
            </p:nvSpPr>
            <p:spPr>
              <a:xfrm>
                <a:off x="1314450" y="6396809"/>
                <a:ext cx="78581" cy="78581"/>
              </a:xfrm>
              <a:custGeom>
                <a:avLst/>
                <a:gdLst>
                  <a:gd name="connsiteX0" fmla="*/ 0 w 78581"/>
                  <a:gd name="connsiteY0" fmla="*/ 0 h 78581"/>
                  <a:gd name="connsiteX1" fmla="*/ 78581 w 78581"/>
                  <a:gd name="connsiteY1" fmla="*/ 0 h 78581"/>
                  <a:gd name="connsiteX2" fmla="*/ 78581 w 78581"/>
                  <a:gd name="connsiteY2" fmla="*/ 78581 h 78581"/>
                  <a:gd name="connsiteX3" fmla="*/ 0 w 78581"/>
                  <a:gd name="connsiteY3" fmla="*/ 78581 h 785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581" h="78581">
                    <a:moveTo>
                      <a:pt x="0" y="0"/>
                    </a:moveTo>
                    <a:lnTo>
                      <a:pt x="78581" y="0"/>
                    </a:lnTo>
                    <a:lnTo>
                      <a:pt x="78581" y="78581"/>
                    </a:lnTo>
                    <a:lnTo>
                      <a:pt x="0" y="78581"/>
                    </a:lnTo>
                    <a:close/>
                  </a:path>
                </a:pathLst>
              </a:custGeom>
              <a:solidFill>
                <a:srgbClr val="00B2E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ea typeface="Intel Clear" panose="020B060402020302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B33F9D2F-6ED9-4D82-B111-BEFD50CBB7B2}"/>
                  </a:ext>
                </a:extLst>
              </p:cNvPr>
              <p:cNvSpPr/>
              <p:nvPr/>
            </p:nvSpPr>
            <p:spPr>
              <a:xfrm>
                <a:off x="1316545" y="6391094"/>
                <a:ext cx="995171" cy="420623"/>
              </a:xfrm>
              <a:custGeom>
                <a:avLst/>
                <a:gdLst>
                  <a:gd name="connsiteX0" fmla="*/ 74486 w 995171"/>
                  <a:gd name="connsiteY0" fmla="*/ 131921 h 420623"/>
                  <a:gd name="connsiteX1" fmla="*/ 0 w 995171"/>
                  <a:gd name="connsiteY1" fmla="*/ 131921 h 420623"/>
                  <a:gd name="connsiteX2" fmla="*/ 0 w 995171"/>
                  <a:gd name="connsiteY2" fmla="*/ 414719 h 420623"/>
                  <a:gd name="connsiteX3" fmla="*/ 74486 w 995171"/>
                  <a:gd name="connsiteY3" fmla="*/ 414719 h 420623"/>
                  <a:gd name="connsiteX4" fmla="*/ 74486 w 995171"/>
                  <a:gd name="connsiteY4" fmla="*/ 131921 h 420623"/>
                  <a:gd name="connsiteX5" fmla="*/ 568262 w 995171"/>
                  <a:gd name="connsiteY5" fmla="*/ 417576 h 420623"/>
                  <a:gd name="connsiteX6" fmla="*/ 568262 w 995171"/>
                  <a:gd name="connsiteY6" fmla="*/ 348234 h 420623"/>
                  <a:gd name="connsiteX7" fmla="*/ 541306 w 995171"/>
                  <a:gd name="connsiteY7" fmla="*/ 346520 h 420623"/>
                  <a:gd name="connsiteX8" fmla="*/ 523780 w 995171"/>
                  <a:gd name="connsiteY8" fmla="*/ 338804 h 420623"/>
                  <a:gd name="connsiteX9" fmla="*/ 516065 w 995171"/>
                  <a:gd name="connsiteY9" fmla="*/ 321945 h 420623"/>
                  <a:gd name="connsiteX10" fmla="*/ 514350 w 995171"/>
                  <a:gd name="connsiteY10" fmla="*/ 294608 h 420623"/>
                  <a:gd name="connsiteX11" fmla="*/ 514350 w 995171"/>
                  <a:gd name="connsiteY11" fmla="*/ 195644 h 420623"/>
                  <a:gd name="connsiteX12" fmla="*/ 568262 w 995171"/>
                  <a:gd name="connsiteY12" fmla="*/ 195644 h 420623"/>
                  <a:gd name="connsiteX13" fmla="*/ 568262 w 995171"/>
                  <a:gd name="connsiteY13" fmla="*/ 131921 h 420623"/>
                  <a:gd name="connsiteX14" fmla="*/ 514350 w 995171"/>
                  <a:gd name="connsiteY14" fmla="*/ 131921 h 420623"/>
                  <a:gd name="connsiteX15" fmla="*/ 514350 w 995171"/>
                  <a:gd name="connsiteY15" fmla="*/ 21812 h 420623"/>
                  <a:gd name="connsiteX16" fmla="*/ 439865 w 995171"/>
                  <a:gd name="connsiteY16" fmla="*/ 21812 h 420623"/>
                  <a:gd name="connsiteX17" fmla="*/ 439865 w 995171"/>
                  <a:gd name="connsiteY17" fmla="*/ 295180 h 420623"/>
                  <a:gd name="connsiteX18" fmla="*/ 445865 w 995171"/>
                  <a:gd name="connsiteY18" fmla="*/ 353473 h 420623"/>
                  <a:gd name="connsiteX19" fmla="*/ 465677 w 995171"/>
                  <a:gd name="connsiteY19" fmla="*/ 391001 h 420623"/>
                  <a:gd name="connsiteX20" fmla="*/ 502063 w 995171"/>
                  <a:gd name="connsiteY20" fmla="*/ 411385 h 420623"/>
                  <a:gd name="connsiteX21" fmla="*/ 558927 w 995171"/>
                  <a:gd name="connsiteY21" fmla="*/ 417671 h 420623"/>
                  <a:gd name="connsiteX22" fmla="*/ 568262 w 995171"/>
                  <a:gd name="connsiteY22" fmla="*/ 417671 h 420623"/>
                  <a:gd name="connsiteX23" fmla="*/ 995172 w 995171"/>
                  <a:gd name="connsiteY23" fmla="*/ 0 h 420623"/>
                  <a:gd name="connsiteX24" fmla="*/ 920687 w 995171"/>
                  <a:gd name="connsiteY24" fmla="*/ 0 h 420623"/>
                  <a:gd name="connsiteX25" fmla="*/ 920687 w 995171"/>
                  <a:gd name="connsiteY25" fmla="*/ 414719 h 420623"/>
                  <a:gd name="connsiteX26" fmla="*/ 995172 w 995171"/>
                  <a:gd name="connsiteY26" fmla="*/ 414719 h 420623"/>
                  <a:gd name="connsiteX27" fmla="*/ 995172 w 995171"/>
                  <a:gd name="connsiteY27" fmla="*/ 0 h 420623"/>
                  <a:gd name="connsiteX28" fmla="*/ 367951 w 995171"/>
                  <a:gd name="connsiteY28" fmla="*/ 159830 h 420623"/>
                  <a:gd name="connsiteX29" fmla="*/ 281273 w 995171"/>
                  <a:gd name="connsiteY29" fmla="*/ 126206 h 420623"/>
                  <a:gd name="connsiteX30" fmla="*/ 232410 w 995171"/>
                  <a:gd name="connsiteY30" fmla="*/ 137065 h 420623"/>
                  <a:gd name="connsiteX31" fmla="*/ 195358 w 995171"/>
                  <a:gd name="connsiteY31" fmla="*/ 167259 h 420623"/>
                  <a:gd name="connsiteX32" fmla="*/ 191262 w 995171"/>
                  <a:gd name="connsiteY32" fmla="*/ 172498 h 420623"/>
                  <a:gd name="connsiteX33" fmla="*/ 191262 w 995171"/>
                  <a:gd name="connsiteY33" fmla="*/ 167831 h 420623"/>
                  <a:gd name="connsiteX34" fmla="*/ 191262 w 995171"/>
                  <a:gd name="connsiteY34" fmla="*/ 132017 h 420623"/>
                  <a:gd name="connsiteX35" fmla="*/ 117920 w 995171"/>
                  <a:gd name="connsiteY35" fmla="*/ 132017 h 420623"/>
                  <a:gd name="connsiteX36" fmla="*/ 117920 w 995171"/>
                  <a:gd name="connsiteY36" fmla="*/ 414814 h 420623"/>
                  <a:gd name="connsiteX37" fmla="*/ 191929 w 995171"/>
                  <a:gd name="connsiteY37" fmla="*/ 414814 h 420623"/>
                  <a:gd name="connsiteX38" fmla="*/ 191929 w 995171"/>
                  <a:gd name="connsiteY38" fmla="*/ 264128 h 420623"/>
                  <a:gd name="connsiteX39" fmla="*/ 192024 w 995171"/>
                  <a:gd name="connsiteY39" fmla="*/ 274606 h 420623"/>
                  <a:gd name="connsiteX40" fmla="*/ 192119 w 995171"/>
                  <a:gd name="connsiteY40" fmla="*/ 269558 h 420623"/>
                  <a:gd name="connsiteX41" fmla="*/ 211741 w 995171"/>
                  <a:gd name="connsiteY41" fmla="*/ 210884 h 420623"/>
                  <a:gd name="connsiteX42" fmla="*/ 258985 w 995171"/>
                  <a:gd name="connsiteY42" fmla="*/ 190786 h 420623"/>
                  <a:gd name="connsiteX43" fmla="*/ 307753 w 995171"/>
                  <a:gd name="connsiteY43" fmla="*/ 210407 h 420623"/>
                  <a:gd name="connsiteX44" fmla="*/ 323945 w 995171"/>
                  <a:gd name="connsiteY44" fmla="*/ 264605 h 420623"/>
                  <a:gd name="connsiteX45" fmla="*/ 323945 w 995171"/>
                  <a:gd name="connsiteY45" fmla="*/ 264605 h 420623"/>
                  <a:gd name="connsiteX46" fmla="*/ 323945 w 995171"/>
                  <a:gd name="connsiteY46" fmla="*/ 265176 h 420623"/>
                  <a:gd name="connsiteX47" fmla="*/ 323945 w 995171"/>
                  <a:gd name="connsiteY47" fmla="*/ 265271 h 420623"/>
                  <a:gd name="connsiteX48" fmla="*/ 323945 w 995171"/>
                  <a:gd name="connsiteY48" fmla="*/ 414814 h 420623"/>
                  <a:gd name="connsiteX49" fmla="*/ 399098 w 995171"/>
                  <a:gd name="connsiteY49" fmla="*/ 414814 h 420623"/>
                  <a:gd name="connsiteX50" fmla="*/ 399098 w 995171"/>
                  <a:gd name="connsiteY50" fmla="*/ 254222 h 420623"/>
                  <a:gd name="connsiteX51" fmla="*/ 367951 w 995171"/>
                  <a:gd name="connsiteY51" fmla="*/ 159830 h 420623"/>
                  <a:gd name="connsiteX52" fmla="*/ 881825 w 995171"/>
                  <a:gd name="connsiteY52" fmla="*/ 272796 h 420623"/>
                  <a:gd name="connsiteX53" fmla="*/ 871061 w 995171"/>
                  <a:gd name="connsiteY53" fmla="*/ 215646 h 420623"/>
                  <a:gd name="connsiteX54" fmla="*/ 841057 w 995171"/>
                  <a:gd name="connsiteY54" fmla="*/ 168974 h 420623"/>
                  <a:gd name="connsiteX55" fmla="*/ 794957 w 995171"/>
                  <a:gd name="connsiteY55" fmla="*/ 137636 h 420623"/>
                  <a:gd name="connsiteX56" fmla="*/ 735806 w 995171"/>
                  <a:gd name="connsiteY56" fmla="*/ 126302 h 420623"/>
                  <a:gd name="connsiteX57" fmla="*/ 678371 w 995171"/>
                  <a:gd name="connsiteY57" fmla="*/ 137922 h 420623"/>
                  <a:gd name="connsiteX58" fmla="*/ 631698 w 995171"/>
                  <a:gd name="connsiteY58" fmla="*/ 169355 h 420623"/>
                  <a:gd name="connsiteX59" fmla="*/ 600266 w 995171"/>
                  <a:gd name="connsiteY59" fmla="*/ 216027 h 420623"/>
                  <a:gd name="connsiteX60" fmla="*/ 588645 w 995171"/>
                  <a:gd name="connsiteY60" fmla="*/ 273463 h 420623"/>
                  <a:gd name="connsiteX61" fmla="*/ 599694 w 995171"/>
                  <a:gd name="connsiteY61" fmla="*/ 330899 h 420623"/>
                  <a:gd name="connsiteX62" fmla="*/ 630269 w 995171"/>
                  <a:gd name="connsiteY62" fmla="*/ 377571 h 420623"/>
                  <a:gd name="connsiteX63" fmla="*/ 677513 w 995171"/>
                  <a:gd name="connsiteY63" fmla="*/ 409004 h 420623"/>
                  <a:gd name="connsiteX64" fmla="*/ 738092 w 995171"/>
                  <a:gd name="connsiteY64" fmla="*/ 420624 h 420623"/>
                  <a:gd name="connsiteX65" fmla="*/ 863918 w 995171"/>
                  <a:gd name="connsiteY65" fmla="*/ 365093 h 420623"/>
                  <a:gd name="connsiteX66" fmla="*/ 810292 w 995171"/>
                  <a:gd name="connsiteY66" fmla="*/ 324231 h 420623"/>
                  <a:gd name="connsiteX67" fmla="*/ 738664 w 995171"/>
                  <a:gd name="connsiteY67" fmla="*/ 355854 h 420623"/>
                  <a:gd name="connsiteX68" fmla="*/ 687229 w 995171"/>
                  <a:gd name="connsiteY68" fmla="*/ 341376 h 420623"/>
                  <a:gd name="connsiteX69" fmla="*/ 660368 w 995171"/>
                  <a:gd name="connsiteY69" fmla="*/ 302133 h 420623"/>
                  <a:gd name="connsiteX70" fmla="*/ 659606 w 995171"/>
                  <a:gd name="connsiteY70" fmla="*/ 299466 h 420623"/>
                  <a:gd name="connsiteX71" fmla="*/ 881825 w 995171"/>
                  <a:gd name="connsiteY71" fmla="*/ 299466 h 420623"/>
                  <a:gd name="connsiteX72" fmla="*/ 881825 w 995171"/>
                  <a:gd name="connsiteY72" fmla="*/ 272796 h 420623"/>
                  <a:gd name="connsiteX73" fmla="*/ 660368 w 995171"/>
                  <a:gd name="connsiteY73" fmla="*/ 246793 h 420623"/>
                  <a:gd name="connsiteX74" fmla="*/ 735330 w 995171"/>
                  <a:gd name="connsiteY74" fmla="*/ 189929 h 420623"/>
                  <a:gd name="connsiteX75" fmla="*/ 810387 w 995171"/>
                  <a:gd name="connsiteY75" fmla="*/ 246698 h 420623"/>
                  <a:gd name="connsiteX76" fmla="*/ 660368 w 995171"/>
                  <a:gd name="connsiteY76" fmla="*/ 246793 h 4206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</a:cxnLst>
                <a:rect l="l" t="t" r="r" b="b"/>
                <a:pathLst>
                  <a:path w="995171" h="420623">
                    <a:moveTo>
                      <a:pt x="74486" y="131921"/>
                    </a:moveTo>
                    <a:lnTo>
                      <a:pt x="0" y="131921"/>
                    </a:lnTo>
                    <a:lnTo>
                      <a:pt x="0" y="414719"/>
                    </a:lnTo>
                    <a:lnTo>
                      <a:pt x="74486" y="414719"/>
                    </a:lnTo>
                    <a:lnTo>
                      <a:pt x="74486" y="131921"/>
                    </a:lnTo>
                    <a:close/>
                    <a:moveTo>
                      <a:pt x="568262" y="417576"/>
                    </a:moveTo>
                    <a:lnTo>
                      <a:pt x="568262" y="348234"/>
                    </a:lnTo>
                    <a:cubicBezTo>
                      <a:pt x="557308" y="348139"/>
                      <a:pt x="548259" y="347567"/>
                      <a:pt x="541306" y="346520"/>
                    </a:cubicBezTo>
                    <a:cubicBezTo>
                      <a:pt x="533591" y="345281"/>
                      <a:pt x="527685" y="342710"/>
                      <a:pt x="523780" y="338804"/>
                    </a:cubicBezTo>
                    <a:cubicBezTo>
                      <a:pt x="519875" y="334899"/>
                      <a:pt x="517303" y="329184"/>
                      <a:pt x="516065" y="321945"/>
                    </a:cubicBezTo>
                    <a:cubicBezTo>
                      <a:pt x="514922" y="314992"/>
                      <a:pt x="514350" y="305753"/>
                      <a:pt x="514350" y="294608"/>
                    </a:cubicBezTo>
                    <a:lnTo>
                      <a:pt x="514350" y="195644"/>
                    </a:lnTo>
                    <a:lnTo>
                      <a:pt x="568262" y="195644"/>
                    </a:lnTo>
                    <a:lnTo>
                      <a:pt x="568262" y="131921"/>
                    </a:lnTo>
                    <a:lnTo>
                      <a:pt x="514350" y="131921"/>
                    </a:lnTo>
                    <a:lnTo>
                      <a:pt x="514350" y="21812"/>
                    </a:lnTo>
                    <a:lnTo>
                      <a:pt x="439865" y="21812"/>
                    </a:lnTo>
                    <a:lnTo>
                      <a:pt x="439865" y="295180"/>
                    </a:lnTo>
                    <a:cubicBezTo>
                      <a:pt x="439865" y="318230"/>
                      <a:pt x="441865" y="337852"/>
                      <a:pt x="445865" y="353473"/>
                    </a:cubicBezTo>
                    <a:cubicBezTo>
                      <a:pt x="449771" y="368903"/>
                      <a:pt x="456438" y="381572"/>
                      <a:pt x="465677" y="391001"/>
                    </a:cubicBezTo>
                    <a:cubicBezTo>
                      <a:pt x="474917" y="400431"/>
                      <a:pt x="487204" y="407289"/>
                      <a:pt x="502063" y="411385"/>
                    </a:cubicBezTo>
                    <a:cubicBezTo>
                      <a:pt x="517112" y="415481"/>
                      <a:pt x="536258" y="417671"/>
                      <a:pt x="558927" y="417671"/>
                    </a:cubicBezTo>
                    <a:lnTo>
                      <a:pt x="568262" y="417671"/>
                    </a:lnTo>
                    <a:close/>
                    <a:moveTo>
                      <a:pt x="995172" y="0"/>
                    </a:moveTo>
                    <a:lnTo>
                      <a:pt x="920687" y="0"/>
                    </a:lnTo>
                    <a:lnTo>
                      <a:pt x="920687" y="414719"/>
                    </a:lnTo>
                    <a:lnTo>
                      <a:pt x="995172" y="414719"/>
                    </a:lnTo>
                    <a:lnTo>
                      <a:pt x="995172" y="0"/>
                    </a:lnTo>
                    <a:close/>
                    <a:moveTo>
                      <a:pt x="367951" y="159830"/>
                    </a:moveTo>
                    <a:cubicBezTo>
                      <a:pt x="347282" y="137541"/>
                      <a:pt x="318135" y="126206"/>
                      <a:pt x="281273" y="126206"/>
                    </a:cubicBezTo>
                    <a:cubicBezTo>
                      <a:pt x="263462" y="126206"/>
                      <a:pt x="247079" y="129921"/>
                      <a:pt x="232410" y="137065"/>
                    </a:cubicBezTo>
                    <a:cubicBezTo>
                      <a:pt x="217742" y="144304"/>
                      <a:pt x="205264" y="154496"/>
                      <a:pt x="195358" y="167259"/>
                    </a:cubicBezTo>
                    <a:lnTo>
                      <a:pt x="191262" y="172498"/>
                    </a:lnTo>
                    <a:lnTo>
                      <a:pt x="191262" y="167831"/>
                    </a:lnTo>
                    <a:lnTo>
                      <a:pt x="191262" y="132017"/>
                    </a:lnTo>
                    <a:lnTo>
                      <a:pt x="117920" y="132017"/>
                    </a:lnTo>
                    <a:lnTo>
                      <a:pt x="117920" y="414814"/>
                    </a:lnTo>
                    <a:lnTo>
                      <a:pt x="191929" y="414814"/>
                    </a:lnTo>
                    <a:lnTo>
                      <a:pt x="191929" y="264128"/>
                    </a:lnTo>
                    <a:lnTo>
                      <a:pt x="192024" y="274606"/>
                    </a:lnTo>
                    <a:cubicBezTo>
                      <a:pt x="192024" y="272891"/>
                      <a:pt x="192024" y="271177"/>
                      <a:pt x="192119" y="269558"/>
                    </a:cubicBezTo>
                    <a:cubicBezTo>
                      <a:pt x="192881" y="243173"/>
                      <a:pt x="199454" y="223456"/>
                      <a:pt x="211741" y="210884"/>
                    </a:cubicBezTo>
                    <a:cubicBezTo>
                      <a:pt x="224790" y="197549"/>
                      <a:pt x="240697" y="190786"/>
                      <a:pt x="258985" y="190786"/>
                    </a:cubicBezTo>
                    <a:cubicBezTo>
                      <a:pt x="280511" y="190786"/>
                      <a:pt x="296894" y="197358"/>
                      <a:pt x="307753" y="210407"/>
                    </a:cubicBezTo>
                    <a:cubicBezTo>
                      <a:pt x="318421" y="223171"/>
                      <a:pt x="323850" y="241364"/>
                      <a:pt x="323945" y="264605"/>
                    </a:cubicBezTo>
                    <a:lnTo>
                      <a:pt x="323945" y="264605"/>
                    </a:lnTo>
                    <a:lnTo>
                      <a:pt x="323945" y="265176"/>
                    </a:lnTo>
                    <a:lnTo>
                      <a:pt x="323945" y="265271"/>
                    </a:lnTo>
                    <a:lnTo>
                      <a:pt x="323945" y="414814"/>
                    </a:lnTo>
                    <a:lnTo>
                      <a:pt x="399098" y="414814"/>
                    </a:lnTo>
                    <a:lnTo>
                      <a:pt x="399098" y="254222"/>
                    </a:lnTo>
                    <a:cubicBezTo>
                      <a:pt x="399193" y="213931"/>
                      <a:pt x="388620" y="182118"/>
                      <a:pt x="367951" y="159830"/>
                    </a:cubicBezTo>
                    <a:moveTo>
                      <a:pt x="881825" y="272796"/>
                    </a:moveTo>
                    <a:cubicBezTo>
                      <a:pt x="881825" y="252508"/>
                      <a:pt x="878205" y="233267"/>
                      <a:pt x="871061" y="215646"/>
                    </a:cubicBezTo>
                    <a:cubicBezTo>
                      <a:pt x="863918" y="198025"/>
                      <a:pt x="853821" y="182309"/>
                      <a:pt x="841057" y="168974"/>
                    </a:cubicBezTo>
                    <a:cubicBezTo>
                      <a:pt x="828294" y="155639"/>
                      <a:pt x="812768" y="145066"/>
                      <a:pt x="794957" y="137636"/>
                    </a:cubicBezTo>
                    <a:cubicBezTo>
                      <a:pt x="777145" y="130112"/>
                      <a:pt x="757238" y="126302"/>
                      <a:pt x="735806" y="126302"/>
                    </a:cubicBezTo>
                    <a:cubicBezTo>
                      <a:pt x="715518" y="126302"/>
                      <a:pt x="696182" y="130207"/>
                      <a:pt x="678371" y="137922"/>
                    </a:cubicBezTo>
                    <a:cubicBezTo>
                      <a:pt x="660559" y="145637"/>
                      <a:pt x="644843" y="156210"/>
                      <a:pt x="631698" y="169355"/>
                    </a:cubicBezTo>
                    <a:cubicBezTo>
                      <a:pt x="618554" y="182499"/>
                      <a:pt x="607981" y="198215"/>
                      <a:pt x="600266" y="216027"/>
                    </a:cubicBezTo>
                    <a:cubicBezTo>
                      <a:pt x="592550" y="233839"/>
                      <a:pt x="588645" y="253175"/>
                      <a:pt x="588645" y="273463"/>
                    </a:cubicBezTo>
                    <a:cubicBezTo>
                      <a:pt x="588645" y="293751"/>
                      <a:pt x="592360" y="313087"/>
                      <a:pt x="599694" y="330899"/>
                    </a:cubicBezTo>
                    <a:cubicBezTo>
                      <a:pt x="607028" y="348710"/>
                      <a:pt x="617315" y="364426"/>
                      <a:pt x="630269" y="377571"/>
                    </a:cubicBezTo>
                    <a:cubicBezTo>
                      <a:pt x="643223" y="390716"/>
                      <a:pt x="659130" y="401288"/>
                      <a:pt x="677513" y="409004"/>
                    </a:cubicBezTo>
                    <a:cubicBezTo>
                      <a:pt x="695897" y="416719"/>
                      <a:pt x="716280" y="420624"/>
                      <a:pt x="738092" y="420624"/>
                    </a:cubicBezTo>
                    <a:cubicBezTo>
                      <a:pt x="801148" y="420624"/>
                      <a:pt x="840391" y="391954"/>
                      <a:pt x="863918" y="365093"/>
                    </a:cubicBezTo>
                    <a:lnTo>
                      <a:pt x="810292" y="324231"/>
                    </a:lnTo>
                    <a:cubicBezTo>
                      <a:pt x="798957" y="337661"/>
                      <a:pt x="772192" y="355854"/>
                      <a:pt x="738664" y="355854"/>
                    </a:cubicBezTo>
                    <a:cubicBezTo>
                      <a:pt x="717614" y="355854"/>
                      <a:pt x="700373" y="350996"/>
                      <a:pt x="687229" y="341376"/>
                    </a:cubicBezTo>
                    <a:cubicBezTo>
                      <a:pt x="674084" y="331756"/>
                      <a:pt x="665036" y="318611"/>
                      <a:pt x="660368" y="302133"/>
                    </a:cubicBezTo>
                    <a:lnTo>
                      <a:pt x="659606" y="299466"/>
                    </a:lnTo>
                    <a:lnTo>
                      <a:pt x="881825" y="299466"/>
                    </a:lnTo>
                    <a:lnTo>
                      <a:pt x="881825" y="272796"/>
                    </a:lnTo>
                    <a:close/>
                    <a:moveTo>
                      <a:pt x="660368" y="246793"/>
                    </a:moveTo>
                    <a:cubicBezTo>
                      <a:pt x="660368" y="226124"/>
                      <a:pt x="684086" y="189929"/>
                      <a:pt x="735330" y="189929"/>
                    </a:cubicBezTo>
                    <a:cubicBezTo>
                      <a:pt x="786575" y="189929"/>
                      <a:pt x="810387" y="226028"/>
                      <a:pt x="810387" y="246698"/>
                    </a:cubicBezTo>
                    <a:lnTo>
                      <a:pt x="660368" y="246793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ea typeface="Intel Clear" panose="020B060402020302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C1C42114-E0DC-41C5-A333-869DAB921F8F}"/>
                  </a:ext>
                </a:extLst>
              </p:cNvPr>
              <p:cNvSpPr/>
              <p:nvPr/>
            </p:nvSpPr>
            <p:spPr>
              <a:xfrm>
                <a:off x="2358770" y="6728469"/>
                <a:ext cx="79057" cy="79057"/>
              </a:xfrm>
              <a:custGeom>
                <a:avLst/>
                <a:gdLst>
                  <a:gd name="connsiteX0" fmla="*/ 39529 w 79057"/>
                  <a:gd name="connsiteY0" fmla="*/ 5620 h 79057"/>
                  <a:gd name="connsiteX1" fmla="*/ 73438 w 79057"/>
                  <a:gd name="connsiteY1" fmla="*/ 39529 h 79057"/>
                  <a:gd name="connsiteX2" fmla="*/ 39529 w 79057"/>
                  <a:gd name="connsiteY2" fmla="*/ 73438 h 79057"/>
                  <a:gd name="connsiteX3" fmla="*/ 5620 w 79057"/>
                  <a:gd name="connsiteY3" fmla="*/ 39529 h 79057"/>
                  <a:gd name="connsiteX4" fmla="*/ 39529 w 79057"/>
                  <a:gd name="connsiteY4" fmla="*/ 5620 h 79057"/>
                  <a:gd name="connsiteX5" fmla="*/ 39529 w 79057"/>
                  <a:gd name="connsiteY5" fmla="*/ 0 h 79057"/>
                  <a:gd name="connsiteX6" fmla="*/ 0 w 79057"/>
                  <a:gd name="connsiteY6" fmla="*/ 39529 h 79057"/>
                  <a:gd name="connsiteX7" fmla="*/ 39529 w 79057"/>
                  <a:gd name="connsiteY7" fmla="*/ 79058 h 79057"/>
                  <a:gd name="connsiteX8" fmla="*/ 79058 w 79057"/>
                  <a:gd name="connsiteY8" fmla="*/ 39529 h 79057"/>
                  <a:gd name="connsiteX9" fmla="*/ 39529 w 79057"/>
                  <a:gd name="connsiteY9" fmla="*/ 0 h 790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79057" h="79057">
                    <a:moveTo>
                      <a:pt x="39529" y="5620"/>
                    </a:moveTo>
                    <a:cubicBezTo>
                      <a:pt x="58198" y="5620"/>
                      <a:pt x="73438" y="20860"/>
                      <a:pt x="73438" y="39529"/>
                    </a:cubicBezTo>
                    <a:cubicBezTo>
                      <a:pt x="73438" y="58198"/>
                      <a:pt x="58198" y="73438"/>
                      <a:pt x="39529" y="73438"/>
                    </a:cubicBezTo>
                    <a:cubicBezTo>
                      <a:pt x="20860" y="73438"/>
                      <a:pt x="5620" y="58198"/>
                      <a:pt x="5620" y="39529"/>
                    </a:cubicBezTo>
                    <a:cubicBezTo>
                      <a:pt x="5620" y="20860"/>
                      <a:pt x="20860" y="5620"/>
                      <a:pt x="39529" y="5620"/>
                    </a:cubicBezTo>
                    <a:moveTo>
                      <a:pt x="39529" y="0"/>
                    </a:moveTo>
                    <a:cubicBezTo>
                      <a:pt x="17717" y="0"/>
                      <a:pt x="0" y="17717"/>
                      <a:pt x="0" y="39529"/>
                    </a:cubicBezTo>
                    <a:cubicBezTo>
                      <a:pt x="0" y="61341"/>
                      <a:pt x="17717" y="79058"/>
                      <a:pt x="39529" y="79058"/>
                    </a:cubicBezTo>
                    <a:cubicBezTo>
                      <a:pt x="61341" y="79058"/>
                      <a:pt x="79058" y="61341"/>
                      <a:pt x="79058" y="39529"/>
                    </a:cubicBezTo>
                    <a:cubicBezTo>
                      <a:pt x="79058" y="17717"/>
                      <a:pt x="61341" y="0"/>
                      <a:pt x="39529" y="0"/>
                    </a:cubicBezTo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ea typeface="Intel Clear" panose="020B060402020302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EB18CC9F-8A17-402D-B10E-AE9061E9554F}"/>
                  </a:ext>
                </a:extLst>
              </p:cNvPr>
              <p:cNvSpPr/>
              <p:nvPr/>
            </p:nvSpPr>
            <p:spPr>
              <a:xfrm>
                <a:off x="2384869" y="6748090"/>
                <a:ext cx="30765" cy="39528"/>
              </a:xfrm>
              <a:custGeom>
                <a:avLst/>
                <a:gdLst>
                  <a:gd name="connsiteX0" fmla="*/ 16383 w 30765"/>
                  <a:gd name="connsiteY0" fmla="*/ 95 h 39528"/>
                  <a:gd name="connsiteX1" fmla="*/ 23051 w 30765"/>
                  <a:gd name="connsiteY1" fmla="*/ 1715 h 39528"/>
                  <a:gd name="connsiteX2" fmla="*/ 27718 w 30765"/>
                  <a:gd name="connsiteY2" fmla="*/ 6191 h 39528"/>
                  <a:gd name="connsiteX3" fmla="*/ 29337 w 30765"/>
                  <a:gd name="connsiteY3" fmla="*/ 12478 h 39528"/>
                  <a:gd name="connsiteX4" fmla="*/ 27146 w 30765"/>
                  <a:gd name="connsiteY4" fmla="*/ 19622 h 39528"/>
                  <a:gd name="connsiteX5" fmla="*/ 21812 w 30765"/>
                  <a:gd name="connsiteY5" fmla="*/ 23717 h 39528"/>
                  <a:gd name="connsiteX6" fmla="*/ 30766 w 30765"/>
                  <a:gd name="connsiteY6" fmla="*/ 39529 h 39528"/>
                  <a:gd name="connsiteX7" fmla="*/ 23717 w 30765"/>
                  <a:gd name="connsiteY7" fmla="*/ 39529 h 39528"/>
                  <a:gd name="connsiteX8" fmla="*/ 15526 w 30765"/>
                  <a:gd name="connsiteY8" fmla="*/ 24860 h 39528"/>
                  <a:gd name="connsiteX9" fmla="*/ 6191 w 30765"/>
                  <a:gd name="connsiteY9" fmla="*/ 24860 h 39528"/>
                  <a:gd name="connsiteX10" fmla="*/ 6191 w 30765"/>
                  <a:gd name="connsiteY10" fmla="*/ 39529 h 39528"/>
                  <a:gd name="connsiteX11" fmla="*/ 0 w 30765"/>
                  <a:gd name="connsiteY11" fmla="*/ 39529 h 39528"/>
                  <a:gd name="connsiteX12" fmla="*/ 0 w 30765"/>
                  <a:gd name="connsiteY12" fmla="*/ 0 h 39528"/>
                  <a:gd name="connsiteX13" fmla="*/ 16383 w 30765"/>
                  <a:gd name="connsiteY13" fmla="*/ 0 h 39528"/>
                  <a:gd name="connsiteX14" fmla="*/ 16383 w 30765"/>
                  <a:gd name="connsiteY14" fmla="*/ 19336 h 39528"/>
                  <a:gd name="connsiteX15" fmla="*/ 19907 w 30765"/>
                  <a:gd name="connsiteY15" fmla="*/ 18478 h 39528"/>
                  <a:gd name="connsiteX16" fmla="*/ 22289 w 30765"/>
                  <a:gd name="connsiteY16" fmla="*/ 16097 h 39528"/>
                  <a:gd name="connsiteX17" fmla="*/ 23146 w 30765"/>
                  <a:gd name="connsiteY17" fmla="*/ 12573 h 39528"/>
                  <a:gd name="connsiteX18" fmla="*/ 22289 w 30765"/>
                  <a:gd name="connsiteY18" fmla="*/ 9049 h 39528"/>
                  <a:gd name="connsiteX19" fmla="*/ 19907 w 30765"/>
                  <a:gd name="connsiteY19" fmla="*/ 6668 h 39528"/>
                  <a:gd name="connsiteX20" fmla="*/ 16383 w 30765"/>
                  <a:gd name="connsiteY20" fmla="*/ 5810 h 39528"/>
                  <a:gd name="connsiteX21" fmla="*/ 6191 w 30765"/>
                  <a:gd name="connsiteY21" fmla="*/ 5810 h 39528"/>
                  <a:gd name="connsiteX22" fmla="*/ 6191 w 30765"/>
                  <a:gd name="connsiteY22" fmla="*/ 19336 h 39528"/>
                  <a:gd name="connsiteX23" fmla="*/ 16383 w 30765"/>
                  <a:gd name="connsiteY23" fmla="*/ 19336 h 395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0765" h="39528">
                    <a:moveTo>
                      <a:pt x="16383" y="95"/>
                    </a:moveTo>
                    <a:cubicBezTo>
                      <a:pt x="18860" y="95"/>
                      <a:pt x="21050" y="667"/>
                      <a:pt x="23051" y="1715"/>
                    </a:cubicBezTo>
                    <a:cubicBezTo>
                      <a:pt x="25051" y="2762"/>
                      <a:pt x="26575" y="4286"/>
                      <a:pt x="27718" y="6191"/>
                    </a:cubicBezTo>
                    <a:cubicBezTo>
                      <a:pt x="28861" y="8096"/>
                      <a:pt x="29337" y="10192"/>
                      <a:pt x="29337" y="12478"/>
                    </a:cubicBezTo>
                    <a:cubicBezTo>
                      <a:pt x="29337" y="15335"/>
                      <a:pt x="28575" y="17717"/>
                      <a:pt x="27146" y="19622"/>
                    </a:cubicBezTo>
                    <a:cubicBezTo>
                      <a:pt x="25718" y="21527"/>
                      <a:pt x="23908" y="22860"/>
                      <a:pt x="21812" y="23717"/>
                    </a:cubicBezTo>
                    <a:lnTo>
                      <a:pt x="30766" y="39529"/>
                    </a:lnTo>
                    <a:lnTo>
                      <a:pt x="23717" y="39529"/>
                    </a:lnTo>
                    <a:lnTo>
                      <a:pt x="15526" y="24860"/>
                    </a:lnTo>
                    <a:lnTo>
                      <a:pt x="6191" y="24860"/>
                    </a:lnTo>
                    <a:lnTo>
                      <a:pt x="6191" y="39529"/>
                    </a:lnTo>
                    <a:lnTo>
                      <a:pt x="0" y="39529"/>
                    </a:lnTo>
                    <a:lnTo>
                      <a:pt x="0" y="0"/>
                    </a:lnTo>
                    <a:lnTo>
                      <a:pt x="16383" y="0"/>
                    </a:lnTo>
                    <a:close/>
                    <a:moveTo>
                      <a:pt x="16383" y="19336"/>
                    </a:moveTo>
                    <a:cubicBezTo>
                      <a:pt x="17717" y="19336"/>
                      <a:pt x="18860" y="19050"/>
                      <a:pt x="19907" y="18478"/>
                    </a:cubicBezTo>
                    <a:cubicBezTo>
                      <a:pt x="20955" y="17907"/>
                      <a:pt x="21717" y="17050"/>
                      <a:pt x="22289" y="16097"/>
                    </a:cubicBezTo>
                    <a:cubicBezTo>
                      <a:pt x="22860" y="15050"/>
                      <a:pt x="23146" y="13906"/>
                      <a:pt x="23146" y="12573"/>
                    </a:cubicBezTo>
                    <a:cubicBezTo>
                      <a:pt x="23146" y="11240"/>
                      <a:pt x="22860" y="10097"/>
                      <a:pt x="22289" y="9049"/>
                    </a:cubicBezTo>
                    <a:cubicBezTo>
                      <a:pt x="21717" y="8001"/>
                      <a:pt x="20860" y="7239"/>
                      <a:pt x="19907" y="6668"/>
                    </a:cubicBezTo>
                    <a:cubicBezTo>
                      <a:pt x="18860" y="6096"/>
                      <a:pt x="17717" y="5810"/>
                      <a:pt x="16383" y="5810"/>
                    </a:cubicBezTo>
                    <a:lnTo>
                      <a:pt x="6191" y="5810"/>
                    </a:lnTo>
                    <a:lnTo>
                      <a:pt x="6191" y="19336"/>
                    </a:lnTo>
                    <a:lnTo>
                      <a:pt x="16383" y="19336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ea typeface="Intel Clear" panose="020B0604020203020204" pitchFamily="34" charset="0"/>
                  <a:cs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7538DC6-5A10-44DE-BF8C-5185BC4F6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73803" y="0"/>
            <a:ext cx="4325371" cy="6392520"/>
            <a:chOff x="573803" y="0"/>
            <a:chExt cx="4325371" cy="639252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1BE35751-F391-41AA-9B05-1647E37D235B}"/>
                </a:ext>
              </a:extLst>
            </p:cNvPr>
            <p:cNvSpPr/>
            <p:nvPr/>
          </p:nvSpPr>
          <p:spPr>
            <a:xfrm>
              <a:off x="860457" y="4951823"/>
              <a:ext cx="158111" cy="158111"/>
            </a:xfrm>
            <a:prstGeom prst="rect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1CF1866E-6300-47C1-B36B-E4F93E357EE1}"/>
                </a:ext>
              </a:extLst>
            </p:cNvPr>
            <p:cNvSpPr/>
            <p:nvPr/>
          </p:nvSpPr>
          <p:spPr>
            <a:xfrm>
              <a:off x="573803" y="5104242"/>
              <a:ext cx="286654" cy="286654"/>
            </a:xfrm>
            <a:prstGeom prst="rect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4266AC4-1BB0-4DCC-B988-F338CCC87BB0}"/>
                </a:ext>
              </a:extLst>
            </p:cNvPr>
            <p:cNvSpPr/>
            <p:nvPr/>
          </p:nvSpPr>
          <p:spPr>
            <a:xfrm>
              <a:off x="861107" y="5390896"/>
              <a:ext cx="610214" cy="610214"/>
            </a:xfrm>
            <a:prstGeom prst="rect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F200040-B841-47B7-8555-E0299CDC24FA}"/>
                </a:ext>
              </a:extLst>
            </p:cNvPr>
            <p:cNvSpPr/>
            <p:nvPr/>
          </p:nvSpPr>
          <p:spPr>
            <a:xfrm>
              <a:off x="1468406" y="0"/>
              <a:ext cx="3430768" cy="5390870"/>
            </a:xfrm>
            <a:prstGeom prst="rect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3AD8DF60-7E0A-43C5-81B6-9B3522A7A826}"/>
                </a:ext>
              </a:extLst>
            </p:cNvPr>
            <p:cNvGrpSpPr/>
            <p:nvPr/>
          </p:nvGrpSpPr>
          <p:grpSpPr>
            <a:xfrm>
              <a:off x="1468406" y="5995719"/>
              <a:ext cx="1059754" cy="396801"/>
              <a:chOff x="1314450" y="6391094"/>
              <a:chExt cx="1123377" cy="420623"/>
            </a:xfrm>
          </p:grpSpPr>
          <p:sp>
            <p:nvSpPr>
              <p:cNvPr id="9" name="Freeform: Shape 8">
                <a:extLst>
                  <a:ext uri="{FF2B5EF4-FFF2-40B4-BE49-F238E27FC236}">
                    <a16:creationId xmlns:a16="http://schemas.microsoft.com/office/drawing/2014/main" id="{0AC5EDAF-1FA5-4CEA-99CA-7D0E1F5DDF81}"/>
                  </a:ext>
                </a:extLst>
              </p:cNvPr>
              <p:cNvSpPr/>
              <p:nvPr/>
            </p:nvSpPr>
            <p:spPr>
              <a:xfrm>
                <a:off x="1314450" y="6396809"/>
                <a:ext cx="78581" cy="78581"/>
              </a:xfrm>
              <a:custGeom>
                <a:avLst/>
                <a:gdLst>
                  <a:gd name="connsiteX0" fmla="*/ 0 w 78581"/>
                  <a:gd name="connsiteY0" fmla="*/ 0 h 78581"/>
                  <a:gd name="connsiteX1" fmla="*/ 78581 w 78581"/>
                  <a:gd name="connsiteY1" fmla="*/ 0 h 78581"/>
                  <a:gd name="connsiteX2" fmla="*/ 78581 w 78581"/>
                  <a:gd name="connsiteY2" fmla="*/ 78581 h 78581"/>
                  <a:gd name="connsiteX3" fmla="*/ 0 w 78581"/>
                  <a:gd name="connsiteY3" fmla="*/ 78581 h 785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581" h="78581">
                    <a:moveTo>
                      <a:pt x="0" y="0"/>
                    </a:moveTo>
                    <a:lnTo>
                      <a:pt x="78581" y="0"/>
                    </a:lnTo>
                    <a:lnTo>
                      <a:pt x="78581" y="78581"/>
                    </a:lnTo>
                    <a:lnTo>
                      <a:pt x="0" y="78581"/>
                    </a:lnTo>
                    <a:close/>
                  </a:path>
                </a:pathLst>
              </a:custGeom>
              <a:solidFill>
                <a:srgbClr val="00B2E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ea typeface="Intel Clear" panose="020B060402020302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5731A324-874D-4D3D-95F1-8AE3303E2272}"/>
                  </a:ext>
                </a:extLst>
              </p:cNvPr>
              <p:cNvSpPr/>
              <p:nvPr/>
            </p:nvSpPr>
            <p:spPr>
              <a:xfrm>
                <a:off x="1316545" y="6391094"/>
                <a:ext cx="995171" cy="420623"/>
              </a:xfrm>
              <a:custGeom>
                <a:avLst/>
                <a:gdLst>
                  <a:gd name="connsiteX0" fmla="*/ 74486 w 995171"/>
                  <a:gd name="connsiteY0" fmla="*/ 131921 h 420623"/>
                  <a:gd name="connsiteX1" fmla="*/ 0 w 995171"/>
                  <a:gd name="connsiteY1" fmla="*/ 131921 h 420623"/>
                  <a:gd name="connsiteX2" fmla="*/ 0 w 995171"/>
                  <a:gd name="connsiteY2" fmla="*/ 414719 h 420623"/>
                  <a:gd name="connsiteX3" fmla="*/ 74486 w 995171"/>
                  <a:gd name="connsiteY3" fmla="*/ 414719 h 420623"/>
                  <a:gd name="connsiteX4" fmla="*/ 74486 w 995171"/>
                  <a:gd name="connsiteY4" fmla="*/ 131921 h 420623"/>
                  <a:gd name="connsiteX5" fmla="*/ 568262 w 995171"/>
                  <a:gd name="connsiteY5" fmla="*/ 417576 h 420623"/>
                  <a:gd name="connsiteX6" fmla="*/ 568262 w 995171"/>
                  <a:gd name="connsiteY6" fmla="*/ 348234 h 420623"/>
                  <a:gd name="connsiteX7" fmla="*/ 541306 w 995171"/>
                  <a:gd name="connsiteY7" fmla="*/ 346520 h 420623"/>
                  <a:gd name="connsiteX8" fmla="*/ 523780 w 995171"/>
                  <a:gd name="connsiteY8" fmla="*/ 338804 h 420623"/>
                  <a:gd name="connsiteX9" fmla="*/ 516065 w 995171"/>
                  <a:gd name="connsiteY9" fmla="*/ 321945 h 420623"/>
                  <a:gd name="connsiteX10" fmla="*/ 514350 w 995171"/>
                  <a:gd name="connsiteY10" fmla="*/ 294608 h 420623"/>
                  <a:gd name="connsiteX11" fmla="*/ 514350 w 995171"/>
                  <a:gd name="connsiteY11" fmla="*/ 195644 h 420623"/>
                  <a:gd name="connsiteX12" fmla="*/ 568262 w 995171"/>
                  <a:gd name="connsiteY12" fmla="*/ 195644 h 420623"/>
                  <a:gd name="connsiteX13" fmla="*/ 568262 w 995171"/>
                  <a:gd name="connsiteY13" fmla="*/ 131921 h 420623"/>
                  <a:gd name="connsiteX14" fmla="*/ 514350 w 995171"/>
                  <a:gd name="connsiteY14" fmla="*/ 131921 h 420623"/>
                  <a:gd name="connsiteX15" fmla="*/ 514350 w 995171"/>
                  <a:gd name="connsiteY15" fmla="*/ 21812 h 420623"/>
                  <a:gd name="connsiteX16" fmla="*/ 439865 w 995171"/>
                  <a:gd name="connsiteY16" fmla="*/ 21812 h 420623"/>
                  <a:gd name="connsiteX17" fmla="*/ 439865 w 995171"/>
                  <a:gd name="connsiteY17" fmla="*/ 295180 h 420623"/>
                  <a:gd name="connsiteX18" fmla="*/ 445865 w 995171"/>
                  <a:gd name="connsiteY18" fmla="*/ 353473 h 420623"/>
                  <a:gd name="connsiteX19" fmla="*/ 465677 w 995171"/>
                  <a:gd name="connsiteY19" fmla="*/ 391001 h 420623"/>
                  <a:gd name="connsiteX20" fmla="*/ 502063 w 995171"/>
                  <a:gd name="connsiteY20" fmla="*/ 411385 h 420623"/>
                  <a:gd name="connsiteX21" fmla="*/ 558927 w 995171"/>
                  <a:gd name="connsiteY21" fmla="*/ 417671 h 420623"/>
                  <a:gd name="connsiteX22" fmla="*/ 568262 w 995171"/>
                  <a:gd name="connsiteY22" fmla="*/ 417671 h 420623"/>
                  <a:gd name="connsiteX23" fmla="*/ 995172 w 995171"/>
                  <a:gd name="connsiteY23" fmla="*/ 0 h 420623"/>
                  <a:gd name="connsiteX24" fmla="*/ 920687 w 995171"/>
                  <a:gd name="connsiteY24" fmla="*/ 0 h 420623"/>
                  <a:gd name="connsiteX25" fmla="*/ 920687 w 995171"/>
                  <a:gd name="connsiteY25" fmla="*/ 414719 h 420623"/>
                  <a:gd name="connsiteX26" fmla="*/ 995172 w 995171"/>
                  <a:gd name="connsiteY26" fmla="*/ 414719 h 420623"/>
                  <a:gd name="connsiteX27" fmla="*/ 995172 w 995171"/>
                  <a:gd name="connsiteY27" fmla="*/ 0 h 420623"/>
                  <a:gd name="connsiteX28" fmla="*/ 367951 w 995171"/>
                  <a:gd name="connsiteY28" fmla="*/ 159830 h 420623"/>
                  <a:gd name="connsiteX29" fmla="*/ 281273 w 995171"/>
                  <a:gd name="connsiteY29" fmla="*/ 126206 h 420623"/>
                  <a:gd name="connsiteX30" fmla="*/ 232410 w 995171"/>
                  <a:gd name="connsiteY30" fmla="*/ 137065 h 420623"/>
                  <a:gd name="connsiteX31" fmla="*/ 195358 w 995171"/>
                  <a:gd name="connsiteY31" fmla="*/ 167259 h 420623"/>
                  <a:gd name="connsiteX32" fmla="*/ 191262 w 995171"/>
                  <a:gd name="connsiteY32" fmla="*/ 172498 h 420623"/>
                  <a:gd name="connsiteX33" fmla="*/ 191262 w 995171"/>
                  <a:gd name="connsiteY33" fmla="*/ 167831 h 420623"/>
                  <a:gd name="connsiteX34" fmla="*/ 191262 w 995171"/>
                  <a:gd name="connsiteY34" fmla="*/ 132017 h 420623"/>
                  <a:gd name="connsiteX35" fmla="*/ 117920 w 995171"/>
                  <a:gd name="connsiteY35" fmla="*/ 132017 h 420623"/>
                  <a:gd name="connsiteX36" fmla="*/ 117920 w 995171"/>
                  <a:gd name="connsiteY36" fmla="*/ 414814 h 420623"/>
                  <a:gd name="connsiteX37" fmla="*/ 191929 w 995171"/>
                  <a:gd name="connsiteY37" fmla="*/ 414814 h 420623"/>
                  <a:gd name="connsiteX38" fmla="*/ 191929 w 995171"/>
                  <a:gd name="connsiteY38" fmla="*/ 264128 h 420623"/>
                  <a:gd name="connsiteX39" fmla="*/ 192024 w 995171"/>
                  <a:gd name="connsiteY39" fmla="*/ 274606 h 420623"/>
                  <a:gd name="connsiteX40" fmla="*/ 192119 w 995171"/>
                  <a:gd name="connsiteY40" fmla="*/ 269558 h 420623"/>
                  <a:gd name="connsiteX41" fmla="*/ 211741 w 995171"/>
                  <a:gd name="connsiteY41" fmla="*/ 210884 h 420623"/>
                  <a:gd name="connsiteX42" fmla="*/ 258985 w 995171"/>
                  <a:gd name="connsiteY42" fmla="*/ 190786 h 420623"/>
                  <a:gd name="connsiteX43" fmla="*/ 307753 w 995171"/>
                  <a:gd name="connsiteY43" fmla="*/ 210407 h 420623"/>
                  <a:gd name="connsiteX44" fmla="*/ 323945 w 995171"/>
                  <a:gd name="connsiteY44" fmla="*/ 264605 h 420623"/>
                  <a:gd name="connsiteX45" fmla="*/ 323945 w 995171"/>
                  <a:gd name="connsiteY45" fmla="*/ 264605 h 420623"/>
                  <a:gd name="connsiteX46" fmla="*/ 323945 w 995171"/>
                  <a:gd name="connsiteY46" fmla="*/ 265176 h 420623"/>
                  <a:gd name="connsiteX47" fmla="*/ 323945 w 995171"/>
                  <a:gd name="connsiteY47" fmla="*/ 265271 h 420623"/>
                  <a:gd name="connsiteX48" fmla="*/ 323945 w 995171"/>
                  <a:gd name="connsiteY48" fmla="*/ 414814 h 420623"/>
                  <a:gd name="connsiteX49" fmla="*/ 399098 w 995171"/>
                  <a:gd name="connsiteY49" fmla="*/ 414814 h 420623"/>
                  <a:gd name="connsiteX50" fmla="*/ 399098 w 995171"/>
                  <a:gd name="connsiteY50" fmla="*/ 254222 h 420623"/>
                  <a:gd name="connsiteX51" fmla="*/ 367951 w 995171"/>
                  <a:gd name="connsiteY51" fmla="*/ 159830 h 420623"/>
                  <a:gd name="connsiteX52" fmla="*/ 881825 w 995171"/>
                  <a:gd name="connsiteY52" fmla="*/ 272796 h 420623"/>
                  <a:gd name="connsiteX53" fmla="*/ 871061 w 995171"/>
                  <a:gd name="connsiteY53" fmla="*/ 215646 h 420623"/>
                  <a:gd name="connsiteX54" fmla="*/ 841057 w 995171"/>
                  <a:gd name="connsiteY54" fmla="*/ 168974 h 420623"/>
                  <a:gd name="connsiteX55" fmla="*/ 794957 w 995171"/>
                  <a:gd name="connsiteY55" fmla="*/ 137636 h 420623"/>
                  <a:gd name="connsiteX56" fmla="*/ 735806 w 995171"/>
                  <a:gd name="connsiteY56" fmla="*/ 126302 h 420623"/>
                  <a:gd name="connsiteX57" fmla="*/ 678371 w 995171"/>
                  <a:gd name="connsiteY57" fmla="*/ 137922 h 420623"/>
                  <a:gd name="connsiteX58" fmla="*/ 631698 w 995171"/>
                  <a:gd name="connsiteY58" fmla="*/ 169355 h 420623"/>
                  <a:gd name="connsiteX59" fmla="*/ 600266 w 995171"/>
                  <a:gd name="connsiteY59" fmla="*/ 216027 h 420623"/>
                  <a:gd name="connsiteX60" fmla="*/ 588645 w 995171"/>
                  <a:gd name="connsiteY60" fmla="*/ 273463 h 420623"/>
                  <a:gd name="connsiteX61" fmla="*/ 599694 w 995171"/>
                  <a:gd name="connsiteY61" fmla="*/ 330899 h 420623"/>
                  <a:gd name="connsiteX62" fmla="*/ 630269 w 995171"/>
                  <a:gd name="connsiteY62" fmla="*/ 377571 h 420623"/>
                  <a:gd name="connsiteX63" fmla="*/ 677513 w 995171"/>
                  <a:gd name="connsiteY63" fmla="*/ 409004 h 420623"/>
                  <a:gd name="connsiteX64" fmla="*/ 738092 w 995171"/>
                  <a:gd name="connsiteY64" fmla="*/ 420624 h 420623"/>
                  <a:gd name="connsiteX65" fmla="*/ 863918 w 995171"/>
                  <a:gd name="connsiteY65" fmla="*/ 365093 h 420623"/>
                  <a:gd name="connsiteX66" fmla="*/ 810292 w 995171"/>
                  <a:gd name="connsiteY66" fmla="*/ 324231 h 420623"/>
                  <a:gd name="connsiteX67" fmla="*/ 738664 w 995171"/>
                  <a:gd name="connsiteY67" fmla="*/ 355854 h 420623"/>
                  <a:gd name="connsiteX68" fmla="*/ 687229 w 995171"/>
                  <a:gd name="connsiteY68" fmla="*/ 341376 h 420623"/>
                  <a:gd name="connsiteX69" fmla="*/ 660368 w 995171"/>
                  <a:gd name="connsiteY69" fmla="*/ 302133 h 420623"/>
                  <a:gd name="connsiteX70" fmla="*/ 659606 w 995171"/>
                  <a:gd name="connsiteY70" fmla="*/ 299466 h 420623"/>
                  <a:gd name="connsiteX71" fmla="*/ 881825 w 995171"/>
                  <a:gd name="connsiteY71" fmla="*/ 299466 h 420623"/>
                  <a:gd name="connsiteX72" fmla="*/ 881825 w 995171"/>
                  <a:gd name="connsiteY72" fmla="*/ 272796 h 420623"/>
                  <a:gd name="connsiteX73" fmla="*/ 660368 w 995171"/>
                  <a:gd name="connsiteY73" fmla="*/ 246793 h 420623"/>
                  <a:gd name="connsiteX74" fmla="*/ 735330 w 995171"/>
                  <a:gd name="connsiteY74" fmla="*/ 189929 h 420623"/>
                  <a:gd name="connsiteX75" fmla="*/ 810387 w 995171"/>
                  <a:gd name="connsiteY75" fmla="*/ 246698 h 420623"/>
                  <a:gd name="connsiteX76" fmla="*/ 660368 w 995171"/>
                  <a:gd name="connsiteY76" fmla="*/ 246793 h 4206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</a:cxnLst>
                <a:rect l="l" t="t" r="r" b="b"/>
                <a:pathLst>
                  <a:path w="995171" h="420623">
                    <a:moveTo>
                      <a:pt x="74486" y="131921"/>
                    </a:moveTo>
                    <a:lnTo>
                      <a:pt x="0" y="131921"/>
                    </a:lnTo>
                    <a:lnTo>
                      <a:pt x="0" y="414719"/>
                    </a:lnTo>
                    <a:lnTo>
                      <a:pt x="74486" y="414719"/>
                    </a:lnTo>
                    <a:lnTo>
                      <a:pt x="74486" y="131921"/>
                    </a:lnTo>
                    <a:close/>
                    <a:moveTo>
                      <a:pt x="568262" y="417576"/>
                    </a:moveTo>
                    <a:lnTo>
                      <a:pt x="568262" y="348234"/>
                    </a:lnTo>
                    <a:cubicBezTo>
                      <a:pt x="557308" y="348139"/>
                      <a:pt x="548259" y="347567"/>
                      <a:pt x="541306" y="346520"/>
                    </a:cubicBezTo>
                    <a:cubicBezTo>
                      <a:pt x="533591" y="345281"/>
                      <a:pt x="527685" y="342710"/>
                      <a:pt x="523780" y="338804"/>
                    </a:cubicBezTo>
                    <a:cubicBezTo>
                      <a:pt x="519875" y="334899"/>
                      <a:pt x="517303" y="329184"/>
                      <a:pt x="516065" y="321945"/>
                    </a:cubicBezTo>
                    <a:cubicBezTo>
                      <a:pt x="514922" y="314992"/>
                      <a:pt x="514350" y="305753"/>
                      <a:pt x="514350" y="294608"/>
                    </a:cubicBezTo>
                    <a:lnTo>
                      <a:pt x="514350" y="195644"/>
                    </a:lnTo>
                    <a:lnTo>
                      <a:pt x="568262" y="195644"/>
                    </a:lnTo>
                    <a:lnTo>
                      <a:pt x="568262" y="131921"/>
                    </a:lnTo>
                    <a:lnTo>
                      <a:pt x="514350" y="131921"/>
                    </a:lnTo>
                    <a:lnTo>
                      <a:pt x="514350" y="21812"/>
                    </a:lnTo>
                    <a:lnTo>
                      <a:pt x="439865" y="21812"/>
                    </a:lnTo>
                    <a:lnTo>
                      <a:pt x="439865" y="295180"/>
                    </a:lnTo>
                    <a:cubicBezTo>
                      <a:pt x="439865" y="318230"/>
                      <a:pt x="441865" y="337852"/>
                      <a:pt x="445865" y="353473"/>
                    </a:cubicBezTo>
                    <a:cubicBezTo>
                      <a:pt x="449771" y="368903"/>
                      <a:pt x="456438" y="381572"/>
                      <a:pt x="465677" y="391001"/>
                    </a:cubicBezTo>
                    <a:cubicBezTo>
                      <a:pt x="474917" y="400431"/>
                      <a:pt x="487204" y="407289"/>
                      <a:pt x="502063" y="411385"/>
                    </a:cubicBezTo>
                    <a:cubicBezTo>
                      <a:pt x="517112" y="415481"/>
                      <a:pt x="536258" y="417671"/>
                      <a:pt x="558927" y="417671"/>
                    </a:cubicBezTo>
                    <a:lnTo>
                      <a:pt x="568262" y="417671"/>
                    </a:lnTo>
                    <a:close/>
                    <a:moveTo>
                      <a:pt x="995172" y="0"/>
                    </a:moveTo>
                    <a:lnTo>
                      <a:pt x="920687" y="0"/>
                    </a:lnTo>
                    <a:lnTo>
                      <a:pt x="920687" y="414719"/>
                    </a:lnTo>
                    <a:lnTo>
                      <a:pt x="995172" y="414719"/>
                    </a:lnTo>
                    <a:lnTo>
                      <a:pt x="995172" y="0"/>
                    </a:lnTo>
                    <a:close/>
                    <a:moveTo>
                      <a:pt x="367951" y="159830"/>
                    </a:moveTo>
                    <a:cubicBezTo>
                      <a:pt x="347282" y="137541"/>
                      <a:pt x="318135" y="126206"/>
                      <a:pt x="281273" y="126206"/>
                    </a:cubicBezTo>
                    <a:cubicBezTo>
                      <a:pt x="263462" y="126206"/>
                      <a:pt x="247079" y="129921"/>
                      <a:pt x="232410" y="137065"/>
                    </a:cubicBezTo>
                    <a:cubicBezTo>
                      <a:pt x="217742" y="144304"/>
                      <a:pt x="205264" y="154496"/>
                      <a:pt x="195358" y="167259"/>
                    </a:cubicBezTo>
                    <a:lnTo>
                      <a:pt x="191262" y="172498"/>
                    </a:lnTo>
                    <a:lnTo>
                      <a:pt x="191262" y="167831"/>
                    </a:lnTo>
                    <a:lnTo>
                      <a:pt x="191262" y="132017"/>
                    </a:lnTo>
                    <a:lnTo>
                      <a:pt x="117920" y="132017"/>
                    </a:lnTo>
                    <a:lnTo>
                      <a:pt x="117920" y="414814"/>
                    </a:lnTo>
                    <a:lnTo>
                      <a:pt x="191929" y="414814"/>
                    </a:lnTo>
                    <a:lnTo>
                      <a:pt x="191929" y="264128"/>
                    </a:lnTo>
                    <a:lnTo>
                      <a:pt x="192024" y="274606"/>
                    </a:lnTo>
                    <a:cubicBezTo>
                      <a:pt x="192024" y="272891"/>
                      <a:pt x="192024" y="271177"/>
                      <a:pt x="192119" y="269558"/>
                    </a:cubicBezTo>
                    <a:cubicBezTo>
                      <a:pt x="192881" y="243173"/>
                      <a:pt x="199454" y="223456"/>
                      <a:pt x="211741" y="210884"/>
                    </a:cubicBezTo>
                    <a:cubicBezTo>
                      <a:pt x="224790" y="197549"/>
                      <a:pt x="240697" y="190786"/>
                      <a:pt x="258985" y="190786"/>
                    </a:cubicBezTo>
                    <a:cubicBezTo>
                      <a:pt x="280511" y="190786"/>
                      <a:pt x="296894" y="197358"/>
                      <a:pt x="307753" y="210407"/>
                    </a:cubicBezTo>
                    <a:cubicBezTo>
                      <a:pt x="318421" y="223171"/>
                      <a:pt x="323850" y="241364"/>
                      <a:pt x="323945" y="264605"/>
                    </a:cubicBezTo>
                    <a:lnTo>
                      <a:pt x="323945" y="264605"/>
                    </a:lnTo>
                    <a:lnTo>
                      <a:pt x="323945" y="265176"/>
                    </a:lnTo>
                    <a:lnTo>
                      <a:pt x="323945" y="265271"/>
                    </a:lnTo>
                    <a:lnTo>
                      <a:pt x="323945" y="414814"/>
                    </a:lnTo>
                    <a:lnTo>
                      <a:pt x="399098" y="414814"/>
                    </a:lnTo>
                    <a:lnTo>
                      <a:pt x="399098" y="254222"/>
                    </a:lnTo>
                    <a:cubicBezTo>
                      <a:pt x="399193" y="213931"/>
                      <a:pt x="388620" y="182118"/>
                      <a:pt x="367951" y="159830"/>
                    </a:cubicBezTo>
                    <a:moveTo>
                      <a:pt x="881825" y="272796"/>
                    </a:moveTo>
                    <a:cubicBezTo>
                      <a:pt x="881825" y="252508"/>
                      <a:pt x="878205" y="233267"/>
                      <a:pt x="871061" y="215646"/>
                    </a:cubicBezTo>
                    <a:cubicBezTo>
                      <a:pt x="863918" y="198025"/>
                      <a:pt x="853821" y="182309"/>
                      <a:pt x="841057" y="168974"/>
                    </a:cubicBezTo>
                    <a:cubicBezTo>
                      <a:pt x="828294" y="155639"/>
                      <a:pt x="812768" y="145066"/>
                      <a:pt x="794957" y="137636"/>
                    </a:cubicBezTo>
                    <a:cubicBezTo>
                      <a:pt x="777145" y="130112"/>
                      <a:pt x="757238" y="126302"/>
                      <a:pt x="735806" y="126302"/>
                    </a:cubicBezTo>
                    <a:cubicBezTo>
                      <a:pt x="715518" y="126302"/>
                      <a:pt x="696182" y="130207"/>
                      <a:pt x="678371" y="137922"/>
                    </a:cubicBezTo>
                    <a:cubicBezTo>
                      <a:pt x="660559" y="145637"/>
                      <a:pt x="644843" y="156210"/>
                      <a:pt x="631698" y="169355"/>
                    </a:cubicBezTo>
                    <a:cubicBezTo>
                      <a:pt x="618554" y="182499"/>
                      <a:pt x="607981" y="198215"/>
                      <a:pt x="600266" y="216027"/>
                    </a:cubicBezTo>
                    <a:cubicBezTo>
                      <a:pt x="592550" y="233839"/>
                      <a:pt x="588645" y="253175"/>
                      <a:pt x="588645" y="273463"/>
                    </a:cubicBezTo>
                    <a:cubicBezTo>
                      <a:pt x="588645" y="293751"/>
                      <a:pt x="592360" y="313087"/>
                      <a:pt x="599694" y="330899"/>
                    </a:cubicBezTo>
                    <a:cubicBezTo>
                      <a:pt x="607028" y="348710"/>
                      <a:pt x="617315" y="364426"/>
                      <a:pt x="630269" y="377571"/>
                    </a:cubicBezTo>
                    <a:cubicBezTo>
                      <a:pt x="643223" y="390716"/>
                      <a:pt x="659130" y="401288"/>
                      <a:pt x="677513" y="409004"/>
                    </a:cubicBezTo>
                    <a:cubicBezTo>
                      <a:pt x="695897" y="416719"/>
                      <a:pt x="716280" y="420624"/>
                      <a:pt x="738092" y="420624"/>
                    </a:cubicBezTo>
                    <a:cubicBezTo>
                      <a:pt x="801148" y="420624"/>
                      <a:pt x="840391" y="391954"/>
                      <a:pt x="863918" y="365093"/>
                    </a:cubicBezTo>
                    <a:lnTo>
                      <a:pt x="810292" y="324231"/>
                    </a:lnTo>
                    <a:cubicBezTo>
                      <a:pt x="798957" y="337661"/>
                      <a:pt x="772192" y="355854"/>
                      <a:pt x="738664" y="355854"/>
                    </a:cubicBezTo>
                    <a:cubicBezTo>
                      <a:pt x="717614" y="355854"/>
                      <a:pt x="700373" y="350996"/>
                      <a:pt x="687229" y="341376"/>
                    </a:cubicBezTo>
                    <a:cubicBezTo>
                      <a:pt x="674084" y="331756"/>
                      <a:pt x="665036" y="318611"/>
                      <a:pt x="660368" y="302133"/>
                    </a:cubicBezTo>
                    <a:lnTo>
                      <a:pt x="659606" y="299466"/>
                    </a:lnTo>
                    <a:lnTo>
                      <a:pt x="881825" y="299466"/>
                    </a:lnTo>
                    <a:lnTo>
                      <a:pt x="881825" y="272796"/>
                    </a:lnTo>
                    <a:close/>
                    <a:moveTo>
                      <a:pt x="660368" y="246793"/>
                    </a:moveTo>
                    <a:cubicBezTo>
                      <a:pt x="660368" y="226124"/>
                      <a:pt x="684086" y="189929"/>
                      <a:pt x="735330" y="189929"/>
                    </a:cubicBezTo>
                    <a:cubicBezTo>
                      <a:pt x="786575" y="189929"/>
                      <a:pt x="810387" y="226028"/>
                      <a:pt x="810387" y="246698"/>
                    </a:cubicBezTo>
                    <a:lnTo>
                      <a:pt x="660368" y="246793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ea typeface="Intel Clear" panose="020B060402020302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934E3A93-BFC9-49AD-8CF7-7EDF2A13157E}"/>
                  </a:ext>
                </a:extLst>
              </p:cNvPr>
              <p:cNvSpPr/>
              <p:nvPr/>
            </p:nvSpPr>
            <p:spPr>
              <a:xfrm>
                <a:off x="2358770" y="6728469"/>
                <a:ext cx="79057" cy="79057"/>
              </a:xfrm>
              <a:custGeom>
                <a:avLst/>
                <a:gdLst>
                  <a:gd name="connsiteX0" fmla="*/ 39529 w 79057"/>
                  <a:gd name="connsiteY0" fmla="*/ 5620 h 79057"/>
                  <a:gd name="connsiteX1" fmla="*/ 73438 w 79057"/>
                  <a:gd name="connsiteY1" fmla="*/ 39529 h 79057"/>
                  <a:gd name="connsiteX2" fmla="*/ 39529 w 79057"/>
                  <a:gd name="connsiteY2" fmla="*/ 73438 h 79057"/>
                  <a:gd name="connsiteX3" fmla="*/ 5620 w 79057"/>
                  <a:gd name="connsiteY3" fmla="*/ 39529 h 79057"/>
                  <a:gd name="connsiteX4" fmla="*/ 39529 w 79057"/>
                  <a:gd name="connsiteY4" fmla="*/ 5620 h 79057"/>
                  <a:gd name="connsiteX5" fmla="*/ 39529 w 79057"/>
                  <a:gd name="connsiteY5" fmla="*/ 0 h 79057"/>
                  <a:gd name="connsiteX6" fmla="*/ 0 w 79057"/>
                  <a:gd name="connsiteY6" fmla="*/ 39529 h 79057"/>
                  <a:gd name="connsiteX7" fmla="*/ 39529 w 79057"/>
                  <a:gd name="connsiteY7" fmla="*/ 79058 h 79057"/>
                  <a:gd name="connsiteX8" fmla="*/ 79058 w 79057"/>
                  <a:gd name="connsiteY8" fmla="*/ 39529 h 79057"/>
                  <a:gd name="connsiteX9" fmla="*/ 39529 w 79057"/>
                  <a:gd name="connsiteY9" fmla="*/ 0 h 790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79057" h="79057">
                    <a:moveTo>
                      <a:pt x="39529" y="5620"/>
                    </a:moveTo>
                    <a:cubicBezTo>
                      <a:pt x="58198" y="5620"/>
                      <a:pt x="73438" y="20860"/>
                      <a:pt x="73438" y="39529"/>
                    </a:cubicBezTo>
                    <a:cubicBezTo>
                      <a:pt x="73438" y="58198"/>
                      <a:pt x="58198" y="73438"/>
                      <a:pt x="39529" y="73438"/>
                    </a:cubicBezTo>
                    <a:cubicBezTo>
                      <a:pt x="20860" y="73438"/>
                      <a:pt x="5620" y="58198"/>
                      <a:pt x="5620" y="39529"/>
                    </a:cubicBezTo>
                    <a:cubicBezTo>
                      <a:pt x="5620" y="20860"/>
                      <a:pt x="20860" y="5620"/>
                      <a:pt x="39529" y="5620"/>
                    </a:cubicBezTo>
                    <a:moveTo>
                      <a:pt x="39529" y="0"/>
                    </a:moveTo>
                    <a:cubicBezTo>
                      <a:pt x="17717" y="0"/>
                      <a:pt x="0" y="17717"/>
                      <a:pt x="0" y="39529"/>
                    </a:cubicBezTo>
                    <a:cubicBezTo>
                      <a:pt x="0" y="61341"/>
                      <a:pt x="17717" y="79058"/>
                      <a:pt x="39529" y="79058"/>
                    </a:cubicBezTo>
                    <a:cubicBezTo>
                      <a:pt x="61341" y="79058"/>
                      <a:pt x="79058" y="61341"/>
                      <a:pt x="79058" y="39529"/>
                    </a:cubicBezTo>
                    <a:cubicBezTo>
                      <a:pt x="79058" y="17717"/>
                      <a:pt x="61341" y="0"/>
                      <a:pt x="39529" y="0"/>
                    </a:cubicBezTo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ea typeface="Intel Clear" panose="020B060402020302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839DD8F2-C56B-454C-9A84-A663F83DB6CE}"/>
                  </a:ext>
                </a:extLst>
              </p:cNvPr>
              <p:cNvSpPr/>
              <p:nvPr/>
            </p:nvSpPr>
            <p:spPr>
              <a:xfrm>
                <a:off x="2384869" y="6748090"/>
                <a:ext cx="30765" cy="39528"/>
              </a:xfrm>
              <a:custGeom>
                <a:avLst/>
                <a:gdLst>
                  <a:gd name="connsiteX0" fmla="*/ 16383 w 30765"/>
                  <a:gd name="connsiteY0" fmla="*/ 95 h 39528"/>
                  <a:gd name="connsiteX1" fmla="*/ 23051 w 30765"/>
                  <a:gd name="connsiteY1" fmla="*/ 1715 h 39528"/>
                  <a:gd name="connsiteX2" fmla="*/ 27718 w 30765"/>
                  <a:gd name="connsiteY2" fmla="*/ 6191 h 39528"/>
                  <a:gd name="connsiteX3" fmla="*/ 29337 w 30765"/>
                  <a:gd name="connsiteY3" fmla="*/ 12478 h 39528"/>
                  <a:gd name="connsiteX4" fmla="*/ 27146 w 30765"/>
                  <a:gd name="connsiteY4" fmla="*/ 19622 h 39528"/>
                  <a:gd name="connsiteX5" fmla="*/ 21812 w 30765"/>
                  <a:gd name="connsiteY5" fmla="*/ 23717 h 39528"/>
                  <a:gd name="connsiteX6" fmla="*/ 30766 w 30765"/>
                  <a:gd name="connsiteY6" fmla="*/ 39529 h 39528"/>
                  <a:gd name="connsiteX7" fmla="*/ 23717 w 30765"/>
                  <a:gd name="connsiteY7" fmla="*/ 39529 h 39528"/>
                  <a:gd name="connsiteX8" fmla="*/ 15526 w 30765"/>
                  <a:gd name="connsiteY8" fmla="*/ 24860 h 39528"/>
                  <a:gd name="connsiteX9" fmla="*/ 6191 w 30765"/>
                  <a:gd name="connsiteY9" fmla="*/ 24860 h 39528"/>
                  <a:gd name="connsiteX10" fmla="*/ 6191 w 30765"/>
                  <a:gd name="connsiteY10" fmla="*/ 39529 h 39528"/>
                  <a:gd name="connsiteX11" fmla="*/ 0 w 30765"/>
                  <a:gd name="connsiteY11" fmla="*/ 39529 h 39528"/>
                  <a:gd name="connsiteX12" fmla="*/ 0 w 30765"/>
                  <a:gd name="connsiteY12" fmla="*/ 0 h 39528"/>
                  <a:gd name="connsiteX13" fmla="*/ 16383 w 30765"/>
                  <a:gd name="connsiteY13" fmla="*/ 0 h 39528"/>
                  <a:gd name="connsiteX14" fmla="*/ 16383 w 30765"/>
                  <a:gd name="connsiteY14" fmla="*/ 19336 h 39528"/>
                  <a:gd name="connsiteX15" fmla="*/ 19907 w 30765"/>
                  <a:gd name="connsiteY15" fmla="*/ 18478 h 39528"/>
                  <a:gd name="connsiteX16" fmla="*/ 22289 w 30765"/>
                  <a:gd name="connsiteY16" fmla="*/ 16097 h 39528"/>
                  <a:gd name="connsiteX17" fmla="*/ 23146 w 30765"/>
                  <a:gd name="connsiteY17" fmla="*/ 12573 h 39528"/>
                  <a:gd name="connsiteX18" fmla="*/ 22289 w 30765"/>
                  <a:gd name="connsiteY18" fmla="*/ 9049 h 39528"/>
                  <a:gd name="connsiteX19" fmla="*/ 19907 w 30765"/>
                  <a:gd name="connsiteY19" fmla="*/ 6668 h 39528"/>
                  <a:gd name="connsiteX20" fmla="*/ 16383 w 30765"/>
                  <a:gd name="connsiteY20" fmla="*/ 5810 h 39528"/>
                  <a:gd name="connsiteX21" fmla="*/ 6191 w 30765"/>
                  <a:gd name="connsiteY21" fmla="*/ 5810 h 39528"/>
                  <a:gd name="connsiteX22" fmla="*/ 6191 w 30765"/>
                  <a:gd name="connsiteY22" fmla="*/ 19336 h 39528"/>
                  <a:gd name="connsiteX23" fmla="*/ 16383 w 30765"/>
                  <a:gd name="connsiteY23" fmla="*/ 19336 h 395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0765" h="39528">
                    <a:moveTo>
                      <a:pt x="16383" y="95"/>
                    </a:moveTo>
                    <a:cubicBezTo>
                      <a:pt x="18860" y="95"/>
                      <a:pt x="21050" y="667"/>
                      <a:pt x="23051" y="1715"/>
                    </a:cubicBezTo>
                    <a:cubicBezTo>
                      <a:pt x="25051" y="2762"/>
                      <a:pt x="26575" y="4286"/>
                      <a:pt x="27718" y="6191"/>
                    </a:cubicBezTo>
                    <a:cubicBezTo>
                      <a:pt x="28861" y="8096"/>
                      <a:pt x="29337" y="10192"/>
                      <a:pt x="29337" y="12478"/>
                    </a:cubicBezTo>
                    <a:cubicBezTo>
                      <a:pt x="29337" y="15335"/>
                      <a:pt x="28575" y="17717"/>
                      <a:pt x="27146" y="19622"/>
                    </a:cubicBezTo>
                    <a:cubicBezTo>
                      <a:pt x="25718" y="21527"/>
                      <a:pt x="23908" y="22860"/>
                      <a:pt x="21812" y="23717"/>
                    </a:cubicBezTo>
                    <a:lnTo>
                      <a:pt x="30766" y="39529"/>
                    </a:lnTo>
                    <a:lnTo>
                      <a:pt x="23717" y="39529"/>
                    </a:lnTo>
                    <a:lnTo>
                      <a:pt x="15526" y="24860"/>
                    </a:lnTo>
                    <a:lnTo>
                      <a:pt x="6191" y="24860"/>
                    </a:lnTo>
                    <a:lnTo>
                      <a:pt x="6191" y="39529"/>
                    </a:lnTo>
                    <a:lnTo>
                      <a:pt x="0" y="39529"/>
                    </a:lnTo>
                    <a:lnTo>
                      <a:pt x="0" y="0"/>
                    </a:lnTo>
                    <a:lnTo>
                      <a:pt x="16383" y="0"/>
                    </a:lnTo>
                    <a:close/>
                    <a:moveTo>
                      <a:pt x="16383" y="19336"/>
                    </a:moveTo>
                    <a:cubicBezTo>
                      <a:pt x="17717" y="19336"/>
                      <a:pt x="18860" y="19050"/>
                      <a:pt x="19907" y="18478"/>
                    </a:cubicBezTo>
                    <a:cubicBezTo>
                      <a:pt x="20955" y="17907"/>
                      <a:pt x="21717" y="17050"/>
                      <a:pt x="22289" y="16097"/>
                    </a:cubicBezTo>
                    <a:cubicBezTo>
                      <a:pt x="22860" y="15050"/>
                      <a:pt x="23146" y="13906"/>
                      <a:pt x="23146" y="12573"/>
                    </a:cubicBezTo>
                    <a:cubicBezTo>
                      <a:pt x="23146" y="11240"/>
                      <a:pt x="22860" y="10097"/>
                      <a:pt x="22289" y="9049"/>
                    </a:cubicBezTo>
                    <a:cubicBezTo>
                      <a:pt x="21717" y="8001"/>
                      <a:pt x="20860" y="7239"/>
                      <a:pt x="19907" y="6668"/>
                    </a:cubicBezTo>
                    <a:cubicBezTo>
                      <a:pt x="18860" y="6096"/>
                      <a:pt x="17717" y="5810"/>
                      <a:pt x="16383" y="5810"/>
                    </a:cubicBezTo>
                    <a:lnTo>
                      <a:pt x="6191" y="5810"/>
                    </a:lnTo>
                    <a:lnTo>
                      <a:pt x="6191" y="19336"/>
                    </a:lnTo>
                    <a:lnTo>
                      <a:pt x="16383" y="19336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ea typeface="Intel Clear" panose="020B0604020203020204" pitchFamily="34" charset="0"/>
                  <a:cs typeface="Times New Roman" panose="02020603050405020304" pitchFamily="18" charset="0"/>
                </a:endParaRPr>
              </a:p>
            </p:txBody>
          </p:sp>
        </p:grpSp>
      </p:grp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825262-3F6E-4DC6-AA53-E30B25B1583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43438" y="944163"/>
            <a:ext cx="9810362" cy="627700"/>
          </a:xfrm>
        </p:spPr>
        <p:txBody>
          <a:bodyPr anchor="b" anchorCtr="0">
            <a:normAutofit/>
          </a:bodyPr>
          <a:lstStyle>
            <a:lvl1pPr marL="0" indent="0">
              <a:buFontTx/>
              <a:buNone/>
              <a:defRPr sz="1600">
                <a:solidFill>
                  <a:schemeClr val="bg1"/>
                </a:solidFill>
                <a:latin typeface="IntelOne Text" panose="020B0503020203020204" pitchFamily="34" charset="77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E6BC2F-544E-4727-A6CC-2BE3B3E01B5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42536" y="1635111"/>
            <a:ext cx="9789007" cy="1874852"/>
          </a:xfrm>
        </p:spPr>
        <p:txBody>
          <a:bodyPr anchor="b"/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F0B31C-0AD0-4CC0-BF2B-DECE53E6665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42536" y="3602038"/>
            <a:ext cx="9789007" cy="1655762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4853449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Blue B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6882660D-9752-4416-A0A1-69ECA0CD4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73803" y="0"/>
            <a:ext cx="4325371" cy="6392520"/>
            <a:chOff x="573803" y="0"/>
            <a:chExt cx="4325371" cy="6392520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8581569F-6701-4CDA-895D-6BD6D388AB05}"/>
                </a:ext>
              </a:extLst>
            </p:cNvPr>
            <p:cNvSpPr/>
            <p:nvPr userDrawn="1"/>
          </p:nvSpPr>
          <p:spPr>
            <a:xfrm>
              <a:off x="1468406" y="0"/>
              <a:ext cx="3430768" cy="5390870"/>
            </a:xfrm>
            <a:prstGeom prst="rect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8EFB02BB-CBC4-4742-9BA0-2C9212EFAF23}"/>
                </a:ext>
              </a:extLst>
            </p:cNvPr>
            <p:cNvGrpSpPr/>
            <p:nvPr userDrawn="1"/>
          </p:nvGrpSpPr>
          <p:grpSpPr>
            <a:xfrm>
              <a:off x="1468406" y="5995719"/>
              <a:ext cx="1059754" cy="396801"/>
              <a:chOff x="1314450" y="6391094"/>
              <a:chExt cx="1123377" cy="420623"/>
            </a:xfrm>
          </p:grpSpPr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85AE6566-9773-4111-B8E5-827E7E8AE779}"/>
                  </a:ext>
                </a:extLst>
              </p:cNvPr>
              <p:cNvSpPr/>
              <p:nvPr/>
            </p:nvSpPr>
            <p:spPr>
              <a:xfrm>
                <a:off x="1314450" y="6396809"/>
                <a:ext cx="78581" cy="78581"/>
              </a:xfrm>
              <a:custGeom>
                <a:avLst/>
                <a:gdLst>
                  <a:gd name="connsiteX0" fmla="*/ 0 w 78581"/>
                  <a:gd name="connsiteY0" fmla="*/ 0 h 78581"/>
                  <a:gd name="connsiteX1" fmla="*/ 78581 w 78581"/>
                  <a:gd name="connsiteY1" fmla="*/ 0 h 78581"/>
                  <a:gd name="connsiteX2" fmla="*/ 78581 w 78581"/>
                  <a:gd name="connsiteY2" fmla="*/ 78581 h 78581"/>
                  <a:gd name="connsiteX3" fmla="*/ 0 w 78581"/>
                  <a:gd name="connsiteY3" fmla="*/ 78581 h 785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581" h="78581">
                    <a:moveTo>
                      <a:pt x="0" y="0"/>
                    </a:moveTo>
                    <a:lnTo>
                      <a:pt x="78581" y="0"/>
                    </a:lnTo>
                    <a:lnTo>
                      <a:pt x="78581" y="78581"/>
                    </a:lnTo>
                    <a:lnTo>
                      <a:pt x="0" y="78581"/>
                    </a:lnTo>
                    <a:close/>
                  </a:path>
                </a:pathLst>
              </a:custGeom>
              <a:solidFill>
                <a:srgbClr val="00B2E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ea typeface="Intel Clear" panose="020B060402020302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5251A5FC-EF81-41EC-BA9D-EC2323003C59}"/>
                  </a:ext>
                </a:extLst>
              </p:cNvPr>
              <p:cNvSpPr/>
              <p:nvPr/>
            </p:nvSpPr>
            <p:spPr>
              <a:xfrm>
                <a:off x="1316545" y="6391094"/>
                <a:ext cx="995171" cy="420623"/>
              </a:xfrm>
              <a:custGeom>
                <a:avLst/>
                <a:gdLst>
                  <a:gd name="connsiteX0" fmla="*/ 74486 w 995171"/>
                  <a:gd name="connsiteY0" fmla="*/ 131921 h 420623"/>
                  <a:gd name="connsiteX1" fmla="*/ 0 w 995171"/>
                  <a:gd name="connsiteY1" fmla="*/ 131921 h 420623"/>
                  <a:gd name="connsiteX2" fmla="*/ 0 w 995171"/>
                  <a:gd name="connsiteY2" fmla="*/ 414719 h 420623"/>
                  <a:gd name="connsiteX3" fmla="*/ 74486 w 995171"/>
                  <a:gd name="connsiteY3" fmla="*/ 414719 h 420623"/>
                  <a:gd name="connsiteX4" fmla="*/ 74486 w 995171"/>
                  <a:gd name="connsiteY4" fmla="*/ 131921 h 420623"/>
                  <a:gd name="connsiteX5" fmla="*/ 568262 w 995171"/>
                  <a:gd name="connsiteY5" fmla="*/ 417576 h 420623"/>
                  <a:gd name="connsiteX6" fmla="*/ 568262 w 995171"/>
                  <a:gd name="connsiteY6" fmla="*/ 348234 h 420623"/>
                  <a:gd name="connsiteX7" fmla="*/ 541306 w 995171"/>
                  <a:gd name="connsiteY7" fmla="*/ 346520 h 420623"/>
                  <a:gd name="connsiteX8" fmla="*/ 523780 w 995171"/>
                  <a:gd name="connsiteY8" fmla="*/ 338804 h 420623"/>
                  <a:gd name="connsiteX9" fmla="*/ 516065 w 995171"/>
                  <a:gd name="connsiteY9" fmla="*/ 321945 h 420623"/>
                  <a:gd name="connsiteX10" fmla="*/ 514350 w 995171"/>
                  <a:gd name="connsiteY10" fmla="*/ 294608 h 420623"/>
                  <a:gd name="connsiteX11" fmla="*/ 514350 w 995171"/>
                  <a:gd name="connsiteY11" fmla="*/ 195644 h 420623"/>
                  <a:gd name="connsiteX12" fmla="*/ 568262 w 995171"/>
                  <a:gd name="connsiteY12" fmla="*/ 195644 h 420623"/>
                  <a:gd name="connsiteX13" fmla="*/ 568262 w 995171"/>
                  <a:gd name="connsiteY13" fmla="*/ 131921 h 420623"/>
                  <a:gd name="connsiteX14" fmla="*/ 514350 w 995171"/>
                  <a:gd name="connsiteY14" fmla="*/ 131921 h 420623"/>
                  <a:gd name="connsiteX15" fmla="*/ 514350 w 995171"/>
                  <a:gd name="connsiteY15" fmla="*/ 21812 h 420623"/>
                  <a:gd name="connsiteX16" fmla="*/ 439865 w 995171"/>
                  <a:gd name="connsiteY16" fmla="*/ 21812 h 420623"/>
                  <a:gd name="connsiteX17" fmla="*/ 439865 w 995171"/>
                  <a:gd name="connsiteY17" fmla="*/ 295180 h 420623"/>
                  <a:gd name="connsiteX18" fmla="*/ 445865 w 995171"/>
                  <a:gd name="connsiteY18" fmla="*/ 353473 h 420623"/>
                  <a:gd name="connsiteX19" fmla="*/ 465677 w 995171"/>
                  <a:gd name="connsiteY19" fmla="*/ 391001 h 420623"/>
                  <a:gd name="connsiteX20" fmla="*/ 502063 w 995171"/>
                  <a:gd name="connsiteY20" fmla="*/ 411385 h 420623"/>
                  <a:gd name="connsiteX21" fmla="*/ 558927 w 995171"/>
                  <a:gd name="connsiteY21" fmla="*/ 417671 h 420623"/>
                  <a:gd name="connsiteX22" fmla="*/ 568262 w 995171"/>
                  <a:gd name="connsiteY22" fmla="*/ 417671 h 420623"/>
                  <a:gd name="connsiteX23" fmla="*/ 995172 w 995171"/>
                  <a:gd name="connsiteY23" fmla="*/ 0 h 420623"/>
                  <a:gd name="connsiteX24" fmla="*/ 920687 w 995171"/>
                  <a:gd name="connsiteY24" fmla="*/ 0 h 420623"/>
                  <a:gd name="connsiteX25" fmla="*/ 920687 w 995171"/>
                  <a:gd name="connsiteY25" fmla="*/ 414719 h 420623"/>
                  <a:gd name="connsiteX26" fmla="*/ 995172 w 995171"/>
                  <a:gd name="connsiteY26" fmla="*/ 414719 h 420623"/>
                  <a:gd name="connsiteX27" fmla="*/ 995172 w 995171"/>
                  <a:gd name="connsiteY27" fmla="*/ 0 h 420623"/>
                  <a:gd name="connsiteX28" fmla="*/ 367951 w 995171"/>
                  <a:gd name="connsiteY28" fmla="*/ 159830 h 420623"/>
                  <a:gd name="connsiteX29" fmla="*/ 281273 w 995171"/>
                  <a:gd name="connsiteY29" fmla="*/ 126206 h 420623"/>
                  <a:gd name="connsiteX30" fmla="*/ 232410 w 995171"/>
                  <a:gd name="connsiteY30" fmla="*/ 137065 h 420623"/>
                  <a:gd name="connsiteX31" fmla="*/ 195358 w 995171"/>
                  <a:gd name="connsiteY31" fmla="*/ 167259 h 420623"/>
                  <a:gd name="connsiteX32" fmla="*/ 191262 w 995171"/>
                  <a:gd name="connsiteY32" fmla="*/ 172498 h 420623"/>
                  <a:gd name="connsiteX33" fmla="*/ 191262 w 995171"/>
                  <a:gd name="connsiteY33" fmla="*/ 167831 h 420623"/>
                  <a:gd name="connsiteX34" fmla="*/ 191262 w 995171"/>
                  <a:gd name="connsiteY34" fmla="*/ 132017 h 420623"/>
                  <a:gd name="connsiteX35" fmla="*/ 117920 w 995171"/>
                  <a:gd name="connsiteY35" fmla="*/ 132017 h 420623"/>
                  <a:gd name="connsiteX36" fmla="*/ 117920 w 995171"/>
                  <a:gd name="connsiteY36" fmla="*/ 414814 h 420623"/>
                  <a:gd name="connsiteX37" fmla="*/ 191929 w 995171"/>
                  <a:gd name="connsiteY37" fmla="*/ 414814 h 420623"/>
                  <a:gd name="connsiteX38" fmla="*/ 191929 w 995171"/>
                  <a:gd name="connsiteY38" fmla="*/ 264128 h 420623"/>
                  <a:gd name="connsiteX39" fmla="*/ 192024 w 995171"/>
                  <a:gd name="connsiteY39" fmla="*/ 274606 h 420623"/>
                  <a:gd name="connsiteX40" fmla="*/ 192119 w 995171"/>
                  <a:gd name="connsiteY40" fmla="*/ 269558 h 420623"/>
                  <a:gd name="connsiteX41" fmla="*/ 211741 w 995171"/>
                  <a:gd name="connsiteY41" fmla="*/ 210884 h 420623"/>
                  <a:gd name="connsiteX42" fmla="*/ 258985 w 995171"/>
                  <a:gd name="connsiteY42" fmla="*/ 190786 h 420623"/>
                  <a:gd name="connsiteX43" fmla="*/ 307753 w 995171"/>
                  <a:gd name="connsiteY43" fmla="*/ 210407 h 420623"/>
                  <a:gd name="connsiteX44" fmla="*/ 323945 w 995171"/>
                  <a:gd name="connsiteY44" fmla="*/ 264605 h 420623"/>
                  <a:gd name="connsiteX45" fmla="*/ 323945 w 995171"/>
                  <a:gd name="connsiteY45" fmla="*/ 264605 h 420623"/>
                  <a:gd name="connsiteX46" fmla="*/ 323945 w 995171"/>
                  <a:gd name="connsiteY46" fmla="*/ 265176 h 420623"/>
                  <a:gd name="connsiteX47" fmla="*/ 323945 w 995171"/>
                  <a:gd name="connsiteY47" fmla="*/ 265271 h 420623"/>
                  <a:gd name="connsiteX48" fmla="*/ 323945 w 995171"/>
                  <a:gd name="connsiteY48" fmla="*/ 414814 h 420623"/>
                  <a:gd name="connsiteX49" fmla="*/ 399098 w 995171"/>
                  <a:gd name="connsiteY49" fmla="*/ 414814 h 420623"/>
                  <a:gd name="connsiteX50" fmla="*/ 399098 w 995171"/>
                  <a:gd name="connsiteY50" fmla="*/ 254222 h 420623"/>
                  <a:gd name="connsiteX51" fmla="*/ 367951 w 995171"/>
                  <a:gd name="connsiteY51" fmla="*/ 159830 h 420623"/>
                  <a:gd name="connsiteX52" fmla="*/ 881825 w 995171"/>
                  <a:gd name="connsiteY52" fmla="*/ 272796 h 420623"/>
                  <a:gd name="connsiteX53" fmla="*/ 871061 w 995171"/>
                  <a:gd name="connsiteY53" fmla="*/ 215646 h 420623"/>
                  <a:gd name="connsiteX54" fmla="*/ 841057 w 995171"/>
                  <a:gd name="connsiteY54" fmla="*/ 168974 h 420623"/>
                  <a:gd name="connsiteX55" fmla="*/ 794957 w 995171"/>
                  <a:gd name="connsiteY55" fmla="*/ 137636 h 420623"/>
                  <a:gd name="connsiteX56" fmla="*/ 735806 w 995171"/>
                  <a:gd name="connsiteY56" fmla="*/ 126302 h 420623"/>
                  <a:gd name="connsiteX57" fmla="*/ 678371 w 995171"/>
                  <a:gd name="connsiteY57" fmla="*/ 137922 h 420623"/>
                  <a:gd name="connsiteX58" fmla="*/ 631698 w 995171"/>
                  <a:gd name="connsiteY58" fmla="*/ 169355 h 420623"/>
                  <a:gd name="connsiteX59" fmla="*/ 600266 w 995171"/>
                  <a:gd name="connsiteY59" fmla="*/ 216027 h 420623"/>
                  <a:gd name="connsiteX60" fmla="*/ 588645 w 995171"/>
                  <a:gd name="connsiteY60" fmla="*/ 273463 h 420623"/>
                  <a:gd name="connsiteX61" fmla="*/ 599694 w 995171"/>
                  <a:gd name="connsiteY61" fmla="*/ 330899 h 420623"/>
                  <a:gd name="connsiteX62" fmla="*/ 630269 w 995171"/>
                  <a:gd name="connsiteY62" fmla="*/ 377571 h 420623"/>
                  <a:gd name="connsiteX63" fmla="*/ 677513 w 995171"/>
                  <a:gd name="connsiteY63" fmla="*/ 409004 h 420623"/>
                  <a:gd name="connsiteX64" fmla="*/ 738092 w 995171"/>
                  <a:gd name="connsiteY64" fmla="*/ 420624 h 420623"/>
                  <a:gd name="connsiteX65" fmla="*/ 863918 w 995171"/>
                  <a:gd name="connsiteY65" fmla="*/ 365093 h 420623"/>
                  <a:gd name="connsiteX66" fmla="*/ 810292 w 995171"/>
                  <a:gd name="connsiteY66" fmla="*/ 324231 h 420623"/>
                  <a:gd name="connsiteX67" fmla="*/ 738664 w 995171"/>
                  <a:gd name="connsiteY67" fmla="*/ 355854 h 420623"/>
                  <a:gd name="connsiteX68" fmla="*/ 687229 w 995171"/>
                  <a:gd name="connsiteY68" fmla="*/ 341376 h 420623"/>
                  <a:gd name="connsiteX69" fmla="*/ 660368 w 995171"/>
                  <a:gd name="connsiteY69" fmla="*/ 302133 h 420623"/>
                  <a:gd name="connsiteX70" fmla="*/ 659606 w 995171"/>
                  <a:gd name="connsiteY70" fmla="*/ 299466 h 420623"/>
                  <a:gd name="connsiteX71" fmla="*/ 881825 w 995171"/>
                  <a:gd name="connsiteY71" fmla="*/ 299466 h 420623"/>
                  <a:gd name="connsiteX72" fmla="*/ 881825 w 995171"/>
                  <a:gd name="connsiteY72" fmla="*/ 272796 h 420623"/>
                  <a:gd name="connsiteX73" fmla="*/ 660368 w 995171"/>
                  <a:gd name="connsiteY73" fmla="*/ 246793 h 420623"/>
                  <a:gd name="connsiteX74" fmla="*/ 735330 w 995171"/>
                  <a:gd name="connsiteY74" fmla="*/ 189929 h 420623"/>
                  <a:gd name="connsiteX75" fmla="*/ 810387 w 995171"/>
                  <a:gd name="connsiteY75" fmla="*/ 246698 h 420623"/>
                  <a:gd name="connsiteX76" fmla="*/ 660368 w 995171"/>
                  <a:gd name="connsiteY76" fmla="*/ 246793 h 4206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</a:cxnLst>
                <a:rect l="l" t="t" r="r" b="b"/>
                <a:pathLst>
                  <a:path w="995171" h="420623">
                    <a:moveTo>
                      <a:pt x="74486" y="131921"/>
                    </a:moveTo>
                    <a:lnTo>
                      <a:pt x="0" y="131921"/>
                    </a:lnTo>
                    <a:lnTo>
                      <a:pt x="0" y="414719"/>
                    </a:lnTo>
                    <a:lnTo>
                      <a:pt x="74486" y="414719"/>
                    </a:lnTo>
                    <a:lnTo>
                      <a:pt x="74486" y="131921"/>
                    </a:lnTo>
                    <a:close/>
                    <a:moveTo>
                      <a:pt x="568262" y="417576"/>
                    </a:moveTo>
                    <a:lnTo>
                      <a:pt x="568262" y="348234"/>
                    </a:lnTo>
                    <a:cubicBezTo>
                      <a:pt x="557308" y="348139"/>
                      <a:pt x="548259" y="347567"/>
                      <a:pt x="541306" y="346520"/>
                    </a:cubicBezTo>
                    <a:cubicBezTo>
                      <a:pt x="533591" y="345281"/>
                      <a:pt x="527685" y="342710"/>
                      <a:pt x="523780" y="338804"/>
                    </a:cubicBezTo>
                    <a:cubicBezTo>
                      <a:pt x="519875" y="334899"/>
                      <a:pt x="517303" y="329184"/>
                      <a:pt x="516065" y="321945"/>
                    </a:cubicBezTo>
                    <a:cubicBezTo>
                      <a:pt x="514922" y="314992"/>
                      <a:pt x="514350" y="305753"/>
                      <a:pt x="514350" y="294608"/>
                    </a:cubicBezTo>
                    <a:lnTo>
                      <a:pt x="514350" y="195644"/>
                    </a:lnTo>
                    <a:lnTo>
                      <a:pt x="568262" y="195644"/>
                    </a:lnTo>
                    <a:lnTo>
                      <a:pt x="568262" y="131921"/>
                    </a:lnTo>
                    <a:lnTo>
                      <a:pt x="514350" y="131921"/>
                    </a:lnTo>
                    <a:lnTo>
                      <a:pt x="514350" y="21812"/>
                    </a:lnTo>
                    <a:lnTo>
                      <a:pt x="439865" y="21812"/>
                    </a:lnTo>
                    <a:lnTo>
                      <a:pt x="439865" y="295180"/>
                    </a:lnTo>
                    <a:cubicBezTo>
                      <a:pt x="439865" y="318230"/>
                      <a:pt x="441865" y="337852"/>
                      <a:pt x="445865" y="353473"/>
                    </a:cubicBezTo>
                    <a:cubicBezTo>
                      <a:pt x="449771" y="368903"/>
                      <a:pt x="456438" y="381572"/>
                      <a:pt x="465677" y="391001"/>
                    </a:cubicBezTo>
                    <a:cubicBezTo>
                      <a:pt x="474917" y="400431"/>
                      <a:pt x="487204" y="407289"/>
                      <a:pt x="502063" y="411385"/>
                    </a:cubicBezTo>
                    <a:cubicBezTo>
                      <a:pt x="517112" y="415481"/>
                      <a:pt x="536258" y="417671"/>
                      <a:pt x="558927" y="417671"/>
                    </a:cubicBezTo>
                    <a:lnTo>
                      <a:pt x="568262" y="417671"/>
                    </a:lnTo>
                    <a:close/>
                    <a:moveTo>
                      <a:pt x="995172" y="0"/>
                    </a:moveTo>
                    <a:lnTo>
                      <a:pt x="920687" y="0"/>
                    </a:lnTo>
                    <a:lnTo>
                      <a:pt x="920687" y="414719"/>
                    </a:lnTo>
                    <a:lnTo>
                      <a:pt x="995172" y="414719"/>
                    </a:lnTo>
                    <a:lnTo>
                      <a:pt x="995172" y="0"/>
                    </a:lnTo>
                    <a:close/>
                    <a:moveTo>
                      <a:pt x="367951" y="159830"/>
                    </a:moveTo>
                    <a:cubicBezTo>
                      <a:pt x="347282" y="137541"/>
                      <a:pt x="318135" y="126206"/>
                      <a:pt x="281273" y="126206"/>
                    </a:cubicBezTo>
                    <a:cubicBezTo>
                      <a:pt x="263462" y="126206"/>
                      <a:pt x="247079" y="129921"/>
                      <a:pt x="232410" y="137065"/>
                    </a:cubicBezTo>
                    <a:cubicBezTo>
                      <a:pt x="217742" y="144304"/>
                      <a:pt x="205264" y="154496"/>
                      <a:pt x="195358" y="167259"/>
                    </a:cubicBezTo>
                    <a:lnTo>
                      <a:pt x="191262" y="172498"/>
                    </a:lnTo>
                    <a:lnTo>
                      <a:pt x="191262" y="167831"/>
                    </a:lnTo>
                    <a:lnTo>
                      <a:pt x="191262" y="132017"/>
                    </a:lnTo>
                    <a:lnTo>
                      <a:pt x="117920" y="132017"/>
                    </a:lnTo>
                    <a:lnTo>
                      <a:pt x="117920" y="414814"/>
                    </a:lnTo>
                    <a:lnTo>
                      <a:pt x="191929" y="414814"/>
                    </a:lnTo>
                    <a:lnTo>
                      <a:pt x="191929" y="264128"/>
                    </a:lnTo>
                    <a:lnTo>
                      <a:pt x="192024" y="274606"/>
                    </a:lnTo>
                    <a:cubicBezTo>
                      <a:pt x="192024" y="272891"/>
                      <a:pt x="192024" y="271177"/>
                      <a:pt x="192119" y="269558"/>
                    </a:cubicBezTo>
                    <a:cubicBezTo>
                      <a:pt x="192881" y="243173"/>
                      <a:pt x="199454" y="223456"/>
                      <a:pt x="211741" y="210884"/>
                    </a:cubicBezTo>
                    <a:cubicBezTo>
                      <a:pt x="224790" y="197549"/>
                      <a:pt x="240697" y="190786"/>
                      <a:pt x="258985" y="190786"/>
                    </a:cubicBezTo>
                    <a:cubicBezTo>
                      <a:pt x="280511" y="190786"/>
                      <a:pt x="296894" y="197358"/>
                      <a:pt x="307753" y="210407"/>
                    </a:cubicBezTo>
                    <a:cubicBezTo>
                      <a:pt x="318421" y="223171"/>
                      <a:pt x="323850" y="241364"/>
                      <a:pt x="323945" y="264605"/>
                    </a:cubicBezTo>
                    <a:lnTo>
                      <a:pt x="323945" y="264605"/>
                    </a:lnTo>
                    <a:lnTo>
                      <a:pt x="323945" y="265176"/>
                    </a:lnTo>
                    <a:lnTo>
                      <a:pt x="323945" y="265271"/>
                    </a:lnTo>
                    <a:lnTo>
                      <a:pt x="323945" y="414814"/>
                    </a:lnTo>
                    <a:lnTo>
                      <a:pt x="399098" y="414814"/>
                    </a:lnTo>
                    <a:lnTo>
                      <a:pt x="399098" y="254222"/>
                    </a:lnTo>
                    <a:cubicBezTo>
                      <a:pt x="399193" y="213931"/>
                      <a:pt x="388620" y="182118"/>
                      <a:pt x="367951" y="159830"/>
                    </a:cubicBezTo>
                    <a:moveTo>
                      <a:pt x="881825" y="272796"/>
                    </a:moveTo>
                    <a:cubicBezTo>
                      <a:pt x="881825" y="252508"/>
                      <a:pt x="878205" y="233267"/>
                      <a:pt x="871061" y="215646"/>
                    </a:cubicBezTo>
                    <a:cubicBezTo>
                      <a:pt x="863918" y="198025"/>
                      <a:pt x="853821" y="182309"/>
                      <a:pt x="841057" y="168974"/>
                    </a:cubicBezTo>
                    <a:cubicBezTo>
                      <a:pt x="828294" y="155639"/>
                      <a:pt x="812768" y="145066"/>
                      <a:pt x="794957" y="137636"/>
                    </a:cubicBezTo>
                    <a:cubicBezTo>
                      <a:pt x="777145" y="130112"/>
                      <a:pt x="757238" y="126302"/>
                      <a:pt x="735806" y="126302"/>
                    </a:cubicBezTo>
                    <a:cubicBezTo>
                      <a:pt x="715518" y="126302"/>
                      <a:pt x="696182" y="130207"/>
                      <a:pt x="678371" y="137922"/>
                    </a:cubicBezTo>
                    <a:cubicBezTo>
                      <a:pt x="660559" y="145637"/>
                      <a:pt x="644843" y="156210"/>
                      <a:pt x="631698" y="169355"/>
                    </a:cubicBezTo>
                    <a:cubicBezTo>
                      <a:pt x="618554" y="182499"/>
                      <a:pt x="607981" y="198215"/>
                      <a:pt x="600266" y="216027"/>
                    </a:cubicBezTo>
                    <a:cubicBezTo>
                      <a:pt x="592550" y="233839"/>
                      <a:pt x="588645" y="253175"/>
                      <a:pt x="588645" y="273463"/>
                    </a:cubicBezTo>
                    <a:cubicBezTo>
                      <a:pt x="588645" y="293751"/>
                      <a:pt x="592360" y="313087"/>
                      <a:pt x="599694" y="330899"/>
                    </a:cubicBezTo>
                    <a:cubicBezTo>
                      <a:pt x="607028" y="348710"/>
                      <a:pt x="617315" y="364426"/>
                      <a:pt x="630269" y="377571"/>
                    </a:cubicBezTo>
                    <a:cubicBezTo>
                      <a:pt x="643223" y="390716"/>
                      <a:pt x="659130" y="401288"/>
                      <a:pt x="677513" y="409004"/>
                    </a:cubicBezTo>
                    <a:cubicBezTo>
                      <a:pt x="695897" y="416719"/>
                      <a:pt x="716280" y="420624"/>
                      <a:pt x="738092" y="420624"/>
                    </a:cubicBezTo>
                    <a:cubicBezTo>
                      <a:pt x="801148" y="420624"/>
                      <a:pt x="840391" y="391954"/>
                      <a:pt x="863918" y="365093"/>
                    </a:cubicBezTo>
                    <a:lnTo>
                      <a:pt x="810292" y="324231"/>
                    </a:lnTo>
                    <a:cubicBezTo>
                      <a:pt x="798957" y="337661"/>
                      <a:pt x="772192" y="355854"/>
                      <a:pt x="738664" y="355854"/>
                    </a:cubicBezTo>
                    <a:cubicBezTo>
                      <a:pt x="717614" y="355854"/>
                      <a:pt x="700373" y="350996"/>
                      <a:pt x="687229" y="341376"/>
                    </a:cubicBezTo>
                    <a:cubicBezTo>
                      <a:pt x="674084" y="331756"/>
                      <a:pt x="665036" y="318611"/>
                      <a:pt x="660368" y="302133"/>
                    </a:cubicBezTo>
                    <a:lnTo>
                      <a:pt x="659606" y="299466"/>
                    </a:lnTo>
                    <a:lnTo>
                      <a:pt x="881825" y="299466"/>
                    </a:lnTo>
                    <a:lnTo>
                      <a:pt x="881825" y="272796"/>
                    </a:lnTo>
                    <a:close/>
                    <a:moveTo>
                      <a:pt x="660368" y="246793"/>
                    </a:moveTo>
                    <a:cubicBezTo>
                      <a:pt x="660368" y="226124"/>
                      <a:pt x="684086" y="189929"/>
                      <a:pt x="735330" y="189929"/>
                    </a:cubicBezTo>
                    <a:cubicBezTo>
                      <a:pt x="786575" y="189929"/>
                      <a:pt x="810387" y="226028"/>
                      <a:pt x="810387" y="246698"/>
                    </a:cubicBezTo>
                    <a:lnTo>
                      <a:pt x="660368" y="246793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ea typeface="Intel Clear" panose="020B060402020302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E6ED56C7-8502-4EC0-A864-040B8DB9D862}"/>
                  </a:ext>
                </a:extLst>
              </p:cNvPr>
              <p:cNvSpPr/>
              <p:nvPr/>
            </p:nvSpPr>
            <p:spPr>
              <a:xfrm>
                <a:off x="2358770" y="6728469"/>
                <a:ext cx="79057" cy="79057"/>
              </a:xfrm>
              <a:custGeom>
                <a:avLst/>
                <a:gdLst>
                  <a:gd name="connsiteX0" fmla="*/ 39529 w 79057"/>
                  <a:gd name="connsiteY0" fmla="*/ 5620 h 79057"/>
                  <a:gd name="connsiteX1" fmla="*/ 73438 w 79057"/>
                  <a:gd name="connsiteY1" fmla="*/ 39529 h 79057"/>
                  <a:gd name="connsiteX2" fmla="*/ 39529 w 79057"/>
                  <a:gd name="connsiteY2" fmla="*/ 73438 h 79057"/>
                  <a:gd name="connsiteX3" fmla="*/ 5620 w 79057"/>
                  <a:gd name="connsiteY3" fmla="*/ 39529 h 79057"/>
                  <a:gd name="connsiteX4" fmla="*/ 39529 w 79057"/>
                  <a:gd name="connsiteY4" fmla="*/ 5620 h 79057"/>
                  <a:gd name="connsiteX5" fmla="*/ 39529 w 79057"/>
                  <a:gd name="connsiteY5" fmla="*/ 0 h 79057"/>
                  <a:gd name="connsiteX6" fmla="*/ 0 w 79057"/>
                  <a:gd name="connsiteY6" fmla="*/ 39529 h 79057"/>
                  <a:gd name="connsiteX7" fmla="*/ 39529 w 79057"/>
                  <a:gd name="connsiteY7" fmla="*/ 79058 h 79057"/>
                  <a:gd name="connsiteX8" fmla="*/ 79058 w 79057"/>
                  <a:gd name="connsiteY8" fmla="*/ 39529 h 79057"/>
                  <a:gd name="connsiteX9" fmla="*/ 39529 w 79057"/>
                  <a:gd name="connsiteY9" fmla="*/ 0 h 790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79057" h="79057">
                    <a:moveTo>
                      <a:pt x="39529" y="5620"/>
                    </a:moveTo>
                    <a:cubicBezTo>
                      <a:pt x="58198" y="5620"/>
                      <a:pt x="73438" y="20860"/>
                      <a:pt x="73438" y="39529"/>
                    </a:cubicBezTo>
                    <a:cubicBezTo>
                      <a:pt x="73438" y="58198"/>
                      <a:pt x="58198" y="73438"/>
                      <a:pt x="39529" y="73438"/>
                    </a:cubicBezTo>
                    <a:cubicBezTo>
                      <a:pt x="20860" y="73438"/>
                      <a:pt x="5620" y="58198"/>
                      <a:pt x="5620" y="39529"/>
                    </a:cubicBezTo>
                    <a:cubicBezTo>
                      <a:pt x="5620" y="20860"/>
                      <a:pt x="20860" y="5620"/>
                      <a:pt x="39529" y="5620"/>
                    </a:cubicBezTo>
                    <a:moveTo>
                      <a:pt x="39529" y="0"/>
                    </a:moveTo>
                    <a:cubicBezTo>
                      <a:pt x="17717" y="0"/>
                      <a:pt x="0" y="17717"/>
                      <a:pt x="0" y="39529"/>
                    </a:cubicBezTo>
                    <a:cubicBezTo>
                      <a:pt x="0" y="61341"/>
                      <a:pt x="17717" y="79058"/>
                      <a:pt x="39529" y="79058"/>
                    </a:cubicBezTo>
                    <a:cubicBezTo>
                      <a:pt x="61341" y="79058"/>
                      <a:pt x="79058" y="61341"/>
                      <a:pt x="79058" y="39529"/>
                    </a:cubicBezTo>
                    <a:cubicBezTo>
                      <a:pt x="79058" y="17717"/>
                      <a:pt x="61341" y="0"/>
                      <a:pt x="39529" y="0"/>
                    </a:cubicBezTo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ea typeface="Intel Clear" panose="020B060402020302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6C77F18A-71EB-4B46-8C22-E5C1ACCE6C40}"/>
                  </a:ext>
                </a:extLst>
              </p:cNvPr>
              <p:cNvSpPr/>
              <p:nvPr/>
            </p:nvSpPr>
            <p:spPr>
              <a:xfrm>
                <a:off x="2384869" y="6748090"/>
                <a:ext cx="30765" cy="39528"/>
              </a:xfrm>
              <a:custGeom>
                <a:avLst/>
                <a:gdLst>
                  <a:gd name="connsiteX0" fmla="*/ 16383 w 30765"/>
                  <a:gd name="connsiteY0" fmla="*/ 95 h 39528"/>
                  <a:gd name="connsiteX1" fmla="*/ 23051 w 30765"/>
                  <a:gd name="connsiteY1" fmla="*/ 1715 h 39528"/>
                  <a:gd name="connsiteX2" fmla="*/ 27718 w 30765"/>
                  <a:gd name="connsiteY2" fmla="*/ 6191 h 39528"/>
                  <a:gd name="connsiteX3" fmla="*/ 29337 w 30765"/>
                  <a:gd name="connsiteY3" fmla="*/ 12478 h 39528"/>
                  <a:gd name="connsiteX4" fmla="*/ 27146 w 30765"/>
                  <a:gd name="connsiteY4" fmla="*/ 19622 h 39528"/>
                  <a:gd name="connsiteX5" fmla="*/ 21812 w 30765"/>
                  <a:gd name="connsiteY5" fmla="*/ 23717 h 39528"/>
                  <a:gd name="connsiteX6" fmla="*/ 30766 w 30765"/>
                  <a:gd name="connsiteY6" fmla="*/ 39529 h 39528"/>
                  <a:gd name="connsiteX7" fmla="*/ 23717 w 30765"/>
                  <a:gd name="connsiteY7" fmla="*/ 39529 h 39528"/>
                  <a:gd name="connsiteX8" fmla="*/ 15526 w 30765"/>
                  <a:gd name="connsiteY8" fmla="*/ 24860 h 39528"/>
                  <a:gd name="connsiteX9" fmla="*/ 6191 w 30765"/>
                  <a:gd name="connsiteY9" fmla="*/ 24860 h 39528"/>
                  <a:gd name="connsiteX10" fmla="*/ 6191 w 30765"/>
                  <a:gd name="connsiteY10" fmla="*/ 39529 h 39528"/>
                  <a:gd name="connsiteX11" fmla="*/ 0 w 30765"/>
                  <a:gd name="connsiteY11" fmla="*/ 39529 h 39528"/>
                  <a:gd name="connsiteX12" fmla="*/ 0 w 30765"/>
                  <a:gd name="connsiteY12" fmla="*/ 0 h 39528"/>
                  <a:gd name="connsiteX13" fmla="*/ 16383 w 30765"/>
                  <a:gd name="connsiteY13" fmla="*/ 0 h 39528"/>
                  <a:gd name="connsiteX14" fmla="*/ 16383 w 30765"/>
                  <a:gd name="connsiteY14" fmla="*/ 19336 h 39528"/>
                  <a:gd name="connsiteX15" fmla="*/ 19907 w 30765"/>
                  <a:gd name="connsiteY15" fmla="*/ 18478 h 39528"/>
                  <a:gd name="connsiteX16" fmla="*/ 22289 w 30765"/>
                  <a:gd name="connsiteY16" fmla="*/ 16097 h 39528"/>
                  <a:gd name="connsiteX17" fmla="*/ 23146 w 30765"/>
                  <a:gd name="connsiteY17" fmla="*/ 12573 h 39528"/>
                  <a:gd name="connsiteX18" fmla="*/ 22289 w 30765"/>
                  <a:gd name="connsiteY18" fmla="*/ 9049 h 39528"/>
                  <a:gd name="connsiteX19" fmla="*/ 19907 w 30765"/>
                  <a:gd name="connsiteY19" fmla="*/ 6668 h 39528"/>
                  <a:gd name="connsiteX20" fmla="*/ 16383 w 30765"/>
                  <a:gd name="connsiteY20" fmla="*/ 5810 h 39528"/>
                  <a:gd name="connsiteX21" fmla="*/ 6191 w 30765"/>
                  <a:gd name="connsiteY21" fmla="*/ 5810 h 39528"/>
                  <a:gd name="connsiteX22" fmla="*/ 6191 w 30765"/>
                  <a:gd name="connsiteY22" fmla="*/ 19336 h 39528"/>
                  <a:gd name="connsiteX23" fmla="*/ 16383 w 30765"/>
                  <a:gd name="connsiteY23" fmla="*/ 19336 h 395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0765" h="39528">
                    <a:moveTo>
                      <a:pt x="16383" y="95"/>
                    </a:moveTo>
                    <a:cubicBezTo>
                      <a:pt x="18860" y="95"/>
                      <a:pt x="21050" y="667"/>
                      <a:pt x="23051" y="1715"/>
                    </a:cubicBezTo>
                    <a:cubicBezTo>
                      <a:pt x="25051" y="2762"/>
                      <a:pt x="26575" y="4286"/>
                      <a:pt x="27718" y="6191"/>
                    </a:cubicBezTo>
                    <a:cubicBezTo>
                      <a:pt x="28861" y="8096"/>
                      <a:pt x="29337" y="10192"/>
                      <a:pt x="29337" y="12478"/>
                    </a:cubicBezTo>
                    <a:cubicBezTo>
                      <a:pt x="29337" y="15335"/>
                      <a:pt x="28575" y="17717"/>
                      <a:pt x="27146" y="19622"/>
                    </a:cubicBezTo>
                    <a:cubicBezTo>
                      <a:pt x="25718" y="21527"/>
                      <a:pt x="23908" y="22860"/>
                      <a:pt x="21812" y="23717"/>
                    </a:cubicBezTo>
                    <a:lnTo>
                      <a:pt x="30766" y="39529"/>
                    </a:lnTo>
                    <a:lnTo>
                      <a:pt x="23717" y="39529"/>
                    </a:lnTo>
                    <a:lnTo>
                      <a:pt x="15526" y="24860"/>
                    </a:lnTo>
                    <a:lnTo>
                      <a:pt x="6191" y="24860"/>
                    </a:lnTo>
                    <a:lnTo>
                      <a:pt x="6191" y="39529"/>
                    </a:lnTo>
                    <a:lnTo>
                      <a:pt x="0" y="39529"/>
                    </a:lnTo>
                    <a:lnTo>
                      <a:pt x="0" y="0"/>
                    </a:lnTo>
                    <a:lnTo>
                      <a:pt x="16383" y="0"/>
                    </a:lnTo>
                    <a:close/>
                    <a:moveTo>
                      <a:pt x="16383" y="19336"/>
                    </a:moveTo>
                    <a:cubicBezTo>
                      <a:pt x="17717" y="19336"/>
                      <a:pt x="18860" y="19050"/>
                      <a:pt x="19907" y="18478"/>
                    </a:cubicBezTo>
                    <a:cubicBezTo>
                      <a:pt x="20955" y="17907"/>
                      <a:pt x="21717" y="17050"/>
                      <a:pt x="22289" y="16097"/>
                    </a:cubicBezTo>
                    <a:cubicBezTo>
                      <a:pt x="22860" y="15050"/>
                      <a:pt x="23146" y="13906"/>
                      <a:pt x="23146" y="12573"/>
                    </a:cubicBezTo>
                    <a:cubicBezTo>
                      <a:pt x="23146" y="11240"/>
                      <a:pt x="22860" y="10097"/>
                      <a:pt x="22289" y="9049"/>
                    </a:cubicBezTo>
                    <a:cubicBezTo>
                      <a:pt x="21717" y="8001"/>
                      <a:pt x="20860" y="7239"/>
                      <a:pt x="19907" y="6668"/>
                    </a:cubicBezTo>
                    <a:cubicBezTo>
                      <a:pt x="18860" y="6096"/>
                      <a:pt x="17717" y="5810"/>
                      <a:pt x="16383" y="5810"/>
                    </a:cubicBezTo>
                    <a:lnTo>
                      <a:pt x="6191" y="5810"/>
                    </a:lnTo>
                    <a:lnTo>
                      <a:pt x="6191" y="19336"/>
                    </a:lnTo>
                    <a:lnTo>
                      <a:pt x="16383" y="19336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ea typeface="Intel Clear" panose="020B0604020203020204" pitchFamily="34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758CE26D-A586-4A86-AA98-B9D850FBFCD7}"/>
                </a:ext>
              </a:extLst>
            </p:cNvPr>
            <p:cNvSpPr/>
            <p:nvPr userDrawn="1"/>
          </p:nvSpPr>
          <p:spPr>
            <a:xfrm>
              <a:off x="860457" y="4951823"/>
              <a:ext cx="158111" cy="158111"/>
            </a:xfrm>
            <a:prstGeom prst="rect">
              <a:avLst/>
            </a:prstGeom>
            <a:solidFill>
              <a:schemeClr val="accent4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7CE63CF4-E38C-42FE-9C75-CB2B3DEB5FBD}"/>
                </a:ext>
              </a:extLst>
            </p:cNvPr>
            <p:cNvSpPr/>
            <p:nvPr userDrawn="1"/>
          </p:nvSpPr>
          <p:spPr>
            <a:xfrm>
              <a:off x="573803" y="5104242"/>
              <a:ext cx="286654" cy="286654"/>
            </a:xfrm>
            <a:prstGeom prst="rect">
              <a:avLst/>
            </a:prstGeom>
            <a:solidFill>
              <a:schemeClr val="accent3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67E1EECF-CDF6-475D-8C89-D59E9C677475}"/>
                </a:ext>
              </a:extLst>
            </p:cNvPr>
            <p:cNvSpPr/>
            <p:nvPr userDrawn="1"/>
          </p:nvSpPr>
          <p:spPr>
            <a:xfrm>
              <a:off x="861107" y="5390896"/>
              <a:ext cx="610214" cy="610214"/>
            </a:xfrm>
            <a:prstGeom prst="rect">
              <a:avLst/>
            </a:prstGeom>
            <a:solidFill>
              <a:schemeClr val="accent4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B3AA05A6-FEDA-41DC-B943-5B1F42A56F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73803" y="0"/>
            <a:ext cx="4325371" cy="6392520"/>
            <a:chOff x="573803" y="0"/>
            <a:chExt cx="4325371" cy="639252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F200040-B841-47B7-8555-E0299CDC24FA}"/>
                </a:ext>
              </a:extLst>
            </p:cNvPr>
            <p:cNvSpPr/>
            <p:nvPr/>
          </p:nvSpPr>
          <p:spPr>
            <a:xfrm>
              <a:off x="1468406" y="0"/>
              <a:ext cx="3430768" cy="5390870"/>
            </a:xfrm>
            <a:prstGeom prst="rect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3AD8DF60-7E0A-43C5-81B6-9B3522A7A826}"/>
                </a:ext>
              </a:extLst>
            </p:cNvPr>
            <p:cNvGrpSpPr/>
            <p:nvPr/>
          </p:nvGrpSpPr>
          <p:grpSpPr>
            <a:xfrm>
              <a:off x="1468406" y="5995719"/>
              <a:ext cx="1059754" cy="396801"/>
              <a:chOff x="1314450" y="6391094"/>
              <a:chExt cx="1123377" cy="420623"/>
            </a:xfrm>
          </p:grpSpPr>
          <p:sp>
            <p:nvSpPr>
              <p:cNvPr id="9" name="Freeform: Shape 8">
                <a:extLst>
                  <a:ext uri="{FF2B5EF4-FFF2-40B4-BE49-F238E27FC236}">
                    <a16:creationId xmlns:a16="http://schemas.microsoft.com/office/drawing/2014/main" id="{0AC5EDAF-1FA5-4CEA-99CA-7D0E1F5DDF81}"/>
                  </a:ext>
                </a:extLst>
              </p:cNvPr>
              <p:cNvSpPr/>
              <p:nvPr/>
            </p:nvSpPr>
            <p:spPr>
              <a:xfrm>
                <a:off x="1314450" y="6396809"/>
                <a:ext cx="78581" cy="78581"/>
              </a:xfrm>
              <a:custGeom>
                <a:avLst/>
                <a:gdLst>
                  <a:gd name="connsiteX0" fmla="*/ 0 w 78581"/>
                  <a:gd name="connsiteY0" fmla="*/ 0 h 78581"/>
                  <a:gd name="connsiteX1" fmla="*/ 78581 w 78581"/>
                  <a:gd name="connsiteY1" fmla="*/ 0 h 78581"/>
                  <a:gd name="connsiteX2" fmla="*/ 78581 w 78581"/>
                  <a:gd name="connsiteY2" fmla="*/ 78581 h 78581"/>
                  <a:gd name="connsiteX3" fmla="*/ 0 w 78581"/>
                  <a:gd name="connsiteY3" fmla="*/ 78581 h 785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581" h="78581">
                    <a:moveTo>
                      <a:pt x="0" y="0"/>
                    </a:moveTo>
                    <a:lnTo>
                      <a:pt x="78581" y="0"/>
                    </a:lnTo>
                    <a:lnTo>
                      <a:pt x="78581" y="78581"/>
                    </a:lnTo>
                    <a:lnTo>
                      <a:pt x="0" y="78581"/>
                    </a:lnTo>
                    <a:close/>
                  </a:path>
                </a:pathLst>
              </a:custGeom>
              <a:solidFill>
                <a:srgbClr val="00B2E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ea typeface="Intel Clear" panose="020B060402020302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5731A324-874D-4D3D-95F1-8AE3303E2272}"/>
                  </a:ext>
                </a:extLst>
              </p:cNvPr>
              <p:cNvSpPr/>
              <p:nvPr/>
            </p:nvSpPr>
            <p:spPr>
              <a:xfrm>
                <a:off x="1316545" y="6391094"/>
                <a:ext cx="995171" cy="420623"/>
              </a:xfrm>
              <a:custGeom>
                <a:avLst/>
                <a:gdLst>
                  <a:gd name="connsiteX0" fmla="*/ 74486 w 995171"/>
                  <a:gd name="connsiteY0" fmla="*/ 131921 h 420623"/>
                  <a:gd name="connsiteX1" fmla="*/ 0 w 995171"/>
                  <a:gd name="connsiteY1" fmla="*/ 131921 h 420623"/>
                  <a:gd name="connsiteX2" fmla="*/ 0 w 995171"/>
                  <a:gd name="connsiteY2" fmla="*/ 414719 h 420623"/>
                  <a:gd name="connsiteX3" fmla="*/ 74486 w 995171"/>
                  <a:gd name="connsiteY3" fmla="*/ 414719 h 420623"/>
                  <a:gd name="connsiteX4" fmla="*/ 74486 w 995171"/>
                  <a:gd name="connsiteY4" fmla="*/ 131921 h 420623"/>
                  <a:gd name="connsiteX5" fmla="*/ 568262 w 995171"/>
                  <a:gd name="connsiteY5" fmla="*/ 417576 h 420623"/>
                  <a:gd name="connsiteX6" fmla="*/ 568262 w 995171"/>
                  <a:gd name="connsiteY6" fmla="*/ 348234 h 420623"/>
                  <a:gd name="connsiteX7" fmla="*/ 541306 w 995171"/>
                  <a:gd name="connsiteY7" fmla="*/ 346520 h 420623"/>
                  <a:gd name="connsiteX8" fmla="*/ 523780 w 995171"/>
                  <a:gd name="connsiteY8" fmla="*/ 338804 h 420623"/>
                  <a:gd name="connsiteX9" fmla="*/ 516065 w 995171"/>
                  <a:gd name="connsiteY9" fmla="*/ 321945 h 420623"/>
                  <a:gd name="connsiteX10" fmla="*/ 514350 w 995171"/>
                  <a:gd name="connsiteY10" fmla="*/ 294608 h 420623"/>
                  <a:gd name="connsiteX11" fmla="*/ 514350 w 995171"/>
                  <a:gd name="connsiteY11" fmla="*/ 195644 h 420623"/>
                  <a:gd name="connsiteX12" fmla="*/ 568262 w 995171"/>
                  <a:gd name="connsiteY12" fmla="*/ 195644 h 420623"/>
                  <a:gd name="connsiteX13" fmla="*/ 568262 w 995171"/>
                  <a:gd name="connsiteY13" fmla="*/ 131921 h 420623"/>
                  <a:gd name="connsiteX14" fmla="*/ 514350 w 995171"/>
                  <a:gd name="connsiteY14" fmla="*/ 131921 h 420623"/>
                  <a:gd name="connsiteX15" fmla="*/ 514350 w 995171"/>
                  <a:gd name="connsiteY15" fmla="*/ 21812 h 420623"/>
                  <a:gd name="connsiteX16" fmla="*/ 439865 w 995171"/>
                  <a:gd name="connsiteY16" fmla="*/ 21812 h 420623"/>
                  <a:gd name="connsiteX17" fmla="*/ 439865 w 995171"/>
                  <a:gd name="connsiteY17" fmla="*/ 295180 h 420623"/>
                  <a:gd name="connsiteX18" fmla="*/ 445865 w 995171"/>
                  <a:gd name="connsiteY18" fmla="*/ 353473 h 420623"/>
                  <a:gd name="connsiteX19" fmla="*/ 465677 w 995171"/>
                  <a:gd name="connsiteY19" fmla="*/ 391001 h 420623"/>
                  <a:gd name="connsiteX20" fmla="*/ 502063 w 995171"/>
                  <a:gd name="connsiteY20" fmla="*/ 411385 h 420623"/>
                  <a:gd name="connsiteX21" fmla="*/ 558927 w 995171"/>
                  <a:gd name="connsiteY21" fmla="*/ 417671 h 420623"/>
                  <a:gd name="connsiteX22" fmla="*/ 568262 w 995171"/>
                  <a:gd name="connsiteY22" fmla="*/ 417671 h 420623"/>
                  <a:gd name="connsiteX23" fmla="*/ 995172 w 995171"/>
                  <a:gd name="connsiteY23" fmla="*/ 0 h 420623"/>
                  <a:gd name="connsiteX24" fmla="*/ 920687 w 995171"/>
                  <a:gd name="connsiteY24" fmla="*/ 0 h 420623"/>
                  <a:gd name="connsiteX25" fmla="*/ 920687 w 995171"/>
                  <a:gd name="connsiteY25" fmla="*/ 414719 h 420623"/>
                  <a:gd name="connsiteX26" fmla="*/ 995172 w 995171"/>
                  <a:gd name="connsiteY26" fmla="*/ 414719 h 420623"/>
                  <a:gd name="connsiteX27" fmla="*/ 995172 w 995171"/>
                  <a:gd name="connsiteY27" fmla="*/ 0 h 420623"/>
                  <a:gd name="connsiteX28" fmla="*/ 367951 w 995171"/>
                  <a:gd name="connsiteY28" fmla="*/ 159830 h 420623"/>
                  <a:gd name="connsiteX29" fmla="*/ 281273 w 995171"/>
                  <a:gd name="connsiteY29" fmla="*/ 126206 h 420623"/>
                  <a:gd name="connsiteX30" fmla="*/ 232410 w 995171"/>
                  <a:gd name="connsiteY30" fmla="*/ 137065 h 420623"/>
                  <a:gd name="connsiteX31" fmla="*/ 195358 w 995171"/>
                  <a:gd name="connsiteY31" fmla="*/ 167259 h 420623"/>
                  <a:gd name="connsiteX32" fmla="*/ 191262 w 995171"/>
                  <a:gd name="connsiteY32" fmla="*/ 172498 h 420623"/>
                  <a:gd name="connsiteX33" fmla="*/ 191262 w 995171"/>
                  <a:gd name="connsiteY33" fmla="*/ 167831 h 420623"/>
                  <a:gd name="connsiteX34" fmla="*/ 191262 w 995171"/>
                  <a:gd name="connsiteY34" fmla="*/ 132017 h 420623"/>
                  <a:gd name="connsiteX35" fmla="*/ 117920 w 995171"/>
                  <a:gd name="connsiteY35" fmla="*/ 132017 h 420623"/>
                  <a:gd name="connsiteX36" fmla="*/ 117920 w 995171"/>
                  <a:gd name="connsiteY36" fmla="*/ 414814 h 420623"/>
                  <a:gd name="connsiteX37" fmla="*/ 191929 w 995171"/>
                  <a:gd name="connsiteY37" fmla="*/ 414814 h 420623"/>
                  <a:gd name="connsiteX38" fmla="*/ 191929 w 995171"/>
                  <a:gd name="connsiteY38" fmla="*/ 264128 h 420623"/>
                  <a:gd name="connsiteX39" fmla="*/ 192024 w 995171"/>
                  <a:gd name="connsiteY39" fmla="*/ 274606 h 420623"/>
                  <a:gd name="connsiteX40" fmla="*/ 192119 w 995171"/>
                  <a:gd name="connsiteY40" fmla="*/ 269558 h 420623"/>
                  <a:gd name="connsiteX41" fmla="*/ 211741 w 995171"/>
                  <a:gd name="connsiteY41" fmla="*/ 210884 h 420623"/>
                  <a:gd name="connsiteX42" fmla="*/ 258985 w 995171"/>
                  <a:gd name="connsiteY42" fmla="*/ 190786 h 420623"/>
                  <a:gd name="connsiteX43" fmla="*/ 307753 w 995171"/>
                  <a:gd name="connsiteY43" fmla="*/ 210407 h 420623"/>
                  <a:gd name="connsiteX44" fmla="*/ 323945 w 995171"/>
                  <a:gd name="connsiteY44" fmla="*/ 264605 h 420623"/>
                  <a:gd name="connsiteX45" fmla="*/ 323945 w 995171"/>
                  <a:gd name="connsiteY45" fmla="*/ 264605 h 420623"/>
                  <a:gd name="connsiteX46" fmla="*/ 323945 w 995171"/>
                  <a:gd name="connsiteY46" fmla="*/ 265176 h 420623"/>
                  <a:gd name="connsiteX47" fmla="*/ 323945 w 995171"/>
                  <a:gd name="connsiteY47" fmla="*/ 265271 h 420623"/>
                  <a:gd name="connsiteX48" fmla="*/ 323945 w 995171"/>
                  <a:gd name="connsiteY48" fmla="*/ 414814 h 420623"/>
                  <a:gd name="connsiteX49" fmla="*/ 399098 w 995171"/>
                  <a:gd name="connsiteY49" fmla="*/ 414814 h 420623"/>
                  <a:gd name="connsiteX50" fmla="*/ 399098 w 995171"/>
                  <a:gd name="connsiteY50" fmla="*/ 254222 h 420623"/>
                  <a:gd name="connsiteX51" fmla="*/ 367951 w 995171"/>
                  <a:gd name="connsiteY51" fmla="*/ 159830 h 420623"/>
                  <a:gd name="connsiteX52" fmla="*/ 881825 w 995171"/>
                  <a:gd name="connsiteY52" fmla="*/ 272796 h 420623"/>
                  <a:gd name="connsiteX53" fmla="*/ 871061 w 995171"/>
                  <a:gd name="connsiteY53" fmla="*/ 215646 h 420623"/>
                  <a:gd name="connsiteX54" fmla="*/ 841057 w 995171"/>
                  <a:gd name="connsiteY54" fmla="*/ 168974 h 420623"/>
                  <a:gd name="connsiteX55" fmla="*/ 794957 w 995171"/>
                  <a:gd name="connsiteY55" fmla="*/ 137636 h 420623"/>
                  <a:gd name="connsiteX56" fmla="*/ 735806 w 995171"/>
                  <a:gd name="connsiteY56" fmla="*/ 126302 h 420623"/>
                  <a:gd name="connsiteX57" fmla="*/ 678371 w 995171"/>
                  <a:gd name="connsiteY57" fmla="*/ 137922 h 420623"/>
                  <a:gd name="connsiteX58" fmla="*/ 631698 w 995171"/>
                  <a:gd name="connsiteY58" fmla="*/ 169355 h 420623"/>
                  <a:gd name="connsiteX59" fmla="*/ 600266 w 995171"/>
                  <a:gd name="connsiteY59" fmla="*/ 216027 h 420623"/>
                  <a:gd name="connsiteX60" fmla="*/ 588645 w 995171"/>
                  <a:gd name="connsiteY60" fmla="*/ 273463 h 420623"/>
                  <a:gd name="connsiteX61" fmla="*/ 599694 w 995171"/>
                  <a:gd name="connsiteY61" fmla="*/ 330899 h 420623"/>
                  <a:gd name="connsiteX62" fmla="*/ 630269 w 995171"/>
                  <a:gd name="connsiteY62" fmla="*/ 377571 h 420623"/>
                  <a:gd name="connsiteX63" fmla="*/ 677513 w 995171"/>
                  <a:gd name="connsiteY63" fmla="*/ 409004 h 420623"/>
                  <a:gd name="connsiteX64" fmla="*/ 738092 w 995171"/>
                  <a:gd name="connsiteY64" fmla="*/ 420624 h 420623"/>
                  <a:gd name="connsiteX65" fmla="*/ 863918 w 995171"/>
                  <a:gd name="connsiteY65" fmla="*/ 365093 h 420623"/>
                  <a:gd name="connsiteX66" fmla="*/ 810292 w 995171"/>
                  <a:gd name="connsiteY66" fmla="*/ 324231 h 420623"/>
                  <a:gd name="connsiteX67" fmla="*/ 738664 w 995171"/>
                  <a:gd name="connsiteY67" fmla="*/ 355854 h 420623"/>
                  <a:gd name="connsiteX68" fmla="*/ 687229 w 995171"/>
                  <a:gd name="connsiteY68" fmla="*/ 341376 h 420623"/>
                  <a:gd name="connsiteX69" fmla="*/ 660368 w 995171"/>
                  <a:gd name="connsiteY69" fmla="*/ 302133 h 420623"/>
                  <a:gd name="connsiteX70" fmla="*/ 659606 w 995171"/>
                  <a:gd name="connsiteY70" fmla="*/ 299466 h 420623"/>
                  <a:gd name="connsiteX71" fmla="*/ 881825 w 995171"/>
                  <a:gd name="connsiteY71" fmla="*/ 299466 h 420623"/>
                  <a:gd name="connsiteX72" fmla="*/ 881825 w 995171"/>
                  <a:gd name="connsiteY72" fmla="*/ 272796 h 420623"/>
                  <a:gd name="connsiteX73" fmla="*/ 660368 w 995171"/>
                  <a:gd name="connsiteY73" fmla="*/ 246793 h 420623"/>
                  <a:gd name="connsiteX74" fmla="*/ 735330 w 995171"/>
                  <a:gd name="connsiteY74" fmla="*/ 189929 h 420623"/>
                  <a:gd name="connsiteX75" fmla="*/ 810387 w 995171"/>
                  <a:gd name="connsiteY75" fmla="*/ 246698 h 420623"/>
                  <a:gd name="connsiteX76" fmla="*/ 660368 w 995171"/>
                  <a:gd name="connsiteY76" fmla="*/ 246793 h 4206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</a:cxnLst>
                <a:rect l="l" t="t" r="r" b="b"/>
                <a:pathLst>
                  <a:path w="995171" h="420623">
                    <a:moveTo>
                      <a:pt x="74486" y="131921"/>
                    </a:moveTo>
                    <a:lnTo>
                      <a:pt x="0" y="131921"/>
                    </a:lnTo>
                    <a:lnTo>
                      <a:pt x="0" y="414719"/>
                    </a:lnTo>
                    <a:lnTo>
                      <a:pt x="74486" y="414719"/>
                    </a:lnTo>
                    <a:lnTo>
                      <a:pt x="74486" y="131921"/>
                    </a:lnTo>
                    <a:close/>
                    <a:moveTo>
                      <a:pt x="568262" y="417576"/>
                    </a:moveTo>
                    <a:lnTo>
                      <a:pt x="568262" y="348234"/>
                    </a:lnTo>
                    <a:cubicBezTo>
                      <a:pt x="557308" y="348139"/>
                      <a:pt x="548259" y="347567"/>
                      <a:pt x="541306" y="346520"/>
                    </a:cubicBezTo>
                    <a:cubicBezTo>
                      <a:pt x="533591" y="345281"/>
                      <a:pt x="527685" y="342710"/>
                      <a:pt x="523780" y="338804"/>
                    </a:cubicBezTo>
                    <a:cubicBezTo>
                      <a:pt x="519875" y="334899"/>
                      <a:pt x="517303" y="329184"/>
                      <a:pt x="516065" y="321945"/>
                    </a:cubicBezTo>
                    <a:cubicBezTo>
                      <a:pt x="514922" y="314992"/>
                      <a:pt x="514350" y="305753"/>
                      <a:pt x="514350" y="294608"/>
                    </a:cubicBezTo>
                    <a:lnTo>
                      <a:pt x="514350" y="195644"/>
                    </a:lnTo>
                    <a:lnTo>
                      <a:pt x="568262" y="195644"/>
                    </a:lnTo>
                    <a:lnTo>
                      <a:pt x="568262" y="131921"/>
                    </a:lnTo>
                    <a:lnTo>
                      <a:pt x="514350" y="131921"/>
                    </a:lnTo>
                    <a:lnTo>
                      <a:pt x="514350" y="21812"/>
                    </a:lnTo>
                    <a:lnTo>
                      <a:pt x="439865" y="21812"/>
                    </a:lnTo>
                    <a:lnTo>
                      <a:pt x="439865" y="295180"/>
                    </a:lnTo>
                    <a:cubicBezTo>
                      <a:pt x="439865" y="318230"/>
                      <a:pt x="441865" y="337852"/>
                      <a:pt x="445865" y="353473"/>
                    </a:cubicBezTo>
                    <a:cubicBezTo>
                      <a:pt x="449771" y="368903"/>
                      <a:pt x="456438" y="381572"/>
                      <a:pt x="465677" y="391001"/>
                    </a:cubicBezTo>
                    <a:cubicBezTo>
                      <a:pt x="474917" y="400431"/>
                      <a:pt x="487204" y="407289"/>
                      <a:pt x="502063" y="411385"/>
                    </a:cubicBezTo>
                    <a:cubicBezTo>
                      <a:pt x="517112" y="415481"/>
                      <a:pt x="536258" y="417671"/>
                      <a:pt x="558927" y="417671"/>
                    </a:cubicBezTo>
                    <a:lnTo>
                      <a:pt x="568262" y="417671"/>
                    </a:lnTo>
                    <a:close/>
                    <a:moveTo>
                      <a:pt x="995172" y="0"/>
                    </a:moveTo>
                    <a:lnTo>
                      <a:pt x="920687" y="0"/>
                    </a:lnTo>
                    <a:lnTo>
                      <a:pt x="920687" y="414719"/>
                    </a:lnTo>
                    <a:lnTo>
                      <a:pt x="995172" y="414719"/>
                    </a:lnTo>
                    <a:lnTo>
                      <a:pt x="995172" y="0"/>
                    </a:lnTo>
                    <a:close/>
                    <a:moveTo>
                      <a:pt x="367951" y="159830"/>
                    </a:moveTo>
                    <a:cubicBezTo>
                      <a:pt x="347282" y="137541"/>
                      <a:pt x="318135" y="126206"/>
                      <a:pt x="281273" y="126206"/>
                    </a:cubicBezTo>
                    <a:cubicBezTo>
                      <a:pt x="263462" y="126206"/>
                      <a:pt x="247079" y="129921"/>
                      <a:pt x="232410" y="137065"/>
                    </a:cubicBezTo>
                    <a:cubicBezTo>
                      <a:pt x="217742" y="144304"/>
                      <a:pt x="205264" y="154496"/>
                      <a:pt x="195358" y="167259"/>
                    </a:cubicBezTo>
                    <a:lnTo>
                      <a:pt x="191262" y="172498"/>
                    </a:lnTo>
                    <a:lnTo>
                      <a:pt x="191262" y="167831"/>
                    </a:lnTo>
                    <a:lnTo>
                      <a:pt x="191262" y="132017"/>
                    </a:lnTo>
                    <a:lnTo>
                      <a:pt x="117920" y="132017"/>
                    </a:lnTo>
                    <a:lnTo>
                      <a:pt x="117920" y="414814"/>
                    </a:lnTo>
                    <a:lnTo>
                      <a:pt x="191929" y="414814"/>
                    </a:lnTo>
                    <a:lnTo>
                      <a:pt x="191929" y="264128"/>
                    </a:lnTo>
                    <a:lnTo>
                      <a:pt x="192024" y="274606"/>
                    </a:lnTo>
                    <a:cubicBezTo>
                      <a:pt x="192024" y="272891"/>
                      <a:pt x="192024" y="271177"/>
                      <a:pt x="192119" y="269558"/>
                    </a:cubicBezTo>
                    <a:cubicBezTo>
                      <a:pt x="192881" y="243173"/>
                      <a:pt x="199454" y="223456"/>
                      <a:pt x="211741" y="210884"/>
                    </a:cubicBezTo>
                    <a:cubicBezTo>
                      <a:pt x="224790" y="197549"/>
                      <a:pt x="240697" y="190786"/>
                      <a:pt x="258985" y="190786"/>
                    </a:cubicBezTo>
                    <a:cubicBezTo>
                      <a:pt x="280511" y="190786"/>
                      <a:pt x="296894" y="197358"/>
                      <a:pt x="307753" y="210407"/>
                    </a:cubicBezTo>
                    <a:cubicBezTo>
                      <a:pt x="318421" y="223171"/>
                      <a:pt x="323850" y="241364"/>
                      <a:pt x="323945" y="264605"/>
                    </a:cubicBezTo>
                    <a:lnTo>
                      <a:pt x="323945" y="264605"/>
                    </a:lnTo>
                    <a:lnTo>
                      <a:pt x="323945" y="265176"/>
                    </a:lnTo>
                    <a:lnTo>
                      <a:pt x="323945" y="265271"/>
                    </a:lnTo>
                    <a:lnTo>
                      <a:pt x="323945" y="414814"/>
                    </a:lnTo>
                    <a:lnTo>
                      <a:pt x="399098" y="414814"/>
                    </a:lnTo>
                    <a:lnTo>
                      <a:pt x="399098" y="254222"/>
                    </a:lnTo>
                    <a:cubicBezTo>
                      <a:pt x="399193" y="213931"/>
                      <a:pt x="388620" y="182118"/>
                      <a:pt x="367951" y="159830"/>
                    </a:cubicBezTo>
                    <a:moveTo>
                      <a:pt x="881825" y="272796"/>
                    </a:moveTo>
                    <a:cubicBezTo>
                      <a:pt x="881825" y="252508"/>
                      <a:pt x="878205" y="233267"/>
                      <a:pt x="871061" y="215646"/>
                    </a:cubicBezTo>
                    <a:cubicBezTo>
                      <a:pt x="863918" y="198025"/>
                      <a:pt x="853821" y="182309"/>
                      <a:pt x="841057" y="168974"/>
                    </a:cubicBezTo>
                    <a:cubicBezTo>
                      <a:pt x="828294" y="155639"/>
                      <a:pt x="812768" y="145066"/>
                      <a:pt x="794957" y="137636"/>
                    </a:cubicBezTo>
                    <a:cubicBezTo>
                      <a:pt x="777145" y="130112"/>
                      <a:pt x="757238" y="126302"/>
                      <a:pt x="735806" y="126302"/>
                    </a:cubicBezTo>
                    <a:cubicBezTo>
                      <a:pt x="715518" y="126302"/>
                      <a:pt x="696182" y="130207"/>
                      <a:pt x="678371" y="137922"/>
                    </a:cubicBezTo>
                    <a:cubicBezTo>
                      <a:pt x="660559" y="145637"/>
                      <a:pt x="644843" y="156210"/>
                      <a:pt x="631698" y="169355"/>
                    </a:cubicBezTo>
                    <a:cubicBezTo>
                      <a:pt x="618554" y="182499"/>
                      <a:pt x="607981" y="198215"/>
                      <a:pt x="600266" y="216027"/>
                    </a:cubicBezTo>
                    <a:cubicBezTo>
                      <a:pt x="592550" y="233839"/>
                      <a:pt x="588645" y="253175"/>
                      <a:pt x="588645" y="273463"/>
                    </a:cubicBezTo>
                    <a:cubicBezTo>
                      <a:pt x="588645" y="293751"/>
                      <a:pt x="592360" y="313087"/>
                      <a:pt x="599694" y="330899"/>
                    </a:cubicBezTo>
                    <a:cubicBezTo>
                      <a:pt x="607028" y="348710"/>
                      <a:pt x="617315" y="364426"/>
                      <a:pt x="630269" y="377571"/>
                    </a:cubicBezTo>
                    <a:cubicBezTo>
                      <a:pt x="643223" y="390716"/>
                      <a:pt x="659130" y="401288"/>
                      <a:pt x="677513" y="409004"/>
                    </a:cubicBezTo>
                    <a:cubicBezTo>
                      <a:pt x="695897" y="416719"/>
                      <a:pt x="716280" y="420624"/>
                      <a:pt x="738092" y="420624"/>
                    </a:cubicBezTo>
                    <a:cubicBezTo>
                      <a:pt x="801148" y="420624"/>
                      <a:pt x="840391" y="391954"/>
                      <a:pt x="863918" y="365093"/>
                    </a:cubicBezTo>
                    <a:lnTo>
                      <a:pt x="810292" y="324231"/>
                    </a:lnTo>
                    <a:cubicBezTo>
                      <a:pt x="798957" y="337661"/>
                      <a:pt x="772192" y="355854"/>
                      <a:pt x="738664" y="355854"/>
                    </a:cubicBezTo>
                    <a:cubicBezTo>
                      <a:pt x="717614" y="355854"/>
                      <a:pt x="700373" y="350996"/>
                      <a:pt x="687229" y="341376"/>
                    </a:cubicBezTo>
                    <a:cubicBezTo>
                      <a:pt x="674084" y="331756"/>
                      <a:pt x="665036" y="318611"/>
                      <a:pt x="660368" y="302133"/>
                    </a:cubicBezTo>
                    <a:lnTo>
                      <a:pt x="659606" y="299466"/>
                    </a:lnTo>
                    <a:lnTo>
                      <a:pt x="881825" y="299466"/>
                    </a:lnTo>
                    <a:lnTo>
                      <a:pt x="881825" y="272796"/>
                    </a:lnTo>
                    <a:close/>
                    <a:moveTo>
                      <a:pt x="660368" y="246793"/>
                    </a:moveTo>
                    <a:cubicBezTo>
                      <a:pt x="660368" y="226124"/>
                      <a:pt x="684086" y="189929"/>
                      <a:pt x="735330" y="189929"/>
                    </a:cubicBezTo>
                    <a:cubicBezTo>
                      <a:pt x="786575" y="189929"/>
                      <a:pt x="810387" y="226028"/>
                      <a:pt x="810387" y="246698"/>
                    </a:cubicBezTo>
                    <a:lnTo>
                      <a:pt x="660368" y="246793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ea typeface="Intel Clear" panose="020B060402020302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934E3A93-BFC9-49AD-8CF7-7EDF2A13157E}"/>
                  </a:ext>
                </a:extLst>
              </p:cNvPr>
              <p:cNvSpPr/>
              <p:nvPr/>
            </p:nvSpPr>
            <p:spPr>
              <a:xfrm>
                <a:off x="2358770" y="6728469"/>
                <a:ext cx="79057" cy="79057"/>
              </a:xfrm>
              <a:custGeom>
                <a:avLst/>
                <a:gdLst>
                  <a:gd name="connsiteX0" fmla="*/ 39529 w 79057"/>
                  <a:gd name="connsiteY0" fmla="*/ 5620 h 79057"/>
                  <a:gd name="connsiteX1" fmla="*/ 73438 w 79057"/>
                  <a:gd name="connsiteY1" fmla="*/ 39529 h 79057"/>
                  <a:gd name="connsiteX2" fmla="*/ 39529 w 79057"/>
                  <a:gd name="connsiteY2" fmla="*/ 73438 h 79057"/>
                  <a:gd name="connsiteX3" fmla="*/ 5620 w 79057"/>
                  <a:gd name="connsiteY3" fmla="*/ 39529 h 79057"/>
                  <a:gd name="connsiteX4" fmla="*/ 39529 w 79057"/>
                  <a:gd name="connsiteY4" fmla="*/ 5620 h 79057"/>
                  <a:gd name="connsiteX5" fmla="*/ 39529 w 79057"/>
                  <a:gd name="connsiteY5" fmla="*/ 0 h 79057"/>
                  <a:gd name="connsiteX6" fmla="*/ 0 w 79057"/>
                  <a:gd name="connsiteY6" fmla="*/ 39529 h 79057"/>
                  <a:gd name="connsiteX7" fmla="*/ 39529 w 79057"/>
                  <a:gd name="connsiteY7" fmla="*/ 79058 h 79057"/>
                  <a:gd name="connsiteX8" fmla="*/ 79058 w 79057"/>
                  <a:gd name="connsiteY8" fmla="*/ 39529 h 79057"/>
                  <a:gd name="connsiteX9" fmla="*/ 39529 w 79057"/>
                  <a:gd name="connsiteY9" fmla="*/ 0 h 790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79057" h="79057">
                    <a:moveTo>
                      <a:pt x="39529" y="5620"/>
                    </a:moveTo>
                    <a:cubicBezTo>
                      <a:pt x="58198" y="5620"/>
                      <a:pt x="73438" y="20860"/>
                      <a:pt x="73438" y="39529"/>
                    </a:cubicBezTo>
                    <a:cubicBezTo>
                      <a:pt x="73438" y="58198"/>
                      <a:pt x="58198" y="73438"/>
                      <a:pt x="39529" y="73438"/>
                    </a:cubicBezTo>
                    <a:cubicBezTo>
                      <a:pt x="20860" y="73438"/>
                      <a:pt x="5620" y="58198"/>
                      <a:pt x="5620" y="39529"/>
                    </a:cubicBezTo>
                    <a:cubicBezTo>
                      <a:pt x="5620" y="20860"/>
                      <a:pt x="20860" y="5620"/>
                      <a:pt x="39529" y="5620"/>
                    </a:cubicBezTo>
                    <a:moveTo>
                      <a:pt x="39529" y="0"/>
                    </a:moveTo>
                    <a:cubicBezTo>
                      <a:pt x="17717" y="0"/>
                      <a:pt x="0" y="17717"/>
                      <a:pt x="0" y="39529"/>
                    </a:cubicBezTo>
                    <a:cubicBezTo>
                      <a:pt x="0" y="61341"/>
                      <a:pt x="17717" y="79058"/>
                      <a:pt x="39529" y="79058"/>
                    </a:cubicBezTo>
                    <a:cubicBezTo>
                      <a:pt x="61341" y="79058"/>
                      <a:pt x="79058" y="61341"/>
                      <a:pt x="79058" y="39529"/>
                    </a:cubicBezTo>
                    <a:cubicBezTo>
                      <a:pt x="79058" y="17717"/>
                      <a:pt x="61341" y="0"/>
                      <a:pt x="39529" y="0"/>
                    </a:cubicBezTo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ea typeface="Intel Clear" panose="020B060402020302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839DD8F2-C56B-454C-9A84-A663F83DB6CE}"/>
                  </a:ext>
                </a:extLst>
              </p:cNvPr>
              <p:cNvSpPr/>
              <p:nvPr/>
            </p:nvSpPr>
            <p:spPr>
              <a:xfrm>
                <a:off x="2384869" y="6748090"/>
                <a:ext cx="30765" cy="39528"/>
              </a:xfrm>
              <a:custGeom>
                <a:avLst/>
                <a:gdLst>
                  <a:gd name="connsiteX0" fmla="*/ 16383 w 30765"/>
                  <a:gd name="connsiteY0" fmla="*/ 95 h 39528"/>
                  <a:gd name="connsiteX1" fmla="*/ 23051 w 30765"/>
                  <a:gd name="connsiteY1" fmla="*/ 1715 h 39528"/>
                  <a:gd name="connsiteX2" fmla="*/ 27718 w 30765"/>
                  <a:gd name="connsiteY2" fmla="*/ 6191 h 39528"/>
                  <a:gd name="connsiteX3" fmla="*/ 29337 w 30765"/>
                  <a:gd name="connsiteY3" fmla="*/ 12478 h 39528"/>
                  <a:gd name="connsiteX4" fmla="*/ 27146 w 30765"/>
                  <a:gd name="connsiteY4" fmla="*/ 19622 h 39528"/>
                  <a:gd name="connsiteX5" fmla="*/ 21812 w 30765"/>
                  <a:gd name="connsiteY5" fmla="*/ 23717 h 39528"/>
                  <a:gd name="connsiteX6" fmla="*/ 30766 w 30765"/>
                  <a:gd name="connsiteY6" fmla="*/ 39529 h 39528"/>
                  <a:gd name="connsiteX7" fmla="*/ 23717 w 30765"/>
                  <a:gd name="connsiteY7" fmla="*/ 39529 h 39528"/>
                  <a:gd name="connsiteX8" fmla="*/ 15526 w 30765"/>
                  <a:gd name="connsiteY8" fmla="*/ 24860 h 39528"/>
                  <a:gd name="connsiteX9" fmla="*/ 6191 w 30765"/>
                  <a:gd name="connsiteY9" fmla="*/ 24860 h 39528"/>
                  <a:gd name="connsiteX10" fmla="*/ 6191 w 30765"/>
                  <a:gd name="connsiteY10" fmla="*/ 39529 h 39528"/>
                  <a:gd name="connsiteX11" fmla="*/ 0 w 30765"/>
                  <a:gd name="connsiteY11" fmla="*/ 39529 h 39528"/>
                  <a:gd name="connsiteX12" fmla="*/ 0 w 30765"/>
                  <a:gd name="connsiteY12" fmla="*/ 0 h 39528"/>
                  <a:gd name="connsiteX13" fmla="*/ 16383 w 30765"/>
                  <a:gd name="connsiteY13" fmla="*/ 0 h 39528"/>
                  <a:gd name="connsiteX14" fmla="*/ 16383 w 30765"/>
                  <a:gd name="connsiteY14" fmla="*/ 19336 h 39528"/>
                  <a:gd name="connsiteX15" fmla="*/ 19907 w 30765"/>
                  <a:gd name="connsiteY15" fmla="*/ 18478 h 39528"/>
                  <a:gd name="connsiteX16" fmla="*/ 22289 w 30765"/>
                  <a:gd name="connsiteY16" fmla="*/ 16097 h 39528"/>
                  <a:gd name="connsiteX17" fmla="*/ 23146 w 30765"/>
                  <a:gd name="connsiteY17" fmla="*/ 12573 h 39528"/>
                  <a:gd name="connsiteX18" fmla="*/ 22289 w 30765"/>
                  <a:gd name="connsiteY18" fmla="*/ 9049 h 39528"/>
                  <a:gd name="connsiteX19" fmla="*/ 19907 w 30765"/>
                  <a:gd name="connsiteY19" fmla="*/ 6668 h 39528"/>
                  <a:gd name="connsiteX20" fmla="*/ 16383 w 30765"/>
                  <a:gd name="connsiteY20" fmla="*/ 5810 h 39528"/>
                  <a:gd name="connsiteX21" fmla="*/ 6191 w 30765"/>
                  <a:gd name="connsiteY21" fmla="*/ 5810 h 39528"/>
                  <a:gd name="connsiteX22" fmla="*/ 6191 w 30765"/>
                  <a:gd name="connsiteY22" fmla="*/ 19336 h 39528"/>
                  <a:gd name="connsiteX23" fmla="*/ 16383 w 30765"/>
                  <a:gd name="connsiteY23" fmla="*/ 19336 h 395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0765" h="39528">
                    <a:moveTo>
                      <a:pt x="16383" y="95"/>
                    </a:moveTo>
                    <a:cubicBezTo>
                      <a:pt x="18860" y="95"/>
                      <a:pt x="21050" y="667"/>
                      <a:pt x="23051" y="1715"/>
                    </a:cubicBezTo>
                    <a:cubicBezTo>
                      <a:pt x="25051" y="2762"/>
                      <a:pt x="26575" y="4286"/>
                      <a:pt x="27718" y="6191"/>
                    </a:cubicBezTo>
                    <a:cubicBezTo>
                      <a:pt x="28861" y="8096"/>
                      <a:pt x="29337" y="10192"/>
                      <a:pt x="29337" y="12478"/>
                    </a:cubicBezTo>
                    <a:cubicBezTo>
                      <a:pt x="29337" y="15335"/>
                      <a:pt x="28575" y="17717"/>
                      <a:pt x="27146" y="19622"/>
                    </a:cubicBezTo>
                    <a:cubicBezTo>
                      <a:pt x="25718" y="21527"/>
                      <a:pt x="23908" y="22860"/>
                      <a:pt x="21812" y="23717"/>
                    </a:cubicBezTo>
                    <a:lnTo>
                      <a:pt x="30766" y="39529"/>
                    </a:lnTo>
                    <a:lnTo>
                      <a:pt x="23717" y="39529"/>
                    </a:lnTo>
                    <a:lnTo>
                      <a:pt x="15526" y="24860"/>
                    </a:lnTo>
                    <a:lnTo>
                      <a:pt x="6191" y="24860"/>
                    </a:lnTo>
                    <a:lnTo>
                      <a:pt x="6191" y="39529"/>
                    </a:lnTo>
                    <a:lnTo>
                      <a:pt x="0" y="39529"/>
                    </a:lnTo>
                    <a:lnTo>
                      <a:pt x="0" y="0"/>
                    </a:lnTo>
                    <a:lnTo>
                      <a:pt x="16383" y="0"/>
                    </a:lnTo>
                    <a:close/>
                    <a:moveTo>
                      <a:pt x="16383" y="19336"/>
                    </a:moveTo>
                    <a:cubicBezTo>
                      <a:pt x="17717" y="19336"/>
                      <a:pt x="18860" y="19050"/>
                      <a:pt x="19907" y="18478"/>
                    </a:cubicBezTo>
                    <a:cubicBezTo>
                      <a:pt x="20955" y="17907"/>
                      <a:pt x="21717" y="17050"/>
                      <a:pt x="22289" y="16097"/>
                    </a:cubicBezTo>
                    <a:cubicBezTo>
                      <a:pt x="22860" y="15050"/>
                      <a:pt x="23146" y="13906"/>
                      <a:pt x="23146" y="12573"/>
                    </a:cubicBezTo>
                    <a:cubicBezTo>
                      <a:pt x="23146" y="11240"/>
                      <a:pt x="22860" y="10097"/>
                      <a:pt x="22289" y="9049"/>
                    </a:cubicBezTo>
                    <a:cubicBezTo>
                      <a:pt x="21717" y="8001"/>
                      <a:pt x="20860" y="7239"/>
                      <a:pt x="19907" y="6668"/>
                    </a:cubicBezTo>
                    <a:cubicBezTo>
                      <a:pt x="18860" y="6096"/>
                      <a:pt x="17717" y="5810"/>
                      <a:pt x="16383" y="5810"/>
                    </a:cubicBezTo>
                    <a:lnTo>
                      <a:pt x="6191" y="5810"/>
                    </a:lnTo>
                    <a:lnTo>
                      <a:pt x="6191" y="19336"/>
                    </a:lnTo>
                    <a:lnTo>
                      <a:pt x="16383" y="19336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ea typeface="Intel Clear" panose="020B0604020203020204" pitchFamily="34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C1BCBB2-B699-44A9-B291-3CCD0D0E00F2}"/>
                </a:ext>
              </a:extLst>
            </p:cNvPr>
            <p:cNvSpPr/>
            <p:nvPr/>
          </p:nvSpPr>
          <p:spPr>
            <a:xfrm>
              <a:off x="860457" y="4951823"/>
              <a:ext cx="158111" cy="158111"/>
            </a:xfrm>
            <a:prstGeom prst="rect">
              <a:avLst/>
            </a:prstGeom>
            <a:solidFill>
              <a:schemeClr val="accent4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73D17A91-F49E-45DE-835E-543E5DCD8458}"/>
                </a:ext>
              </a:extLst>
            </p:cNvPr>
            <p:cNvSpPr/>
            <p:nvPr/>
          </p:nvSpPr>
          <p:spPr>
            <a:xfrm>
              <a:off x="573803" y="5104242"/>
              <a:ext cx="286654" cy="286654"/>
            </a:xfrm>
            <a:prstGeom prst="rect">
              <a:avLst/>
            </a:prstGeom>
            <a:solidFill>
              <a:schemeClr val="accent3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77E01F40-8D2A-43E6-B578-00B92049883B}"/>
                </a:ext>
              </a:extLst>
            </p:cNvPr>
            <p:cNvSpPr/>
            <p:nvPr/>
          </p:nvSpPr>
          <p:spPr>
            <a:xfrm>
              <a:off x="861107" y="5390896"/>
              <a:ext cx="610214" cy="610214"/>
            </a:xfrm>
            <a:prstGeom prst="rect">
              <a:avLst/>
            </a:prstGeom>
            <a:solidFill>
              <a:schemeClr val="accent4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</p:grp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825262-3F6E-4DC6-AA53-E30B25B1583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43438" y="944163"/>
            <a:ext cx="9810362" cy="627700"/>
          </a:xfrm>
        </p:spPr>
        <p:txBody>
          <a:bodyPr anchor="b" anchorCtr="0">
            <a:normAutofit/>
          </a:bodyPr>
          <a:lstStyle>
            <a:lvl1pPr marL="0" indent="0">
              <a:buFontTx/>
              <a:buNone/>
              <a:defRPr sz="1600">
                <a:solidFill>
                  <a:schemeClr val="bg1"/>
                </a:solidFill>
                <a:latin typeface="IntelOne Text" panose="020B0503020203020204" pitchFamily="34" charset="77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E6BC2F-544E-4727-A6CC-2BE3B3E01B5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42536" y="1635111"/>
            <a:ext cx="9789007" cy="1874852"/>
          </a:xfrm>
        </p:spPr>
        <p:txBody>
          <a:bodyPr anchor="b"/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F0B31C-0AD0-4CC0-BF2B-DECE53E6665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42536" y="3602038"/>
            <a:ext cx="9789007" cy="1655762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9318976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5E1B587A-481D-4354-9508-D5D8FF887B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73803" y="0"/>
            <a:ext cx="4325371" cy="6377476"/>
            <a:chOff x="573803" y="0"/>
            <a:chExt cx="4325371" cy="6377476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CFE29C8-410C-4059-919F-670CE49EA18F}"/>
                </a:ext>
              </a:extLst>
            </p:cNvPr>
            <p:cNvSpPr/>
            <p:nvPr userDrawn="1"/>
          </p:nvSpPr>
          <p:spPr>
            <a:xfrm>
              <a:off x="1468406" y="0"/>
              <a:ext cx="3430768" cy="539087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ADCBE42-BEC7-4DF9-A16F-7E76C7D448E8}"/>
                </a:ext>
              </a:extLst>
            </p:cNvPr>
            <p:cNvSpPr/>
            <p:nvPr userDrawn="1"/>
          </p:nvSpPr>
          <p:spPr>
            <a:xfrm>
              <a:off x="860457" y="4951823"/>
              <a:ext cx="158111" cy="158111"/>
            </a:xfrm>
            <a:prstGeom prst="rect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AA47B74-98DC-499D-981D-583A2DD69E50}"/>
                </a:ext>
              </a:extLst>
            </p:cNvPr>
            <p:cNvSpPr/>
            <p:nvPr userDrawn="1"/>
          </p:nvSpPr>
          <p:spPr>
            <a:xfrm>
              <a:off x="573803" y="5104242"/>
              <a:ext cx="286654" cy="286654"/>
            </a:xfrm>
            <a:prstGeom prst="rect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33D68EB8-A34F-47E3-8B7F-5FF260D65B7C}"/>
                </a:ext>
              </a:extLst>
            </p:cNvPr>
            <p:cNvSpPr/>
            <p:nvPr userDrawn="1"/>
          </p:nvSpPr>
          <p:spPr>
            <a:xfrm>
              <a:off x="861107" y="5390896"/>
              <a:ext cx="610214" cy="610214"/>
            </a:xfrm>
            <a:prstGeom prst="rect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  <p:pic>
          <p:nvPicPr>
            <p:cNvPr id="17" name="Graphic 16">
              <a:extLst>
                <a:ext uri="{FF2B5EF4-FFF2-40B4-BE49-F238E27FC236}">
                  <a16:creationId xmlns:a16="http://schemas.microsoft.com/office/drawing/2014/main" id="{07897D68-7CB8-406F-9146-F00DE71319ED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466513" y="5992753"/>
              <a:ext cx="1031758" cy="384723"/>
            </a:xfrm>
            <a:prstGeom prst="rect">
              <a:avLst/>
            </a:prstGeom>
          </p:spPr>
        </p:pic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66D8E5A8-9477-47F6-9CA7-9A7DC46705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73803" y="0"/>
            <a:ext cx="4325371" cy="6377476"/>
            <a:chOff x="573803" y="0"/>
            <a:chExt cx="4325371" cy="6377476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F200040-B841-47B7-8555-E0299CDC24FA}"/>
                </a:ext>
              </a:extLst>
            </p:cNvPr>
            <p:cNvSpPr/>
            <p:nvPr/>
          </p:nvSpPr>
          <p:spPr>
            <a:xfrm>
              <a:off x="1468406" y="0"/>
              <a:ext cx="3430768" cy="539087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A24C56C1-BF0A-4234-81F8-D2B769834C58}"/>
                </a:ext>
              </a:extLst>
            </p:cNvPr>
            <p:cNvSpPr/>
            <p:nvPr/>
          </p:nvSpPr>
          <p:spPr>
            <a:xfrm>
              <a:off x="860457" y="4951823"/>
              <a:ext cx="158111" cy="158111"/>
            </a:xfrm>
            <a:prstGeom prst="rect">
              <a:avLst/>
            </a:prstGeom>
            <a:solidFill>
              <a:schemeClr val="bg2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657C8AC4-A26E-48AF-9B2F-93A0F02E758D}"/>
                </a:ext>
              </a:extLst>
            </p:cNvPr>
            <p:cNvSpPr/>
            <p:nvPr/>
          </p:nvSpPr>
          <p:spPr>
            <a:xfrm>
              <a:off x="573803" y="5104242"/>
              <a:ext cx="286654" cy="286654"/>
            </a:xfrm>
            <a:prstGeom prst="rect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6D5060BD-E2D2-44BB-ADFB-2B20CEB8775D}"/>
                </a:ext>
              </a:extLst>
            </p:cNvPr>
            <p:cNvSpPr/>
            <p:nvPr/>
          </p:nvSpPr>
          <p:spPr>
            <a:xfrm>
              <a:off x="861107" y="5390896"/>
              <a:ext cx="610214" cy="610214"/>
            </a:xfrm>
            <a:prstGeom prst="rect">
              <a:avLst/>
            </a:prstGeom>
            <a:solidFill>
              <a:schemeClr val="bg2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  <p:pic>
          <p:nvPicPr>
            <p:cNvPr id="21" name="Graphic 20">
              <a:extLst>
                <a:ext uri="{FF2B5EF4-FFF2-40B4-BE49-F238E27FC236}">
                  <a16:creationId xmlns:a16="http://schemas.microsoft.com/office/drawing/2014/main" id="{5A184651-D34A-4937-8369-48ADD8E89C0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466513" y="5992753"/>
              <a:ext cx="1031758" cy="384723"/>
            </a:xfrm>
            <a:prstGeom prst="rect">
              <a:avLst/>
            </a:prstGeom>
          </p:spPr>
        </p:pic>
      </p:grp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825262-3F6E-4DC6-AA53-E30B25B1583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43438" y="944163"/>
            <a:ext cx="9810362" cy="627700"/>
          </a:xfrm>
        </p:spPr>
        <p:txBody>
          <a:bodyPr anchor="b" anchorCtr="0">
            <a:normAutofit/>
          </a:bodyPr>
          <a:lstStyle>
            <a:lvl1pPr marL="0" indent="0">
              <a:buFontTx/>
              <a:buNone/>
              <a:defRPr sz="1600">
                <a:solidFill>
                  <a:schemeClr val="accent1"/>
                </a:solidFill>
                <a:latin typeface="IntelOne Text" panose="020B0503020203020204" pitchFamily="34" charset="77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E6BC2F-544E-4727-A6CC-2BE3B3E01B5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42536" y="1635111"/>
            <a:ext cx="9789007" cy="1874852"/>
          </a:xfrm>
        </p:spPr>
        <p:txBody>
          <a:bodyPr anchor="b"/>
          <a:lstStyle>
            <a:lvl1pPr algn="l"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F0B31C-0AD0-4CC0-BF2B-DECE53E6665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42536" y="3602038"/>
            <a:ext cx="9789007" cy="1655762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5512526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00352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115AA-229D-4A6C-90C6-57CFD374E6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title style</a:t>
            </a:r>
          </a:p>
        </p:txBody>
      </p:sp>
    </p:spTree>
    <p:extLst>
      <p:ext uri="{BB962C8B-B14F-4D97-AF65-F5344CB8AC3E}">
        <p14:creationId xmlns:p14="http://schemas.microsoft.com/office/powerpoint/2010/main" val="32123029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A7416-C44D-4788-AE82-AF3D1327DA3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221694"/>
            <a:ext cx="10972800" cy="1199822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768FF6-8FD0-4E13-A01B-AB7AF941CB4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81000" y="1487056"/>
            <a:ext cx="10972800" cy="4689908"/>
          </a:xfrm>
        </p:spPr>
        <p:txBody>
          <a:bodyPr/>
          <a:lstStyle>
            <a:lvl2pPr marL="685800" indent="-228600">
              <a:buFont typeface="Arial" panose="020B0604020202020204" pitchFamily="34" charset="0"/>
              <a:buChar char="•"/>
              <a:defRPr/>
            </a:lvl2pPr>
            <a:lvl3pPr marL="1143000" indent="-228600">
              <a:buFont typeface="Arial" panose="020B0604020202020204" pitchFamily="34" charset="0"/>
              <a:buChar char="•"/>
              <a:defRPr/>
            </a:lvl3pPr>
            <a:lvl4pPr marL="1600200" indent="-228600">
              <a:buFont typeface="Arial" panose="020B0604020202020204" pitchFamily="34" charset="0"/>
              <a:buChar char="•"/>
              <a:defRPr/>
            </a:lvl4pPr>
            <a:lvl5pPr marL="2057400" indent="-2286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68126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4" orient="horz" pos="2160">
          <p15:clr>
            <a:srgbClr val="FBAE40"/>
          </p15:clr>
        </p15:guide>
        <p15:guide id="5" pos="240">
          <p15:clr>
            <a:srgbClr val="FBAE40"/>
          </p15:clr>
        </p15:guide>
        <p15:guide id="6" pos="7152">
          <p15:clr>
            <a:srgbClr val="FBAE40"/>
          </p15:clr>
        </p15:guide>
      </p15:sldGuideLst>
    </p:ext>
  </p:extLst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A7416-C44D-4788-AE82-AF3D1327DA3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221694"/>
            <a:ext cx="10972800" cy="1199822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768FF6-8FD0-4E13-A01B-AB7AF941CB4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81000" y="1487056"/>
            <a:ext cx="10972800" cy="4689908"/>
          </a:xfrm>
        </p:spPr>
        <p:txBody>
          <a:bodyPr/>
          <a:lstStyle/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632099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4" orient="horz" pos="2160">
          <p15:clr>
            <a:srgbClr val="FBAE40"/>
          </p15:clr>
        </p15:guide>
        <p15:guide id="5" pos="240">
          <p15:clr>
            <a:srgbClr val="FBAE40"/>
          </p15:clr>
        </p15:guide>
        <p15:guide id="6" pos="7152">
          <p15:clr>
            <a:srgbClr val="FBAE40"/>
          </p15:clr>
        </p15:guide>
      </p15:sldGuideLst>
    </p:ext>
  </p:extLst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A7416-C44D-4788-AE82-AF3D1327DA3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221694"/>
            <a:ext cx="10972800" cy="1199822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768FF6-8FD0-4E13-A01B-AB7AF941CB4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81000" y="1487056"/>
            <a:ext cx="10972800" cy="4689908"/>
          </a:xfrm>
        </p:spPr>
        <p:txBody>
          <a:bodyPr/>
          <a:lstStyle/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07671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4" orient="horz" pos="2160">
          <p15:clr>
            <a:srgbClr val="FBAE40"/>
          </p15:clr>
        </p15:guide>
        <p15:guide id="5" pos="240">
          <p15:clr>
            <a:srgbClr val="FBAE40"/>
          </p15:clr>
        </p15:guide>
        <p15:guide id="6" pos="7152">
          <p15:clr>
            <a:srgbClr val="FBAE40"/>
          </p15:clr>
        </p15:guide>
      </p15:sldGuideLst>
    </p:ext>
  </p:extLst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A7416-C44D-4788-AE82-AF3D1327DA3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221694"/>
            <a:ext cx="10972800" cy="1199822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C827E3-834F-40BA-9518-B0648BD536F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494289"/>
            <a:ext cx="10972800" cy="52546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3200" b="0" i="0">
                <a:solidFill>
                  <a:schemeClr val="accent1"/>
                </a:solidFill>
                <a:latin typeface="IntelOne Text" panose="020B0503020203020204" pitchFamily="34" charset="77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768FF6-8FD0-4E13-A01B-AB7AF941CB4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81000" y="2110067"/>
            <a:ext cx="10972800" cy="4084256"/>
          </a:xfrm>
        </p:spPr>
        <p:txBody>
          <a:bodyPr/>
          <a:lstStyle/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054820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40">
          <p15:clr>
            <a:srgbClr val="FBAE40"/>
          </p15:clr>
        </p15:guide>
        <p15:guide id="3" pos="7152">
          <p15:clr>
            <a:srgbClr val="FBAE40"/>
          </p15:clr>
        </p15:guide>
      </p15:sldGuideLst>
    </p:ext>
  </p:extLst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5B35A4-51BC-4EA4-8E63-8A7D09FB8A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C66EBB2-584E-4CD8-BAAE-06D480D3A0C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495361"/>
            <a:ext cx="10972800" cy="530454"/>
          </a:xfrm>
        </p:spPr>
        <p:txBody>
          <a:bodyPr>
            <a:noAutofit/>
          </a:bodyPr>
          <a:lstStyle>
            <a:lvl1pPr marL="0" indent="0">
              <a:buNone/>
              <a:defRPr sz="3200" b="0" i="0">
                <a:solidFill>
                  <a:schemeClr val="accent1"/>
                </a:solidFill>
                <a:latin typeface="IntelOne Text" panose="020B0503020203020204" pitchFamily="34" charset="77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46AEA0-8A4A-4395-842E-1588A8A29D4C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380999" y="2105680"/>
            <a:ext cx="5429865" cy="4095774"/>
          </a:xfrm>
        </p:spPr>
        <p:txBody>
          <a:bodyPr/>
          <a:lstStyle/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29D013-C7B6-4628-B2EF-9C1967AE612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5923935" y="2105680"/>
            <a:ext cx="5429865" cy="4095774"/>
          </a:xfrm>
        </p:spPr>
        <p:txBody>
          <a:bodyPr/>
          <a:lstStyle/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877893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5B35A4-51BC-4EA4-8E63-8A7D09FB8A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46AEA0-8A4A-4395-842E-1588A8A29D4C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380999" y="1496292"/>
            <a:ext cx="5429865" cy="4686689"/>
          </a:xfrm>
        </p:spPr>
        <p:txBody>
          <a:bodyPr/>
          <a:lstStyle/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29D013-C7B6-4628-B2EF-9C1967AE612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5923935" y="1496292"/>
            <a:ext cx="5429865" cy="4686689"/>
          </a:xfrm>
        </p:spPr>
        <p:txBody>
          <a:bodyPr/>
          <a:lstStyle/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82811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, Content &amp; 2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5B35A4-51BC-4EA4-8E63-8A7D09FB8A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221694"/>
            <a:ext cx="5429864" cy="1199822"/>
          </a:xfrm>
        </p:spPr>
        <p:txBody>
          <a:bodyPr/>
          <a:lstStyle/>
          <a:p>
            <a:r>
              <a:rPr lang="en-US"/>
              <a:t>Click to edit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C66EBB2-584E-4CD8-BAAE-06D480D3A0C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495361"/>
            <a:ext cx="5429864" cy="530454"/>
          </a:xfrm>
        </p:spPr>
        <p:txBody>
          <a:bodyPr>
            <a:noAutofit/>
          </a:bodyPr>
          <a:lstStyle>
            <a:lvl1pPr marL="0" indent="0">
              <a:buNone/>
              <a:defRPr sz="2800">
                <a:solidFill>
                  <a:schemeClr val="accent1"/>
                </a:solidFill>
                <a:latin typeface="IntelOne Text" panose="020B0503020203020204" pitchFamily="34" charset="77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46AEA0-8A4A-4395-842E-1588A8A29D4C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380999" y="2105680"/>
            <a:ext cx="5429865" cy="4095774"/>
          </a:xfrm>
        </p:spPr>
        <p:txBody>
          <a:bodyPr/>
          <a:lstStyle/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F6811E0-242E-4455-9E93-6248E7DEDA0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26394" y="230287"/>
            <a:ext cx="5429250" cy="2410686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9775C37-EE38-450C-8269-79E50F8E88A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926138" y="2655075"/>
            <a:ext cx="5429250" cy="470063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7DC24117-8044-4F60-A59D-9F61002D6C8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24550" y="3331781"/>
            <a:ext cx="5429250" cy="2410686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205F9606-8CF6-4C56-B2B6-E8A04B25F11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924294" y="5767077"/>
            <a:ext cx="5429250" cy="470063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text styles</a:t>
            </a:r>
          </a:p>
        </p:txBody>
      </p:sp>
    </p:spTree>
    <p:extLst>
      <p:ext uri="{BB962C8B-B14F-4D97-AF65-F5344CB8AC3E}">
        <p14:creationId xmlns:p14="http://schemas.microsoft.com/office/powerpoint/2010/main" val="22777472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, Content &amp; 1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5B35A4-51BC-4EA4-8E63-8A7D09FB8A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221694"/>
            <a:ext cx="5429864" cy="1199822"/>
          </a:xfrm>
        </p:spPr>
        <p:txBody>
          <a:bodyPr/>
          <a:lstStyle/>
          <a:p>
            <a:r>
              <a:rPr lang="en-US"/>
              <a:t>Click to edit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46AEA0-8A4A-4395-842E-1588A8A29D4C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380999" y="2105680"/>
            <a:ext cx="5429865" cy="4095774"/>
          </a:xfrm>
        </p:spPr>
        <p:txBody>
          <a:bodyPr/>
          <a:lstStyle/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F6811E0-242E-4455-9E93-6248E7DEDA0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26394" y="0"/>
            <a:ext cx="5808406" cy="6400799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4D1D699-1964-9A45-A892-EAAC949B825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495361"/>
            <a:ext cx="5429864" cy="530454"/>
          </a:xfrm>
        </p:spPr>
        <p:txBody>
          <a:bodyPr>
            <a:noAutofit/>
          </a:bodyPr>
          <a:lstStyle>
            <a:lvl1pPr marL="0" indent="0">
              <a:buNone/>
              <a:defRPr sz="2800">
                <a:solidFill>
                  <a:schemeClr val="accent1"/>
                </a:solidFill>
                <a:latin typeface="IntelOne Text" panose="020B0503020203020204" pitchFamily="34" charset="77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text styles</a:t>
            </a:r>
          </a:p>
        </p:txBody>
      </p:sp>
    </p:spTree>
    <p:extLst>
      <p:ext uri="{BB962C8B-B14F-4D97-AF65-F5344CB8AC3E}">
        <p14:creationId xmlns:p14="http://schemas.microsoft.com/office/powerpoint/2010/main" val="35112566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 pag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F6811E0-242E-4455-9E93-6248E7DEDA0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1734800" cy="6400799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6845933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A8C51-69D0-4653-9DD4-C9657C8565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0A8B5C-DC90-4F60-9A7A-08826CF8083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441833"/>
            <a:ext cx="10972800" cy="4241800"/>
          </a:xfrm>
        </p:spPr>
        <p:txBody>
          <a:bodyPr>
            <a:normAutofit/>
          </a:bodyPr>
          <a:lstStyle>
            <a:lvl1pPr marL="0" indent="0">
              <a:buNone/>
              <a:defRPr sz="6000" b="0" i="0">
                <a:solidFill>
                  <a:schemeClr val="accent1"/>
                </a:solidFill>
                <a:latin typeface="IntelOne Text" panose="020B0503020203020204" pitchFamily="34" charset="0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74C57F0-3964-4184-8486-C7C3D87AEA3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5757203"/>
            <a:ext cx="10972800" cy="501650"/>
          </a:xfrm>
        </p:spPr>
        <p:txBody>
          <a:bodyPr/>
          <a:lstStyle>
            <a:lvl1pPr marL="0" indent="0">
              <a:buNone/>
              <a:defRPr>
                <a:solidFill>
                  <a:schemeClr val="tx2"/>
                </a:solidFill>
                <a:latin typeface="IntelOne Text" panose="020B0503020203020204" pitchFamily="34" charset="77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</p:spTree>
    <p:extLst>
      <p:ext uri="{BB962C8B-B14F-4D97-AF65-F5344CB8AC3E}">
        <p14:creationId xmlns:p14="http://schemas.microsoft.com/office/powerpoint/2010/main" val="25577520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A8C51-69D0-4653-9DD4-C9657C8565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0A8B5C-DC90-4F60-9A7A-08826CF8083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441833"/>
            <a:ext cx="10972800" cy="4241800"/>
          </a:xfrm>
        </p:spPr>
        <p:txBody>
          <a:bodyPr>
            <a:normAutofit/>
          </a:bodyPr>
          <a:lstStyle>
            <a:lvl1pPr marL="0" indent="0">
              <a:buNone/>
              <a:defRPr sz="6000" b="0" i="0">
                <a:solidFill>
                  <a:schemeClr val="bg1"/>
                </a:solidFill>
                <a:latin typeface="IntelOne Text" panose="020B0503020203020204" pitchFamily="34" charset="0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74C57F0-3964-4184-8486-C7C3D87AEA3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5757203"/>
            <a:ext cx="10972800" cy="50165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  <a:latin typeface="IntelOne Text" panose="020B0503020203020204" pitchFamily="34" charset="77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43DA6DA-63DC-460A-B2F4-6584E4114B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400800"/>
            <a:ext cx="11734800" cy="457200"/>
          </a:xfrm>
          <a:prstGeom prst="rect">
            <a:avLst/>
          </a:prstGeom>
          <a:solidFill>
            <a:schemeClr val="tx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EF26FFBC-3F56-4549-828C-9A20F03B1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lum bright="10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37466" y="6554735"/>
            <a:ext cx="476084" cy="177524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1EBB8918-321F-4814-85AD-F9F7A8C67A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734800" y="0"/>
            <a:ext cx="457200" cy="6400800"/>
          </a:xfrm>
          <a:prstGeom prst="rect">
            <a:avLst/>
          </a:prstGeom>
          <a:solidFill>
            <a:schemeClr val="tx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DFBDE8F-8844-4DFF-BA21-35B58CB1D8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537995" y="6510549"/>
            <a:ext cx="1116010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>
                <a:solidFill>
                  <a:schemeClr val="bg1"/>
                </a:solidFill>
                <a:ea typeface="Intel Clear" panose="020B0604020203020204" pitchFamily="34" charset="0"/>
                <a:cs typeface="Times New Roman" panose="02020603050405020304" pitchFamily="18" charset="0"/>
              </a:rPr>
              <a:t>Intel Confidential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575CFAC-8A95-416C-AF0A-BE82C31DD5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86365" y="6510549"/>
            <a:ext cx="217239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sz="1200">
                <a:solidFill>
                  <a:schemeClr val="bg1"/>
                </a:solidFill>
                <a:ea typeface="Intel Clear" panose="020B0604020203020204" pitchFamily="34" charset="0"/>
                <a:cs typeface="Times New Roman" panose="02020603050405020304" pitchFamily="18" charset="0"/>
              </a:rPr>
              <a:t>Department or Event Name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01852F3-59BE-4CC1-B2BF-0FAA22504E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1898805" y="6553045"/>
            <a:ext cx="142668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1000" b="0" i="0" u="none" strike="noStrike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n-lt"/>
                <a:ea typeface="Intel Clear" panose="020B0604020203020204" pitchFamily="34" charset="0"/>
                <a:cs typeface="Times New Roman" panose="02020603050405020304" pitchFamily="18" charset="0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1000" b="0" i="0" u="none" strike="noStrike" cap="none" spc="0" normalizeH="0" baseline="0" err="1">
              <a:ln>
                <a:noFill/>
              </a:ln>
              <a:solidFill>
                <a:schemeClr val="bg1"/>
              </a:solidFill>
              <a:effectLst/>
              <a:uFillTx/>
              <a:latin typeface="+mn-lt"/>
              <a:ea typeface="Intel Clear" panose="020B0604020203020204" pitchFamily="34" charset="0"/>
              <a:cs typeface="Times New Roman" panose="02020603050405020304" pitchFamily="18" charset="0"/>
              <a:sym typeface="Helvetica Neue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40C7463-044C-48C5-9C61-01035600C0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400800"/>
            <a:ext cx="11734800" cy="457200"/>
          </a:xfrm>
          <a:prstGeom prst="rect">
            <a:avLst/>
          </a:prstGeom>
          <a:solidFill>
            <a:schemeClr val="tx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791783BE-2760-44E4-ADC3-DD3F254CEA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lum bright="10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37466" y="6554735"/>
            <a:ext cx="476084" cy="177524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3547586F-EE67-4051-9999-DE673BC9B9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734800" y="0"/>
            <a:ext cx="457200" cy="6400800"/>
          </a:xfrm>
          <a:prstGeom prst="rect">
            <a:avLst/>
          </a:prstGeom>
          <a:solidFill>
            <a:schemeClr val="tx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3B0D2E6-CDB6-4990-9882-8E1AC38762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537995" y="6510549"/>
            <a:ext cx="1116010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>
                <a:solidFill>
                  <a:schemeClr val="bg1"/>
                </a:solidFill>
                <a:ea typeface="Intel Clear" panose="020B0604020203020204" pitchFamily="34" charset="0"/>
                <a:cs typeface="Times New Roman" panose="02020603050405020304" pitchFamily="18" charset="0"/>
              </a:rPr>
              <a:t>Intel Confidential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8A1EC77-5BEB-45BB-B35A-D1CB9FB092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86365" y="6510549"/>
            <a:ext cx="190308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sz="1200">
                <a:solidFill>
                  <a:schemeClr val="bg1"/>
                </a:solidFill>
                <a:ea typeface="Intel Clear" panose="020B0604020203020204" pitchFamily="34" charset="0"/>
                <a:cs typeface="Times New Roman" panose="02020603050405020304" pitchFamily="18" charset="0"/>
              </a:rPr>
              <a:t>DE TCE2 | Woo Seok Kim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FE3CC19-B2E2-40FF-B774-8AD1AD5A1A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1894798" y="6553045"/>
            <a:ext cx="150682" cy="16158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1050" b="0" i="0" u="none" strike="noStrike" cap="none" spc="0" normalizeH="0" baseline="0" smtClean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Intel Clear" panose="020B0604020203020204" pitchFamily="34" charset="0"/>
                <a:cs typeface="Times New Roman" panose="02020603050405020304" pitchFamily="18" charset="0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1000" b="0" i="0" u="none" strike="noStrike" cap="none" spc="0" normalizeH="0" baseline="0" err="1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ea typeface="Intel Clear" panose="020B0604020203020204" pitchFamily="34" charset="0"/>
              <a:cs typeface="Times New Roman" panose="02020603050405020304" pitchFamily="18" charset="0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35975048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gu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A8C51-69D0-4653-9DD4-C9657C8565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2229178"/>
            <a:ext cx="10972800" cy="1199822"/>
          </a:xfrm>
        </p:spPr>
        <p:txBody>
          <a:bodyPr anchor="b" anchorCtr="0"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0A8B5C-DC90-4F60-9A7A-08826CF8083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3449317"/>
            <a:ext cx="10972800" cy="681935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accent1"/>
                </a:solidFill>
                <a:latin typeface="IntelOne Text" panose="020B0503020203020204" pitchFamily="34" charset="77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</p:spTree>
    <p:extLst>
      <p:ext uri="{BB962C8B-B14F-4D97-AF65-F5344CB8AC3E}">
        <p14:creationId xmlns:p14="http://schemas.microsoft.com/office/powerpoint/2010/main" val="19428713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gue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A8C51-69D0-4653-9DD4-C9657C8565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2229178"/>
            <a:ext cx="10972800" cy="1199822"/>
          </a:xfrm>
        </p:spPr>
        <p:txBody>
          <a:bodyPr anchor="b" anchorCtr="0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0A8B5C-DC90-4F60-9A7A-08826CF8083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3449317"/>
            <a:ext cx="10972800" cy="681935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  <a:latin typeface="IntelOne Text" panose="020B0503020203020204" pitchFamily="34" charset="77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CEB7CF4-6E59-4F58-B339-D2AEFB0D20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400800"/>
            <a:ext cx="11734800" cy="457200"/>
          </a:xfrm>
          <a:prstGeom prst="rect">
            <a:avLst/>
          </a:prstGeom>
          <a:solidFill>
            <a:schemeClr val="tx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42F87E56-D20F-4261-BEAD-AB9B17E14F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lum bright="10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37466" y="6554735"/>
            <a:ext cx="476084" cy="177524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55FB7B45-0229-4BD9-84EB-963DE20FBD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734800" y="0"/>
            <a:ext cx="457200" cy="6400800"/>
          </a:xfrm>
          <a:prstGeom prst="rect">
            <a:avLst/>
          </a:prstGeom>
          <a:solidFill>
            <a:schemeClr val="tx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F1CF056-9D11-4F80-AB2B-5694DFB8A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537995" y="6510549"/>
            <a:ext cx="1116010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>
                <a:solidFill>
                  <a:schemeClr val="bg1"/>
                </a:solidFill>
                <a:ea typeface="Intel Clear" panose="020B0604020203020204" pitchFamily="34" charset="0"/>
                <a:cs typeface="Times New Roman" panose="02020603050405020304" pitchFamily="18" charset="0"/>
              </a:rPr>
              <a:t>Intel Confidential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FD4934B-0E18-43C3-ABD3-375F5EB74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86365" y="6510549"/>
            <a:ext cx="217239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sz="1200">
                <a:solidFill>
                  <a:schemeClr val="bg1"/>
                </a:solidFill>
                <a:ea typeface="Intel Clear" panose="020B0604020203020204" pitchFamily="34" charset="0"/>
                <a:cs typeface="Times New Roman" panose="02020603050405020304" pitchFamily="18" charset="0"/>
              </a:rPr>
              <a:t>Department or Event Name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33A9EF0-587D-4D66-AF71-B360DB9198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1898805" y="6553045"/>
            <a:ext cx="142668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1000" b="0" i="0" u="none" strike="noStrike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n-lt"/>
                <a:ea typeface="Intel Clear" panose="020B0604020203020204" pitchFamily="34" charset="0"/>
                <a:cs typeface="Times New Roman" panose="02020603050405020304" pitchFamily="18" charset="0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1000" b="0" i="0" u="none" strike="noStrike" cap="none" spc="0" normalizeH="0" baseline="0" err="1">
              <a:ln>
                <a:noFill/>
              </a:ln>
              <a:solidFill>
                <a:schemeClr val="bg1"/>
              </a:solidFill>
              <a:effectLst/>
              <a:uFillTx/>
              <a:latin typeface="+mn-lt"/>
              <a:ea typeface="Intel Clear" panose="020B0604020203020204" pitchFamily="34" charset="0"/>
              <a:cs typeface="Times New Roman" panose="02020603050405020304" pitchFamily="18" charset="0"/>
              <a:sym typeface="Helvetica Neue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5E9F9A1-9773-43B8-98D0-A483D488C5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400800"/>
            <a:ext cx="11734800" cy="457200"/>
          </a:xfrm>
          <a:prstGeom prst="rect">
            <a:avLst/>
          </a:prstGeom>
          <a:solidFill>
            <a:schemeClr val="tx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50338064-1322-4DA2-AA1C-4E086E88E7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lum bright="10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37466" y="6554735"/>
            <a:ext cx="476084" cy="177524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EB20DD1C-FBB9-4A79-99DE-1A05C67584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734800" y="0"/>
            <a:ext cx="457200" cy="6400800"/>
          </a:xfrm>
          <a:prstGeom prst="rect">
            <a:avLst/>
          </a:prstGeom>
          <a:solidFill>
            <a:schemeClr val="tx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A8CF211-593C-4B89-BA8B-B4BF959BF1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537995" y="6510549"/>
            <a:ext cx="1116010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>
                <a:solidFill>
                  <a:schemeClr val="bg1"/>
                </a:solidFill>
                <a:ea typeface="Intel Clear" panose="020B0604020203020204" pitchFamily="34" charset="0"/>
                <a:cs typeface="Times New Roman" panose="02020603050405020304" pitchFamily="18" charset="0"/>
              </a:rPr>
              <a:t>Intel Confidential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386AE8E-163B-4673-9C89-BA60DB5BB6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86365" y="6510549"/>
            <a:ext cx="190308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sz="1200">
                <a:solidFill>
                  <a:schemeClr val="bg1"/>
                </a:solidFill>
                <a:ea typeface="Intel Clear" panose="020B0604020203020204" pitchFamily="34" charset="0"/>
                <a:cs typeface="Times New Roman" panose="02020603050405020304" pitchFamily="18" charset="0"/>
              </a:rPr>
              <a:t>DE TCE2 | Woo Seok Kim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A9A01FA-314F-465F-BEBB-029CC884BD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1894798" y="6553045"/>
            <a:ext cx="150682" cy="16158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1050" b="0" i="0" u="none" strike="noStrike" cap="none" spc="0" normalizeH="0" baseline="0" smtClean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Intel Clear" panose="020B0604020203020204" pitchFamily="34" charset="0"/>
                <a:cs typeface="Times New Roman" panose="02020603050405020304" pitchFamily="18" charset="0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1000" b="0" i="0" u="none" strike="noStrike" cap="none" spc="0" normalizeH="0" baseline="0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ea typeface="Intel Clear" panose="020B0604020203020204" pitchFamily="34" charset="0"/>
              <a:cs typeface="Times New Roman" panose="02020603050405020304" pitchFamily="18" charset="0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29949173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ontent Blue A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5A368D64-A019-4399-A672-206E0E3B74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867399" y="402558"/>
            <a:ext cx="5874297" cy="6003471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EA8C51-69D0-4653-9DD4-C9657C8565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5220" y="2614497"/>
            <a:ext cx="4838270" cy="1782383"/>
          </a:xfrm>
        </p:spPr>
        <p:txBody>
          <a:bodyPr anchor="t" anchorCtr="0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C841197-2CF0-45F0-8F2A-7933BBBCA6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734800" y="6400800"/>
            <a:ext cx="457200" cy="457200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57C7E27-4D13-40CC-BD02-3CD7453D0B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67399" y="402558"/>
            <a:ext cx="5874297" cy="6003471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0A8B5C-DC90-4F60-9A7A-08826CF8083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87623" y="546389"/>
            <a:ext cx="5433848" cy="1118706"/>
          </a:xfrm>
        </p:spPr>
        <p:txBody>
          <a:bodyPr anchor="ctr" anchorCtr="0">
            <a:noAutofit/>
          </a:bodyPr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5706ADC8-E536-415C-9589-A82AD6F7BDD1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087623" y="1813801"/>
            <a:ext cx="5433848" cy="437679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42F87E56-D20F-4261-BEAD-AB9B17E14F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lum bright="10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37466" y="6554735"/>
            <a:ext cx="476084" cy="177524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BF1CF056-9D11-4F80-AB2B-5694DFB8A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537995" y="6510549"/>
            <a:ext cx="1116010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>
                <a:solidFill>
                  <a:schemeClr val="bg1"/>
                </a:solidFill>
                <a:ea typeface="Intel Clear" panose="020B0604020203020204" pitchFamily="34" charset="0"/>
                <a:cs typeface="Times New Roman" panose="02020603050405020304" pitchFamily="18" charset="0"/>
              </a:rPr>
              <a:t>Intel Confidential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FD4934B-0E18-43C3-ABD3-375F5EB74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86365" y="6510549"/>
            <a:ext cx="217239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sz="1200">
                <a:solidFill>
                  <a:schemeClr val="bg1"/>
                </a:solidFill>
                <a:ea typeface="Intel Clear" panose="020B0604020203020204" pitchFamily="34" charset="0"/>
                <a:cs typeface="Times New Roman" panose="02020603050405020304" pitchFamily="18" charset="0"/>
              </a:rPr>
              <a:t>Department or Event Name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33A9EF0-587D-4D66-AF71-B360DB9198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1898805" y="6553045"/>
            <a:ext cx="142668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1000" b="0" i="0" u="none" strike="noStrike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n-lt"/>
                <a:ea typeface="Intel Clear" panose="020B0604020203020204" pitchFamily="34" charset="0"/>
                <a:cs typeface="Times New Roman" panose="02020603050405020304" pitchFamily="18" charset="0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1000" b="0" i="0" u="none" strike="noStrike" cap="none" spc="0" normalizeH="0" baseline="0" err="1">
              <a:ln>
                <a:noFill/>
              </a:ln>
              <a:solidFill>
                <a:schemeClr val="bg1"/>
              </a:solidFill>
              <a:effectLst/>
              <a:uFillTx/>
              <a:latin typeface="+mn-lt"/>
              <a:ea typeface="Intel Clear" panose="020B0604020203020204" pitchFamily="34" charset="0"/>
              <a:cs typeface="Times New Roman" panose="02020603050405020304" pitchFamily="18" charset="0"/>
              <a:sym typeface="Helvetica Neue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41B807F-E5A0-4B47-8126-0798D03DDE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36812" y="2023074"/>
            <a:ext cx="492319" cy="591423"/>
            <a:chOff x="536812" y="2023074"/>
            <a:chExt cx="492319" cy="59142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2EB94AE-1165-4C66-B976-C2E168859D49}"/>
                </a:ext>
              </a:extLst>
            </p:cNvPr>
            <p:cNvSpPr/>
            <p:nvPr/>
          </p:nvSpPr>
          <p:spPr>
            <a:xfrm>
              <a:off x="709974" y="2295340"/>
              <a:ext cx="319157" cy="319157"/>
            </a:xfrm>
            <a:prstGeom prst="rect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9F8E51D-DCA9-46A9-A882-29E595D6A99F}"/>
                </a:ext>
              </a:extLst>
            </p:cNvPr>
            <p:cNvSpPr/>
            <p:nvPr/>
          </p:nvSpPr>
          <p:spPr>
            <a:xfrm>
              <a:off x="536812" y="2123120"/>
              <a:ext cx="174318" cy="174318"/>
            </a:xfrm>
            <a:prstGeom prst="rect">
              <a:avLst/>
            </a:prstGeom>
            <a:solidFill>
              <a:srgbClr val="7BDEFF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E74772E-29C4-4337-A397-0F1232F1F1FE}"/>
                </a:ext>
              </a:extLst>
            </p:cNvPr>
            <p:cNvSpPr/>
            <p:nvPr/>
          </p:nvSpPr>
          <p:spPr>
            <a:xfrm>
              <a:off x="711130" y="2023074"/>
              <a:ext cx="100045" cy="100045"/>
            </a:xfrm>
            <a:prstGeom prst="rect">
              <a:avLst/>
            </a:prstGeom>
            <a:solidFill>
              <a:srgbClr val="B4F0FF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3C2D0DF1-6BFD-4E45-8CA9-4436F31DB6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734800" y="6400800"/>
            <a:ext cx="457200" cy="457200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0BFD17C7-2044-4743-9B58-A721FED6F0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lum bright="10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37466" y="6554735"/>
            <a:ext cx="476084" cy="177524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BC1BD233-1B52-4259-BBB2-FFAB0A8D1A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537995" y="6510549"/>
            <a:ext cx="1116010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>
                <a:solidFill>
                  <a:schemeClr val="bg1"/>
                </a:solidFill>
                <a:ea typeface="Intel Clear" panose="020B0604020203020204" pitchFamily="34" charset="0"/>
                <a:cs typeface="Times New Roman" panose="02020603050405020304" pitchFamily="18" charset="0"/>
              </a:rPr>
              <a:t>Intel Confidential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E012ABA-EED9-48CA-B3FF-9EE6151C69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1898805" y="6553045"/>
            <a:ext cx="142668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1000" b="0" i="0" u="none" strike="noStrike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n-lt"/>
                <a:ea typeface="Intel Clear" panose="020B0604020203020204" pitchFamily="34" charset="0"/>
                <a:cs typeface="Times New Roman" panose="02020603050405020304" pitchFamily="18" charset="0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1000" b="0" i="0" u="none" strike="noStrike" cap="none" spc="0" normalizeH="0" baseline="0" err="1">
              <a:ln>
                <a:noFill/>
              </a:ln>
              <a:solidFill>
                <a:schemeClr val="bg1"/>
              </a:solidFill>
              <a:effectLst/>
              <a:uFillTx/>
              <a:latin typeface="+mn-lt"/>
              <a:ea typeface="Intel Clear" panose="020B0604020203020204" pitchFamily="34" charset="0"/>
              <a:cs typeface="Times New Roman" panose="02020603050405020304" pitchFamily="18" charset="0"/>
              <a:sym typeface="Helvetica Neue"/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A2426B1C-8B0F-44A4-8250-F1D859854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36812" y="2023074"/>
            <a:ext cx="492319" cy="591423"/>
            <a:chOff x="536812" y="2023074"/>
            <a:chExt cx="492319" cy="591423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45D4EF16-2639-4F0C-B7CE-3B49694D7462}"/>
                </a:ext>
              </a:extLst>
            </p:cNvPr>
            <p:cNvSpPr/>
            <p:nvPr userDrawn="1"/>
          </p:nvSpPr>
          <p:spPr>
            <a:xfrm>
              <a:off x="709974" y="2295340"/>
              <a:ext cx="319157" cy="319157"/>
            </a:xfrm>
            <a:prstGeom prst="rect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8FFEF9D7-E955-4747-98A8-A3CDA0B2EA11}"/>
                </a:ext>
              </a:extLst>
            </p:cNvPr>
            <p:cNvSpPr/>
            <p:nvPr userDrawn="1"/>
          </p:nvSpPr>
          <p:spPr>
            <a:xfrm>
              <a:off x="536812" y="2123120"/>
              <a:ext cx="174318" cy="174318"/>
            </a:xfrm>
            <a:prstGeom prst="rect">
              <a:avLst/>
            </a:prstGeom>
            <a:solidFill>
              <a:srgbClr val="7BDEFF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1C53175F-9DFF-470F-9639-8993D337BE4A}"/>
                </a:ext>
              </a:extLst>
            </p:cNvPr>
            <p:cNvSpPr/>
            <p:nvPr userDrawn="1"/>
          </p:nvSpPr>
          <p:spPr>
            <a:xfrm>
              <a:off x="711130" y="2023074"/>
              <a:ext cx="100045" cy="100045"/>
            </a:xfrm>
            <a:prstGeom prst="rect">
              <a:avLst/>
            </a:prstGeom>
            <a:solidFill>
              <a:srgbClr val="B4F0FF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841768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ontent Blue B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76F68134-655A-4C58-8EC5-042D492A62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867399" y="402558"/>
            <a:ext cx="5874297" cy="6003471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C841197-2CF0-45F0-8F2A-7933BBBCA6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734800" y="6400800"/>
            <a:ext cx="457200" cy="457200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57C7E27-4D13-40CC-BD02-3CD7453D0B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67399" y="402558"/>
            <a:ext cx="5874297" cy="6003471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EA8C51-69D0-4653-9DD4-C9657C8565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5220" y="2614497"/>
            <a:ext cx="4838270" cy="1782383"/>
          </a:xfrm>
        </p:spPr>
        <p:txBody>
          <a:bodyPr anchor="t" anchorCtr="0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0A8B5C-DC90-4F60-9A7A-08826CF8083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87623" y="546389"/>
            <a:ext cx="5433848" cy="1118706"/>
          </a:xfrm>
        </p:spPr>
        <p:txBody>
          <a:bodyPr anchor="ctr" anchorCtr="0">
            <a:noAutofit/>
          </a:bodyPr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5706ADC8-E536-415C-9589-A82AD6F7BDD1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087623" y="1813801"/>
            <a:ext cx="5433848" cy="437679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42F87E56-D20F-4261-BEAD-AB9B17E14F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lum bright="10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37466" y="6554735"/>
            <a:ext cx="476084" cy="177524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BF1CF056-9D11-4F80-AB2B-5694DFB8A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537995" y="6510549"/>
            <a:ext cx="1116010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>
                <a:solidFill>
                  <a:schemeClr val="bg1"/>
                </a:solidFill>
                <a:ea typeface="Intel Clear" panose="020B0604020203020204" pitchFamily="34" charset="0"/>
                <a:cs typeface="Times New Roman" panose="02020603050405020304" pitchFamily="18" charset="0"/>
              </a:rPr>
              <a:t>Intel Confidential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FD4934B-0E18-43C3-ABD3-375F5EB74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86365" y="6510549"/>
            <a:ext cx="217239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sz="1200">
                <a:solidFill>
                  <a:schemeClr val="bg1"/>
                </a:solidFill>
                <a:ea typeface="Intel Clear" panose="020B0604020203020204" pitchFamily="34" charset="0"/>
                <a:cs typeface="Times New Roman" panose="02020603050405020304" pitchFamily="18" charset="0"/>
              </a:rPr>
              <a:t>Department or Event Name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33A9EF0-587D-4D66-AF71-B360DB9198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1898805" y="6553045"/>
            <a:ext cx="142668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1000" b="0" i="0" u="none" strike="noStrike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n-lt"/>
                <a:ea typeface="Intel Clear" panose="020B0604020203020204" pitchFamily="34" charset="0"/>
                <a:cs typeface="Times New Roman" panose="02020603050405020304" pitchFamily="18" charset="0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1000" b="0" i="0" u="none" strike="noStrike" cap="none" spc="0" normalizeH="0" baseline="0" err="1">
              <a:ln>
                <a:noFill/>
              </a:ln>
              <a:solidFill>
                <a:schemeClr val="bg1"/>
              </a:solidFill>
              <a:effectLst/>
              <a:uFillTx/>
              <a:latin typeface="+mn-lt"/>
              <a:ea typeface="Intel Clear" panose="020B0604020203020204" pitchFamily="34" charset="0"/>
              <a:cs typeface="Times New Roman" panose="02020603050405020304" pitchFamily="18" charset="0"/>
              <a:sym typeface="Helvetica Neue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F16FE66-F77C-48EC-9636-B0D3F1F81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36812" y="2023074"/>
            <a:ext cx="492319" cy="591423"/>
            <a:chOff x="536812" y="2023074"/>
            <a:chExt cx="492319" cy="59142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2EB94AE-1165-4C66-B976-C2E168859D49}"/>
                </a:ext>
              </a:extLst>
            </p:cNvPr>
            <p:cNvSpPr/>
            <p:nvPr/>
          </p:nvSpPr>
          <p:spPr>
            <a:xfrm>
              <a:off x="709974" y="2295340"/>
              <a:ext cx="319157" cy="319157"/>
            </a:xfrm>
            <a:prstGeom prst="rect">
              <a:avLst/>
            </a:prstGeom>
            <a:solidFill>
              <a:schemeClr val="accent4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9F8E51D-DCA9-46A9-A882-29E595D6A99F}"/>
                </a:ext>
              </a:extLst>
            </p:cNvPr>
            <p:cNvSpPr/>
            <p:nvPr/>
          </p:nvSpPr>
          <p:spPr>
            <a:xfrm>
              <a:off x="536812" y="2123120"/>
              <a:ext cx="174318" cy="174318"/>
            </a:xfrm>
            <a:prstGeom prst="rect">
              <a:avLst/>
            </a:prstGeom>
            <a:solidFill>
              <a:schemeClr val="accent3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E74772E-29C4-4337-A397-0F1232F1F1FE}"/>
                </a:ext>
              </a:extLst>
            </p:cNvPr>
            <p:cNvSpPr/>
            <p:nvPr/>
          </p:nvSpPr>
          <p:spPr>
            <a:xfrm>
              <a:off x="711130" y="2023074"/>
              <a:ext cx="100045" cy="100045"/>
            </a:xfrm>
            <a:prstGeom prst="rect">
              <a:avLst/>
            </a:prstGeom>
            <a:solidFill>
              <a:schemeClr val="accent4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2FC6B6DC-5CBA-4569-BD05-67C2152AE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734800" y="6400800"/>
            <a:ext cx="457200" cy="457200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EF9F90E2-0FB9-44A2-B48E-E894C3113E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lum bright="10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37466" y="6554735"/>
            <a:ext cx="476084" cy="177524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4B2BE4E4-A2DB-46D6-B372-8C331EFD1D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537995" y="6510549"/>
            <a:ext cx="1116010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>
                <a:solidFill>
                  <a:schemeClr val="bg1"/>
                </a:solidFill>
                <a:ea typeface="Intel Clear" panose="020B0604020203020204" pitchFamily="34" charset="0"/>
                <a:cs typeface="Times New Roman" panose="02020603050405020304" pitchFamily="18" charset="0"/>
              </a:rPr>
              <a:t>Intel Confidential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D945211-AEEA-4A21-B35C-B4FC0F99C6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1898805" y="6553045"/>
            <a:ext cx="142668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1000" b="0" i="0" u="none" strike="noStrike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n-lt"/>
                <a:ea typeface="Intel Clear" panose="020B0604020203020204" pitchFamily="34" charset="0"/>
                <a:cs typeface="Times New Roman" panose="02020603050405020304" pitchFamily="18" charset="0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1000" b="0" i="0" u="none" strike="noStrike" cap="none" spc="0" normalizeH="0" baseline="0" err="1">
              <a:ln>
                <a:noFill/>
              </a:ln>
              <a:solidFill>
                <a:schemeClr val="bg1"/>
              </a:solidFill>
              <a:effectLst/>
              <a:uFillTx/>
              <a:latin typeface="+mn-lt"/>
              <a:ea typeface="Intel Clear" panose="020B0604020203020204" pitchFamily="34" charset="0"/>
              <a:cs typeface="Times New Roman" panose="02020603050405020304" pitchFamily="18" charset="0"/>
              <a:sym typeface="Helvetica Neue"/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3CBCDBB5-E209-49E3-8CC6-AEB941DB1E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36812" y="2023074"/>
            <a:ext cx="492319" cy="591423"/>
            <a:chOff x="536812" y="2023074"/>
            <a:chExt cx="492319" cy="591423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E63C2813-2F09-413F-9991-44CA3B6BE2D7}"/>
                </a:ext>
              </a:extLst>
            </p:cNvPr>
            <p:cNvSpPr/>
            <p:nvPr userDrawn="1"/>
          </p:nvSpPr>
          <p:spPr>
            <a:xfrm>
              <a:off x="709974" y="2295340"/>
              <a:ext cx="319157" cy="319157"/>
            </a:xfrm>
            <a:prstGeom prst="rect">
              <a:avLst/>
            </a:prstGeom>
            <a:solidFill>
              <a:schemeClr val="accent4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892EC626-BB7B-40F7-9ABD-4FB62F9E9719}"/>
                </a:ext>
              </a:extLst>
            </p:cNvPr>
            <p:cNvSpPr/>
            <p:nvPr userDrawn="1"/>
          </p:nvSpPr>
          <p:spPr>
            <a:xfrm>
              <a:off x="536812" y="2123120"/>
              <a:ext cx="174318" cy="174318"/>
            </a:xfrm>
            <a:prstGeom prst="rect">
              <a:avLst/>
            </a:prstGeom>
            <a:solidFill>
              <a:schemeClr val="accent3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040C129E-8ED4-49C2-A5EB-49C77A547ED5}"/>
                </a:ext>
              </a:extLst>
            </p:cNvPr>
            <p:cNvSpPr/>
            <p:nvPr userDrawn="1"/>
          </p:nvSpPr>
          <p:spPr>
            <a:xfrm>
              <a:off x="711130" y="2023074"/>
              <a:ext cx="100045" cy="100045"/>
            </a:xfrm>
            <a:prstGeom prst="rect">
              <a:avLst/>
            </a:prstGeom>
            <a:solidFill>
              <a:schemeClr val="accent4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755681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White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89E57986-E823-49CC-B8D3-C5A2AD9415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867399" y="402558"/>
            <a:ext cx="5874297" cy="6003471"/>
          </a:xfrm>
          <a:prstGeom prst="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EA8C51-69D0-4653-9DD4-C9657C8565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5220" y="2614497"/>
            <a:ext cx="4838270" cy="1782383"/>
          </a:xfrm>
        </p:spPr>
        <p:txBody>
          <a:bodyPr anchor="t" anchorCtr="0">
            <a:normAutofit/>
          </a:bodyPr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32B7E3E-B537-4EE3-BA97-B90982F6C31B}"/>
              </a:ext>
            </a:extLst>
          </p:cNvPr>
          <p:cNvSpPr/>
          <p:nvPr/>
        </p:nvSpPr>
        <p:spPr>
          <a:xfrm>
            <a:off x="11734800" y="6400800"/>
            <a:ext cx="457200" cy="457200"/>
          </a:xfrm>
          <a:prstGeom prst="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57C7E27-4D13-40CC-BD02-3CD7453D0B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67399" y="402558"/>
            <a:ext cx="5874297" cy="6003471"/>
          </a:xfrm>
          <a:prstGeom prst="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0A8B5C-DC90-4F60-9A7A-08826CF8083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87623" y="546389"/>
            <a:ext cx="5433848" cy="1118706"/>
          </a:xfrm>
        </p:spPr>
        <p:txBody>
          <a:bodyPr anchor="ctr" anchorCtr="0">
            <a:noAutofit/>
          </a:bodyPr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506BD04-B5E7-422F-B321-54907EFDFD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36812" y="2023074"/>
            <a:ext cx="492319" cy="591423"/>
            <a:chOff x="536812" y="2023074"/>
            <a:chExt cx="492319" cy="59142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2EB94AE-1165-4C66-B976-C2E168859D49}"/>
                </a:ext>
              </a:extLst>
            </p:cNvPr>
            <p:cNvSpPr/>
            <p:nvPr/>
          </p:nvSpPr>
          <p:spPr>
            <a:xfrm>
              <a:off x="709974" y="2295340"/>
              <a:ext cx="319157" cy="319157"/>
            </a:xfrm>
            <a:prstGeom prst="rect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9F8E51D-DCA9-46A9-A882-29E595D6A99F}"/>
                </a:ext>
              </a:extLst>
            </p:cNvPr>
            <p:cNvSpPr/>
            <p:nvPr/>
          </p:nvSpPr>
          <p:spPr>
            <a:xfrm>
              <a:off x="536812" y="2123120"/>
              <a:ext cx="174318" cy="174318"/>
            </a:xfrm>
            <a:prstGeom prst="rect">
              <a:avLst/>
            </a:prstGeom>
            <a:solidFill>
              <a:srgbClr val="7BDEFF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E74772E-29C4-4337-A397-0F1232F1F1FE}"/>
                </a:ext>
              </a:extLst>
            </p:cNvPr>
            <p:cNvSpPr/>
            <p:nvPr/>
          </p:nvSpPr>
          <p:spPr>
            <a:xfrm>
              <a:off x="711130" y="2023074"/>
              <a:ext cx="100045" cy="100045"/>
            </a:xfrm>
            <a:prstGeom prst="rect">
              <a:avLst/>
            </a:prstGeom>
            <a:solidFill>
              <a:srgbClr val="B4F0FF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</p:grp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5706ADC8-E536-415C-9589-A82AD6F7BDD1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087623" y="1813801"/>
            <a:ext cx="5433848" cy="437679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175E17D-D74E-461D-9994-21701E9CF3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1898805" y="6553045"/>
            <a:ext cx="142668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1000" b="0" i="0" u="none" strike="noStrike" cap="none" spc="0" normalizeH="0" baseline="0" smtClean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Intel Clear" panose="020B0604020203020204" pitchFamily="34" charset="0"/>
                <a:cs typeface="Times New Roman" panose="02020603050405020304" pitchFamily="18" charset="0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1000" b="0" i="0" u="none" strike="noStrike" cap="none" spc="0" normalizeH="0" baseline="0" err="1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ea typeface="Intel Clear" panose="020B0604020203020204" pitchFamily="34" charset="0"/>
              <a:cs typeface="Times New Roman" panose="02020603050405020304" pitchFamily="18" charset="0"/>
              <a:sym typeface="Helvetica Neue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65D4340-FCEE-4743-A648-5DB311031F75}"/>
              </a:ext>
            </a:extLst>
          </p:cNvPr>
          <p:cNvSpPr/>
          <p:nvPr userDrawn="1"/>
        </p:nvSpPr>
        <p:spPr>
          <a:xfrm>
            <a:off x="11734800" y="6400800"/>
            <a:ext cx="457200" cy="457200"/>
          </a:xfrm>
          <a:prstGeom prst="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C35DA17-DFF2-467C-A710-877908080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36812" y="2023074"/>
            <a:ext cx="492319" cy="591423"/>
            <a:chOff x="536812" y="2023074"/>
            <a:chExt cx="492319" cy="591423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C6AEFDCF-A68C-4E0D-95B4-6F1A9717550A}"/>
                </a:ext>
              </a:extLst>
            </p:cNvPr>
            <p:cNvSpPr/>
            <p:nvPr userDrawn="1"/>
          </p:nvSpPr>
          <p:spPr>
            <a:xfrm>
              <a:off x="709974" y="2295340"/>
              <a:ext cx="319157" cy="319157"/>
            </a:xfrm>
            <a:prstGeom prst="rect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F55E41F1-4636-455F-8CC5-9CC2D25CD287}"/>
                </a:ext>
              </a:extLst>
            </p:cNvPr>
            <p:cNvSpPr/>
            <p:nvPr userDrawn="1"/>
          </p:nvSpPr>
          <p:spPr>
            <a:xfrm>
              <a:off x="536812" y="2123120"/>
              <a:ext cx="174318" cy="174318"/>
            </a:xfrm>
            <a:prstGeom prst="rect">
              <a:avLst/>
            </a:prstGeom>
            <a:solidFill>
              <a:srgbClr val="7BDEFF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2BF6C486-C6BA-41CF-8F21-5691BA4400F2}"/>
                </a:ext>
              </a:extLst>
            </p:cNvPr>
            <p:cNvSpPr/>
            <p:nvPr userDrawn="1"/>
          </p:nvSpPr>
          <p:spPr>
            <a:xfrm>
              <a:off x="711130" y="2023074"/>
              <a:ext cx="100045" cy="100045"/>
            </a:xfrm>
            <a:prstGeom prst="rect">
              <a:avLst/>
            </a:prstGeom>
            <a:solidFill>
              <a:srgbClr val="B4F0FF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A0695690-BC82-4B1F-9B7E-92DC6CAFF1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1898805" y="6553045"/>
            <a:ext cx="142668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1000" b="0" i="0" u="none" strike="noStrike" cap="none" spc="0" normalizeH="0" baseline="0" smtClean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Intel Clear" panose="020B0604020203020204" pitchFamily="34" charset="0"/>
                <a:cs typeface="Times New Roman" panose="02020603050405020304" pitchFamily="18" charset="0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1000" b="0" i="0" u="none" strike="noStrike" cap="none" spc="0" normalizeH="0" baseline="0" err="1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ea typeface="Intel Clear" panose="020B0604020203020204" pitchFamily="34" charset="0"/>
              <a:cs typeface="Times New Roman" panose="02020603050405020304" pitchFamily="18" charset="0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9443780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Frame White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875A302-45A3-481F-BFAB-9A074C3F77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464127"/>
            <a:ext cx="11286348" cy="5944838"/>
          </a:xfrm>
          <a:prstGeom prst="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6A6F6B2-1DD0-42F2-9039-5327CC0EF1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734800" y="6400800"/>
            <a:ext cx="457200" cy="457200"/>
          </a:xfrm>
          <a:prstGeom prst="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B3A20D-927D-4DD1-8E5E-A3AC6EDE39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1898805" y="6553045"/>
            <a:ext cx="142668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1000" b="0" i="0" u="none" strike="noStrike" cap="none" spc="0" normalizeH="0" baseline="0" smtClean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Intel Clear" panose="020B0604020203020204" pitchFamily="34" charset="0"/>
                <a:cs typeface="Times New Roman" panose="02020603050405020304" pitchFamily="18" charset="0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1000" b="0" i="0" u="none" strike="noStrike" cap="none" spc="0" normalizeH="0" baseline="0" err="1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ea typeface="Intel Clear" panose="020B0604020203020204" pitchFamily="34" charset="0"/>
              <a:cs typeface="Times New Roman" panose="02020603050405020304" pitchFamily="18" charset="0"/>
              <a:sym typeface="Helvetica Neue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00988D3-27CA-4F8F-A6E2-E1104C51DC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734800" y="6400800"/>
            <a:ext cx="457200" cy="457200"/>
          </a:xfrm>
          <a:prstGeom prst="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7030671-1E88-49B1-9FE5-927C1B8EE1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1898805" y="6553045"/>
            <a:ext cx="142668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1000" b="0" i="0" u="none" strike="noStrike" cap="none" spc="0" normalizeH="0" baseline="0" smtClean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Intel Clear" panose="020B0604020203020204" pitchFamily="34" charset="0"/>
                <a:cs typeface="Times New Roman" panose="02020603050405020304" pitchFamily="18" charset="0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1000" b="0" i="0" u="none" strike="noStrike" cap="none" spc="0" normalizeH="0" baseline="0" err="1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ea typeface="Intel Clear" panose="020B0604020203020204" pitchFamily="34" charset="0"/>
              <a:cs typeface="Times New Roman" panose="02020603050405020304" pitchFamily="18" charset="0"/>
              <a:sym typeface="Helvetica Neue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A228789-1C29-4F2A-B05E-B47226DD50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57200" y="464127"/>
            <a:ext cx="11286348" cy="5944838"/>
          </a:xfrm>
          <a:prstGeom prst="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FA79AD-8981-4F51-8CC1-43C8856813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6922" y="1828800"/>
            <a:ext cx="10557387" cy="3200400"/>
          </a:xfrm>
        </p:spPr>
        <p:txBody>
          <a:bodyPr>
            <a:normAutofit/>
          </a:bodyPr>
          <a:lstStyle>
            <a:lvl1pPr algn="ctr"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title style</a:t>
            </a:r>
          </a:p>
        </p:txBody>
      </p:sp>
    </p:spTree>
    <p:extLst>
      <p:ext uri="{BB962C8B-B14F-4D97-AF65-F5344CB8AC3E}">
        <p14:creationId xmlns:p14="http://schemas.microsoft.com/office/powerpoint/2010/main" val="15737297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Frame Bl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875A302-45A3-481F-BFAB-9A074C3F77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464127"/>
            <a:ext cx="11286348" cy="5944838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6A6F6B2-1DD0-42F2-9039-5327CC0EF1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734800" y="6400800"/>
            <a:ext cx="457200" cy="457200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B3A20D-927D-4DD1-8E5E-A3AC6EDE39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1898805" y="6553045"/>
            <a:ext cx="142668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1000" b="0" i="0" u="none" strike="noStrike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n-lt"/>
                <a:ea typeface="Intel Clear" panose="020B0604020203020204" pitchFamily="34" charset="0"/>
                <a:cs typeface="Times New Roman" panose="02020603050405020304" pitchFamily="18" charset="0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1000" b="0" i="0" u="none" strike="noStrike" cap="none" spc="0" normalizeH="0" baseline="0" err="1">
              <a:ln>
                <a:noFill/>
              </a:ln>
              <a:solidFill>
                <a:schemeClr val="bg1"/>
              </a:solidFill>
              <a:effectLst/>
              <a:uFillTx/>
              <a:latin typeface="+mn-lt"/>
              <a:ea typeface="Intel Clear" panose="020B0604020203020204" pitchFamily="34" charset="0"/>
              <a:cs typeface="Times New Roman" panose="02020603050405020304" pitchFamily="18" charset="0"/>
              <a:sym typeface="Helvetica Neue"/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5DDBF953-491D-46D1-9B3A-9BACF5F244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lum bright="10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37466" y="6554735"/>
            <a:ext cx="476084" cy="177524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F2B9AAD6-9860-4DB3-B7F8-14D9F7EC7E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537995" y="6510549"/>
            <a:ext cx="1116010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>
                <a:solidFill>
                  <a:schemeClr val="bg1"/>
                </a:solidFill>
                <a:ea typeface="Intel Clear" panose="020B0604020203020204" pitchFamily="34" charset="0"/>
                <a:cs typeface="Times New Roman" panose="02020603050405020304" pitchFamily="18" charset="0"/>
              </a:rPr>
              <a:t>Intel Confidential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2595309-FEF7-41EA-9715-F4426DF072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86365" y="6510549"/>
            <a:ext cx="217239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sz="1200">
                <a:solidFill>
                  <a:schemeClr val="bg1"/>
                </a:solidFill>
                <a:ea typeface="Intel Clear" panose="020B0604020203020204" pitchFamily="34" charset="0"/>
                <a:cs typeface="Times New Roman" panose="02020603050405020304" pitchFamily="18" charset="0"/>
              </a:rPr>
              <a:t>Department or Event Name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460A36B-1810-4498-834B-51F1D1A293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734800" y="6400800"/>
            <a:ext cx="457200" cy="457200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FA9CD9B-5FA5-485E-919D-13A6CB9B31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1898805" y="6553045"/>
            <a:ext cx="142668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1000" b="0" i="0" u="none" strike="noStrike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n-lt"/>
                <a:ea typeface="Intel Clear" panose="020B0604020203020204" pitchFamily="34" charset="0"/>
                <a:cs typeface="Times New Roman" panose="02020603050405020304" pitchFamily="18" charset="0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1000" b="0" i="0" u="none" strike="noStrike" cap="none" spc="0" normalizeH="0" baseline="0" err="1">
              <a:ln>
                <a:noFill/>
              </a:ln>
              <a:solidFill>
                <a:schemeClr val="bg1"/>
              </a:solidFill>
              <a:effectLst/>
              <a:uFillTx/>
              <a:latin typeface="+mn-lt"/>
              <a:ea typeface="Intel Clear" panose="020B0604020203020204" pitchFamily="34" charset="0"/>
              <a:cs typeface="Times New Roman" panose="02020603050405020304" pitchFamily="18" charset="0"/>
              <a:sym typeface="Helvetica Neue"/>
            </a:endParaRP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9404C922-CDF2-4F38-AFEE-299C1D97DA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lum bright="10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37466" y="6554735"/>
            <a:ext cx="476084" cy="177524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92FF7EB7-3074-4A03-9376-7D8CBA804C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537995" y="6510549"/>
            <a:ext cx="1116010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>
                <a:solidFill>
                  <a:schemeClr val="bg1"/>
                </a:solidFill>
                <a:ea typeface="Intel Clear" panose="020B0604020203020204" pitchFamily="34" charset="0"/>
                <a:cs typeface="Times New Roman" panose="02020603050405020304" pitchFamily="18" charset="0"/>
              </a:rPr>
              <a:t>Intel Confidential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E6E5BC3-B783-496C-9E9D-03475FAADA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57200" y="464127"/>
            <a:ext cx="11286348" cy="5944838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FA79AD-8981-4F51-8CC1-43C8856813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6922" y="1776845"/>
            <a:ext cx="10557387" cy="3304310"/>
          </a:xfrm>
        </p:spPr>
        <p:txBody>
          <a:bodyPr>
            <a:normAutofit/>
          </a:bodyPr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title style</a:t>
            </a:r>
          </a:p>
        </p:txBody>
      </p:sp>
    </p:spTree>
    <p:extLst>
      <p:ext uri="{BB962C8B-B14F-4D97-AF65-F5344CB8AC3E}">
        <p14:creationId xmlns:p14="http://schemas.microsoft.com/office/powerpoint/2010/main" val="12290106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Intel Log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Logo&#10;&#10;Description automatically generated">
            <a:extLst>
              <a:ext uri="{FF2B5EF4-FFF2-40B4-BE49-F238E27FC236}">
                <a16:creationId xmlns:a16="http://schemas.microsoft.com/office/drawing/2014/main" id="{81D5E138-8800-4F6C-BD71-5E098EFFE2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4381" y="2626737"/>
            <a:ext cx="4052408" cy="1643927"/>
          </a:xfrm>
          <a:prstGeom prst="rect">
            <a:avLst/>
          </a:prstGeom>
        </p:spPr>
      </p:pic>
      <p:pic>
        <p:nvPicPr>
          <p:cNvPr id="3" name="Picture 2" descr="Logo&#10;&#10;Description automatically generated">
            <a:extLst>
              <a:ext uri="{FF2B5EF4-FFF2-40B4-BE49-F238E27FC236}">
                <a16:creationId xmlns:a16="http://schemas.microsoft.com/office/drawing/2014/main" id="{204B0861-499A-4B5C-86C7-11D994DAA69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4381" y="2626737"/>
            <a:ext cx="4052408" cy="1643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37083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EADCD1-88E0-40D3-C7D1-7C473E1E42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ECEEC4-11D5-FDBC-84A3-6EDC3ECA60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43E1A3-6AEE-2E9D-F2BB-F0584B28A4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97EE9-C3E3-4AE3-8066-3E03FE8DCE4B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D248AC-9379-4B38-1C79-41CFF6C1C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AC219F-96D6-BEBF-49D2-406519A7D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9BEA5-69CE-4681-AD8B-EACEB4CF4D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7338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image" Target="../media/image1.sv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5.xml"/><Relationship Id="rId13" Type="http://schemas.openxmlformats.org/officeDocument/2006/relationships/slideLayout" Target="../slideLayouts/slideLayout60.xml"/><Relationship Id="rId18" Type="http://schemas.openxmlformats.org/officeDocument/2006/relationships/slideLayout" Target="../slideLayouts/slideLayout65.xml"/><Relationship Id="rId26" Type="http://schemas.openxmlformats.org/officeDocument/2006/relationships/image" Target="../media/image6.svg"/><Relationship Id="rId3" Type="http://schemas.openxmlformats.org/officeDocument/2006/relationships/slideLayout" Target="../slideLayouts/slideLayout50.xml"/><Relationship Id="rId21" Type="http://schemas.openxmlformats.org/officeDocument/2006/relationships/slideLayout" Target="../slideLayouts/slideLayout68.xml"/><Relationship Id="rId7" Type="http://schemas.openxmlformats.org/officeDocument/2006/relationships/slideLayout" Target="../slideLayouts/slideLayout54.xml"/><Relationship Id="rId12" Type="http://schemas.openxmlformats.org/officeDocument/2006/relationships/slideLayout" Target="../slideLayouts/slideLayout59.xml"/><Relationship Id="rId17" Type="http://schemas.openxmlformats.org/officeDocument/2006/relationships/slideLayout" Target="../slideLayouts/slideLayout64.xml"/><Relationship Id="rId25" Type="http://schemas.openxmlformats.org/officeDocument/2006/relationships/theme" Target="../theme/theme2.xml"/><Relationship Id="rId2" Type="http://schemas.openxmlformats.org/officeDocument/2006/relationships/slideLayout" Target="../slideLayouts/slideLayout49.xml"/><Relationship Id="rId16" Type="http://schemas.openxmlformats.org/officeDocument/2006/relationships/slideLayout" Target="../slideLayouts/slideLayout63.xml"/><Relationship Id="rId20" Type="http://schemas.openxmlformats.org/officeDocument/2006/relationships/slideLayout" Target="../slideLayouts/slideLayout67.xml"/><Relationship Id="rId1" Type="http://schemas.openxmlformats.org/officeDocument/2006/relationships/slideLayout" Target="../slideLayouts/slideLayout48.xml"/><Relationship Id="rId6" Type="http://schemas.openxmlformats.org/officeDocument/2006/relationships/slideLayout" Target="../slideLayouts/slideLayout53.xml"/><Relationship Id="rId11" Type="http://schemas.openxmlformats.org/officeDocument/2006/relationships/slideLayout" Target="../slideLayouts/slideLayout58.xml"/><Relationship Id="rId24" Type="http://schemas.openxmlformats.org/officeDocument/2006/relationships/slideLayout" Target="../slideLayouts/slideLayout71.xml"/><Relationship Id="rId5" Type="http://schemas.openxmlformats.org/officeDocument/2006/relationships/slideLayout" Target="../slideLayouts/slideLayout52.xml"/><Relationship Id="rId15" Type="http://schemas.openxmlformats.org/officeDocument/2006/relationships/slideLayout" Target="../slideLayouts/slideLayout62.xml"/><Relationship Id="rId23" Type="http://schemas.openxmlformats.org/officeDocument/2006/relationships/slideLayout" Target="../slideLayouts/slideLayout70.xml"/><Relationship Id="rId10" Type="http://schemas.openxmlformats.org/officeDocument/2006/relationships/slideLayout" Target="../slideLayouts/slideLayout57.xml"/><Relationship Id="rId19" Type="http://schemas.openxmlformats.org/officeDocument/2006/relationships/slideLayout" Target="../slideLayouts/slideLayout66.xml"/><Relationship Id="rId4" Type="http://schemas.openxmlformats.org/officeDocument/2006/relationships/slideLayout" Target="../slideLayouts/slideLayout51.xml"/><Relationship Id="rId9" Type="http://schemas.openxmlformats.org/officeDocument/2006/relationships/slideLayout" Target="../slideLayouts/slideLayout56.xml"/><Relationship Id="rId14" Type="http://schemas.openxmlformats.org/officeDocument/2006/relationships/slideLayout" Target="../slideLayouts/slideLayout61.xml"/><Relationship Id="rId22" Type="http://schemas.openxmlformats.org/officeDocument/2006/relationships/slideLayout" Target="../slideLayouts/slideLayout69.xml"/><Relationship Id="rId27" Type="http://schemas.openxmlformats.org/officeDocument/2006/relationships/image" Target="../media/image1.sv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9.xml"/><Relationship Id="rId13" Type="http://schemas.openxmlformats.org/officeDocument/2006/relationships/slideLayout" Target="../slideLayouts/slideLayout84.xml"/><Relationship Id="rId18" Type="http://schemas.openxmlformats.org/officeDocument/2006/relationships/slideLayout" Target="../slideLayouts/slideLayout89.xml"/><Relationship Id="rId26" Type="http://schemas.openxmlformats.org/officeDocument/2006/relationships/theme" Target="../theme/theme3.xml"/><Relationship Id="rId3" Type="http://schemas.openxmlformats.org/officeDocument/2006/relationships/slideLayout" Target="../slideLayouts/slideLayout74.xml"/><Relationship Id="rId21" Type="http://schemas.openxmlformats.org/officeDocument/2006/relationships/slideLayout" Target="../slideLayouts/slideLayout92.xml"/><Relationship Id="rId7" Type="http://schemas.openxmlformats.org/officeDocument/2006/relationships/slideLayout" Target="../slideLayouts/slideLayout78.xml"/><Relationship Id="rId12" Type="http://schemas.openxmlformats.org/officeDocument/2006/relationships/slideLayout" Target="../slideLayouts/slideLayout83.xml"/><Relationship Id="rId17" Type="http://schemas.openxmlformats.org/officeDocument/2006/relationships/slideLayout" Target="../slideLayouts/slideLayout88.xml"/><Relationship Id="rId25" Type="http://schemas.openxmlformats.org/officeDocument/2006/relationships/slideLayout" Target="../slideLayouts/slideLayout96.xml"/><Relationship Id="rId2" Type="http://schemas.openxmlformats.org/officeDocument/2006/relationships/slideLayout" Target="../slideLayouts/slideLayout73.xml"/><Relationship Id="rId16" Type="http://schemas.openxmlformats.org/officeDocument/2006/relationships/slideLayout" Target="../slideLayouts/slideLayout87.xml"/><Relationship Id="rId20" Type="http://schemas.openxmlformats.org/officeDocument/2006/relationships/slideLayout" Target="../slideLayouts/slideLayout91.xml"/><Relationship Id="rId1" Type="http://schemas.openxmlformats.org/officeDocument/2006/relationships/slideLayout" Target="../slideLayouts/slideLayout72.xml"/><Relationship Id="rId6" Type="http://schemas.openxmlformats.org/officeDocument/2006/relationships/slideLayout" Target="../slideLayouts/slideLayout77.xml"/><Relationship Id="rId11" Type="http://schemas.openxmlformats.org/officeDocument/2006/relationships/slideLayout" Target="../slideLayouts/slideLayout82.xml"/><Relationship Id="rId24" Type="http://schemas.openxmlformats.org/officeDocument/2006/relationships/slideLayout" Target="../slideLayouts/slideLayout95.xml"/><Relationship Id="rId5" Type="http://schemas.openxmlformats.org/officeDocument/2006/relationships/slideLayout" Target="../slideLayouts/slideLayout76.xml"/><Relationship Id="rId15" Type="http://schemas.openxmlformats.org/officeDocument/2006/relationships/slideLayout" Target="../slideLayouts/slideLayout86.xml"/><Relationship Id="rId23" Type="http://schemas.openxmlformats.org/officeDocument/2006/relationships/slideLayout" Target="../slideLayouts/slideLayout94.xml"/><Relationship Id="rId28" Type="http://schemas.openxmlformats.org/officeDocument/2006/relationships/image" Target="../media/image8.svg"/><Relationship Id="rId10" Type="http://schemas.openxmlformats.org/officeDocument/2006/relationships/slideLayout" Target="../slideLayouts/slideLayout81.xml"/><Relationship Id="rId19" Type="http://schemas.openxmlformats.org/officeDocument/2006/relationships/slideLayout" Target="../slideLayouts/slideLayout90.xml"/><Relationship Id="rId4" Type="http://schemas.openxmlformats.org/officeDocument/2006/relationships/slideLayout" Target="../slideLayouts/slideLayout75.xml"/><Relationship Id="rId9" Type="http://schemas.openxmlformats.org/officeDocument/2006/relationships/slideLayout" Target="../slideLayouts/slideLayout80.xml"/><Relationship Id="rId14" Type="http://schemas.openxmlformats.org/officeDocument/2006/relationships/slideLayout" Target="../slideLayouts/slideLayout85.xml"/><Relationship Id="rId22" Type="http://schemas.openxmlformats.org/officeDocument/2006/relationships/slideLayout" Target="../slideLayouts/slideLayout93.xml"/><Relationship Id="rId27" Type="http://schemas.openxmlformats.org/officeDocument/2006/relationships/image" Target="../media/image6.sv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4.xml"/><Relationship Id="rId13" Type="http://schemas.openxmlformats.org/officeDocument/2006/relationships/slideLayout" Target="../slideLayouts/slideLayout109.xml"/><Relationship Id="rId18" Type="http://schemas.openxmlformats.org/officeDocument/2006/relationships/slideLayout" Target="../slideLayouts/slideLayout114.xml"/><Relationship Id="rId26" Type="http://schemas.openxmlformats.org/officeDocument/2006/relationships/theme" Target="../theme/theme4.xml"/><Relationship Id="rId3" Type="http://schemas.openxmlformats.org/officeDocument/2006/relationships/slideLayout" Target="../slideLayouts/slideLayout99.xml"/><Relationship Id="rId21" Type="http://schemas.openxmlformats.org/officeDocument/2006/relationships/slideLayout" Target="../slideLayouts/slideLayout117.xml"/><Relationship Id="rId7" Type="http://schemas.openxmlformats.org/officeDocument/2006/relationships/slideLayout" Target="../slideLayouts/slideLayout103.xml"/><Relationship Id="rId12" Type="http://schemas.openxmlformats.org/officeDocument/2006/relationships/slideLayout" Target="../slideLayouts/slideLayout108.xml"/><Relationship Id="rId17" Type="http://schemas.openxmlformats.org/officeDocument/2006/relationships/slideLayout" Target="../slideLayouts/slideLayout113.xml"/><Relationship Id="rId25" Type="http://schemas.openxmlformats.org/officeDocument/2006/relationships/slideLayout" Target="../slideLayouts/slideLayout121.xml"/><Relationship Id="rId2" Type="http://schemas.openxmlformats.org/officeDocument/2006/relationships/slideLayout" Target="../slideLayouts/slideLayout98.xml"/><Relationship Id="rId16" Type="http://schemas.openxmlformats.org/officeDocument/2006/relationships/slideLayout" Target="../slideLayouts/slideLayout112.xml"/><Relationship Id="rId20" Type="http://schemas.openxmlformats.org/officeDocument/2006/relationships/slideLayout" Target="../slideLayouts/slideLayout116.xml"/><Relationship Id="rId1" Type="http://schemas.openxmlformats.org/officeDocument/2006/relationships/slideLayout" Target="../slideLayouts/slideLayout97.xml"/><Relationship Id="rId6" Type="http://schemas.openxmlformats.org/officeDocument/2006/relationships/slideLayout" Target="../slideLayouts/slideLayout102.xml"/><Relationship Id="rId11" Type="http://schemas.openxmlformats.org/officeDocument/2006/relationships/slideLayout" Target="../slideLayouts/slideLayout107.xml"/><Relationship Id="rId24" Type="http://schemas.openxmlformats.org/officeDocument/2006/relationships/slideLayout" Target="../slideLayouts/slideLayout120.xml"/><Relationship Id="rId5" Type="http://schemas.openxmlformats.org/officeDocument/2006/relationships/slideLayout" Target="../slideLayouts/slideLayout101.xml"/><Relationship Id="rId15" Type="http://schemas.openxmlformats.org/officeDocument/2006/relationships/slideLayout" Target="../slideLayouts/slideLayout111.xml"/><Relationship Id="rId23" Type="http://schemas.openxmlformats.org/officeDocument/2006/relationships/slideLayout" Target="../slideLayouts/slideLayout119.xml"/><Relationship Id="rId28" Type="http://schemas.openxmlformats.org/officeDocument/2006/relationships/image" Target="../media/image8.svg"/><Relationship Id="rId10" Type="http://schemas.openxmlformats.org/officeDocument/2006/relationships/slideLayout" Target="../slideLayouts/slideLayout106.xml"/><Relationship Id="rId19" Type="http://schemas.openxmlformats.org/officeDocument/2006/relationships/slideLayout" Target="../slideLayouts/slideLayout115.xml"/><Relationship Id="rId4" Type="http://schemas.openxmlformats.org/officeDocument/2006/relationships/slideLayout" Target="../slideLayouts/slideLayout100.xml"/><Relationship Id="rId9" Type="http://schemas.openxmlformats.org/officeDocument/2006/relationships/slideLayout" Target="../slideLayouts/slideLayout105.xml"/><Relationship Id="rId14" Type="http://schemas.openxmlformats.org/officeDocument/2006/relationships/slideLayout" Target="../slideLayouts/slideLayout110.xml"/><Relationship Id="rId22" Type="http://schemas.openxmlformats.org/officeDocument/2006/relationships/slideLayout" Target="../slideLayouts/slideLayout118.xml"/><Relationship Id="rId27" Type="http://schemas.openxmlformats.org/officeDocument/2006/relationships/image" Target="../media/image6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1BA0418-D0B8-4038-AB65-D4C12FC9E8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47472"/>
            <a:ext cx="10911840" cy="64008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r>
              <a:rPr lang="en-US" dirty="0"/>
              <a:t>Click to edit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EA8DDE-64C9-4F0E-9EE0-F0DA006774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1352550"/>
            <a:ext cx="10911840" cy="486536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A9A978D-6FAC-7FA7-37E4-0C27A6062F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400800"/>
            <a:ext cx="11734800" cy="4572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3E5D0E6-08BA-525E-7E4F-86DC603A62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734800" y="0"/>
            <a:ext cx="457200" cy="64008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" name="Rectangle 9" descr="Intel Confidential">
            <a:extLst>
              <a:ext uri="{FF2B5EF4-FFF2-40B4-BE49-F238E27FC236}">
                <a16:creationId xmlns:a16="http://schemas.microsoft.com/office/drawing/2014/main" id="{A27CA96C-9E31-57C6-925F-EA992F20D9FB}"/>
              </a:ext>
            </a:extLst>
          </p:cNvPr>
          <p:cNvSpPr/>
          <p:nvPr/>
        </p:nvSpPr>
        <p:spPr>
          <a:xfrm>
            <a:off x="5489103" y="6515100"/>
            <a:ext cx="1213795" cy="228600"/>
          </a:xfrm>
          <a:prstGeom prst="rect">
            <a:avLst/>
          </a:prstGeom>
          <a:noFill/>
        </p:spPr>
        <p:txBody>
          <a:bodyPr wrap="none" lIns="0" tIns="0" rIns="0" bIns="0" anchor="ctr" anchorCtr="0">
            <a:noAutofit/>
          </a:bodyPr>
          <a:lstStyle/>
          <a:p>
            <a:pPr algn="ctr"/>
            <a:r>
              <a:rPr lang="en-US" sz="1000" b="0" i="0" dirty="0">
                <a:solidFill>
                  <a:srgbClr val="5E5E5E"/>
                </a:solidFill>
                <a:latin typeface="+mn-lt"/>
                <a:ea typeface="Intel Clear" panose="020B0604020203020204" pitchFamily="34" charset="0"/>
                <a:cs typeface="Times New Roman" panose="02020603050405020304" pitchFamily="18" charset="0"/>
              </a:rPr>
              <a:t>Intel Confidential</a:t>
            </a:r>
          </a:p>
        </p:txBody>
      </p:sp>
      <p:sp>
        <p:nvSpPr>
          <p:cNvPr id="11" name="Rectangle 10" descr="Department or Event Name">
            <a:extLst>
              <a:ext uri="{FF2B5EF4-FFF2-40B4-BE49-F238E27FC236}">
                <a16:creationId xmlns:a16="http://schemas.microsoft.com/office/drawing/2014/main" id="{BF24D539-B05A-AF8F-5219-B32D80CC3434}"/>
              </a:ext>
            </a:extLst>
          </p:cNvPr>
          <p:cNvSpPr/>
          <p:nvPr/>
        </p:nvSpPr>
        <p:spPr>
          <a:xfrm>
            <a:off x="640080" y="6515100"/>
            <a:ext cx="3657600" cy="228600"/>
          </a:xfrm>
          <a:prstGeom prst="rect">
            <a:avLst/>
          </a:prstGeom>
          <a:noFill/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en-US" sz="1200" b="0" i="0" dirty="0">
                <a:solidFill>
                  <a:srgbClr val="5E5E5E"/>
                </a:solidFill>
                <a:latin typeface="+mn-lt"/>
                <a:ea typeface="Intel Clear" panose="020B0604020203020204" pitchFamily="34" charset="0"/>
                <a:cs typeface="Times New Roman" panose="02020603050405020304" pitchFamily="18" charset="0"/>
              </a:rPr>
              <a:t>Department or Event Name</a:t>
            </a:r>
          </a:p>
        </p:txBody>
      </p:sp>
      <p:sp>
        <p:nvSpPr>
          <p:cNvPr id="13" name="TextBox 12" descr="page number">
            <a:extLst>
              <a:ext uri="{FF2B5EF4-FFF2-40B4-BE49-F238E27FC236}">
                <a16:creationId xmlns:a16="http://schemas.microsoft.com/office/drawing/2014/main" id="{19AF402F-150D-2389-9E89-47A589358629}"/>
              </a:ext>
            </a:extLst>
          </p:cNvPr>
          <p:cNvSpPr txBox="1"/>
          <p:nvPr/>
        </p:nvSpPr>
        <p:spPr>
          <a:xfrm>
            <a:off x="11795252" y="6506879"/>
            <a:ext cx="349776" cy="246221"/>
          </a:xfrm>
          <a:prstGeom prst="rect">
            <a:avLst/>
          </a:prstGeom>
        </p:spPr>
        <p:txBody>
          <a:bodyPr wrap="none" anchor="ctr" anchorCtr="0">
            <a:spAutoFit/>
          </a:bodyPr>
          <a:lstStyle>
            <a:defPPr>
              <a:defRPr lang="en-US"/>
            </a:defPPr>
            <a:lvl1pPr algn="ctr">
              <a:defRPr sz="1000" b="0" i="0">
                <a:solidFill>
                  <a:srgbClr val="5E5E5E"/>
                </a:solidFill>
                <a:latin typeface="IntelOne Text" panose="020B0503020203020204" pitchFamily="34" charset="77"/>
                <a:ea typeface="Intel Clear" panose="020B0604020203020204" pitchFamily="34" charset="0"/>
                <a:cs typeface="Times New Roman" panose="02020603050405020304" pitchFamily="18" charset="0"/>
              </a:defRPr>
            </a:lvl1pPr>
          </a:lstStyle>
          <a:p>
            <a:pPr lvl="0"/>
            <a:fld id="{4F6B73DA-0149-4325-A7B8-AE29BD4BC701}" type="slidenum">
              <a:rPr lang="en-US" smtClean="0">
                <a:solidFill>
                  <a:srgbClr val="5E5E5E"/>
                </a:solidFill>
                <a:latin typeface="+mn-lt"/>
                <a:sym typeface="Helvetica Neue"/>
              </a:rPr>
              <a:pPr lvl="0"/>
              <a:t>‹#›</a:t>
            </a:fld>
            <a:endParaRPr lang="en-US" dirty="0" err="1">
              <a:solidFill>
                <a:srgbClr val="5E5E5E"/>
              </a:solidFill>
              <a:latin typeface="+mn-lt"/>
              <a:sym typeface="Helvetica Neue"/>
            </a:endParaRPr>
          </a:p>
        </p:txBody>
      </p:sp>
      <p:grpSp>
        <p:nvGrpSpPr>
          <p:cNvPr id="4" name="Graphic 36">
            <a:extLst>
              <a:ext uri="{FF2B5EF4-FFF2-40B4-BE49-F238E27FC236}">
                <a16:creationId xmlns:a16="http://schemas.microsoft.com/office/drawing/2014/main" id="{1E4C3894-369B-29DD-7482-7BBBBEE1EE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1129497" y="6540316"/>
            <a:ext cx="422423" cy="178169"/>
            <a:chOff x="11131751" y="6540638"/>
            <a:chExt cx="422423" cy="178169"/>
          </a:xfrm>
          <a:solidFill>
            <a:schemeClr val="tx1"/>
          </a:solidFill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3FCB12FD-C5D8-E16E-053D-9CA6469AB143}"/>
                </a:ext>
              </a:extLst>
            </p:cNvPr>
            <p:cNvSpPr/>
            <p:nvPr/>
          </p:nvSpPr>
          <p:spPr>
            <a:xfrm>
              <a:off x="11131751" y="6543058"/>
              <a:ext cx="33285" cy="33285"/>
            </a:xfrm>
            <a:custGeom>
              <a:avLst/>
              <a:gdLst>
                <a:gd name="connsiteX0" fmla="*/ 0 w 33285"/>
                <a:gd name="connsiteY0" fmla="*/ 0 h 33285"/>
                <a:gd name="connsiteX1" fmla="*/ 33286 w 33285"/>
                <a:gd name="connsiteY1" fmla="*/ 0 h 33285"/>
                <a:gd name="connsiteX2" fmla="*/ 33286 w 33285"/>
                <a:gd name="connsiteY2" fmla="*/ 33286 h 33285"/>
                <a:gd name="connsiteX3" fmla="*/ 0 w 33285"/>
                <a:gd name="connsiteY3" fmla="*/ 33286 h 33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285" h="33285">
                  <a:moveTo>
                    <a:pt x="0" y="0"/>
                  </a:moveTo>
                  <a:lnTo>
                    <a:pt x="33286" y="0"/>
                  </a:lnTo>
                  <a:lnTo>
                    <a:pt x="33286" y="33286"/>
                  </a:lnTo>
                  <a:lnTo>
                    <a:pt x="0" y="33286"/>
                  </a:lnTo>
                  <a:close/>
                </a:path>
              </a:pathLst>
            </a:custGeom>
            <a:solidFill>
              <a:schemeClr val="tx1"/>
            </a:solidFill>
            <a:ln w="39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0C122816-14CD-55C2-92C3-41919ACADB02}"/>
                </a:ext>
              </a:extLst>
            </p:cNvPr>
            <p:cNvSpPr/>
            <p:nvPr/>
          </p:nvSpPr>
          <p:spPr>
            <a:xfrm>
              <a:off x="11132638" y="6540638"/>
              <a:ext cx="421536" cy="178169"/>
            </a:xfrm>
            <a:custGeom>
              <a:avLst/>
              <a:gdLst>
                <a:gd name="connsiteX0" fmla="*/ 31551 w 421536"/>
                <a:gd name="connsiteY0" fmla="*/ 55880 h 178169"/>
                <a:gd name="connsiteX1" fmla="*/ 0 w 421536"/>
                <a:gd name="connsiteY1" fmla="*/ 55880 h 178169"/>
                <a:gd name="connsiteX2" fmla="*/ 0 w 421536"/>
                <a:gd name="connsiteY2" fmla="*/ 175668 h 178169"/>
                <a:gd name="connsiteX3" fmla="*/ 31551 w 421536"/>
                <a:gd name="connsiteY3" fmla="*/ 175668 h 178169"/>
                <a:gd name="connsiteX4" fmla="*/ 31551 w 421536"/>
                <a:gd name="connsiteY4" fmla="*/ 55880 h 178169"/>
                <a:gd name="connsiteX5" fmla="*/ 240705 w 421536"/>
                <a:gd name="connsiteY5" fmla="*/ 176878 h 178169"/>
                <a:gd name="connsiteX6" fmla="*/ 240705 w 421536"/>
                <a:gd name="connsiteY6" fmla="*/ 147506 h 178169"/>
                <a:gd name="connsiteX7" fmla="*/ 229287 w 421536"/>
                <a:gd name="connsiteY7" fmla="*/ 146780 h 178169"/>
                <a:gd name="connsiteX8" fmla="*/ 221863 w 421536"/>
                <a:gd name="connsiteY8" fmla="*/ 143512 h 178169"/>
                <a:gd name="connsiteX9" fmla="*/ 218595 w 421536"/>
                <a:gd name="connsiteY9" fmla="*/ 136371 h 178169"/>
                <a:gd name="connsiteX10" fmla="*/ 217869 w 421536"/>
                <a:gd name="connsiteY10" fmla="*/ 124791 h 178169"/>
                <a:gd name="connsiteX11" fmla="*/ 217869 w 421536"/>
                <a:gd name="connsiteY11" fmla="*/ 82871 h 178169"/>
                <a:gd name="connsiteX12" fmla="*/ 240705 w 421536"/>
                <a:gd name="connsiteY12" fmla="*/ 82871 h 178169"/>
                <a:gd name="connsiteX13" fmla="*/ 240705 w 421536"/>
                <a:gd name="connsiteY13" fmla="*/ 55880 h 178169"/>
                <a:gd name="connsiteX14" fmla="*/ 217869 w 421536"/>
                <a:gd name="connsiteY14" fmla="*/ 55880 h 178169"/>
                <a:gd name="connsiteX15" fmla="*/ 217869 w 421536"/>
                <a:gd name="connsiteY15" fmla="*/ 9239 h 178169"/>
                <a:gd name="connsiteX16" fmla="*/ 186318 w 421536"/>
                <a:gd name="connsiteY16" fmla="*/ 9239 h 178169"/>
                <a:gd name="connsiteX17" fmla="*/ 186318 w 421536"/>
                <a:gd name="connsiteY17" fmla="*/ 125033 h 178169"/>
                <a:gd name="connsiteX18" fmla="*/ 188860 w 421536"/>
                <a:gd name="connsiteY18" fmla="*/ 149725 h 178169"/>
                <a:gd name="connsiteX19" fmla="*/ 197252 w 421536"/>
                <a:gd name="connsiteY19" fmla="*/ 165622 h 178169"/>
                <a:gd name="connsiteX20" fmla="*/ 212664 w 421536"/>
                <a:gd name="connsiteY20" fmla="*/ 174256 h 178169"/>
                <a:gd name="connsiteX21" fmla="*/ 236751 w 421536"/>
                <a:gd name="connsiteY21" fmla="*/ 176919 h 178169"/>
                <a:gd name="connsiteX22" fmla="*/ 240705 w 421536"/>
                <a:gd name="connsiteY22" fmla="*/ 176919 h 178169"/>
                <a:gd name="connsiteX23" fmla="*/ 421536 w 421536"/>
                <a:gd name="connsiteY23" fmla="*/ 0 h 178169"/>
                <a:gd name="connsiteX24" fmla="*/ 389985 w 421536"/>
                <a:gd name="connsiteY24" fmla="*/ 0 h 178169"/>
                <a:gd name="connsiteX25" fmla="*/ 389985 w 421536"/>
                <a:gd name="connsiteY25" fmla="*/ 175668 h 178169"/>
                <a:gd name="connsiteX26" fmla="*/ 421536 w 421536"/>
                <a:gd name="connsiteY26" fmla="*/ 175668 h 178169"/>
                <a:gd name="connsiteX27" fmla="*/ 421536 w 421536"/>
                <a:gd name="connsiteY27" fmla="*/ 0 h 178169"/>
                <a:gd name="connsiteX28" fmla="*/ 155857 w 421536"/>
                <a:gd name="connsiteY28" fmla="*/ 67701 h 178169"/>
                <a:gd name="connsiteX29" fmla="*/ 119142 w 421536"/>
                <a:gd name="connsiteY29" fmla="*/ 53459 h 178169"/>
                <a:gd name="connsiteX30" fmla="*/ 98444 w 421536"/>
                <a:gd name="connsiteY30" fmla="*/ 58058 h 178169"/>
                <a:gd name="connsiteX31" fmla="*/ 82750 w 421536"/>
                <a:gd name="connsiteY31" fmla="*/ 70848 h 178169"/>
                <a:gd name="connsiteX32" fmla="*/ 81015 w 421536"/>
                <a:gd name="connsiteY32" fmla="*/ 73067 h 178169"/>
                <a:gd name="connsiteX33" fmla="*/ 81015 w 421536"/>
                <a:gd name="connsiteY33" fmla="*/ 71090 h 178169"/>
                <a:gd name="connsiteX34" fmla="*/ 81015 w 421536"/>
                <a:gd name="connsiteY34" fmla="*/ 55920 h 178169"/>
                <a:gd name="connsiteX35" fmla="*/ 49948 w 421536"/>
                <a:gd name="connsiteY35" fmla="*/ 55920 h 178169"/>
                <a:gd name="connsiteX36" fmla="*/ 49948 w 421536"/>
                <a:gd name="connsiteY36" fmla="*/ 175708 h 178169"/>
                <a:gd name="connsiteX37" fmla="*/ 81297 w 421536"/>
                <a:gd name="connsiteY37" fmla="*/ 175708 h 178169"/>
                <a:gd name="connsiteX38" fmla="*/ 81297 w 421536"/>
                <a:gd name="connsiteY38" fmla="*/ 111880 h 178169"/>
                <a:gd name="connsiteX39" fmla="*/ 81338 w 421536"/>
                <a:gd name="connsiteY39" fmla="*/ 116319 h 178169"/>
                <a:gd name="connsiteX40" fmla="*/ 81378 w 421536"/>
                <a:gd name="connsiteY40" fmla="*/ 114180 h 178169"/>
                <a:gd name="connsiteX41" fmla="*/ 89689 w 421536"/>
                <a:gd name="connsiteY41" fmla="*/ 89327 h 178169"/>
                <a:gd name="connsiteX42" fmla="*/ 109701 w 421536"/>
                <a:gd name="connsiteY42" fmla="*/ 80814 h 178169"/>
                <a:gd name="connsiteX43" fmla="*/ 130358 w 421536"/>
                <a:gd name="connsiteY43" fmla="*/ 89125 h 178169"/>
                <a:gd name="connsiteX44" fmla="*/ 137217 w 421536"/>
                <a:gd name="connsiteY44" fmla="*/ 112082 h 178169"/>
                <a:gd name="connsiteX45" fmla="*/ 137217 w 421536"/>
                <a:gd name="connsiteY45" fmla="*/ 112082 h 178169"/>
                <a:gd name="connsiteX46" fmla="*/ 137217 w 421536"/>
                <a:gd name="connsiteY46" fmla="*/ 112324 h 178169"/>
                <a:gd name="connsiteX47" fmla="*/ 137217 w 421536"/>
                <a:gd name="connsiteY47" fmla="*/ 112365 h 178169"/>
                <a:gd name="connsiteX48" fmla="*/ 137217 w 421536"/>
                <a:gd name="connsiteY48" fmla="*/ 175708 h 178169"/>
                <a:gd name="connsiteX49" fmla="*/ 169050 w 421536"/>
                <a:gd name="connsiteY49" fmla="*/ 175708 h 178169"/>
                <a:gd name="connsiteX50" fmla="*/ 169050 w 421536"/>
                <a:gd name="connsiteY50" fmla="*/ 107684 h 178169"/>
                <a:gd name="connsiteX51" fmla="*/ 155857 w 421536"/>
                <a:gd name="connsiteY51" fmla="*/ 67701 h 178169"/>
                <a:gd name="connsiteX52" fmla="*/ 373524 w 421536"/>
                <a:gd name="connsiteY52" fmla="*/ 115552 h 178169"/>
                <a:gd name="connsiteX53" fmla="*/ 368965 w 421536"/>
                <a:gd name="connsiteY53" fmla="*/ 91344 h 178169"/>
                <a:gd name="connsiteX54" fmla="*/ 356256 w 421536"/>
                <a:gd name="connsiteY54" fmla="*/ 71574 h 178169"/>
                <a:gd name="connsiteX55" fmla="*/ 336729 w 421536"/>
                <a:gd name="connsiteY55" fmla="*/ 58300 h 178169"/>
                <a:gd name="connsiteX56" fmla="*/ 311674 w 421536"/>
                <a:gd name="connsiteY56" fmla="*/ 53499 h 178169"/>
                <a:gd name="connsiteX57" fmla="*/ 287345 w 421536"/>
                <a:gd name="connsiteY57" fmla="*/ 58422 h 178169"/>
                <a:gd name="connsiteX58" fmla="*/ 267575 w 421536"/>
                <a:gd name="connsiteY58" fmla="*/ 71736 h 178169"/>
                <a:gd name="connsiteX59" fmla="*/ 254261 w 421536"/>
                <a:gd name="connsiteY59" fmla="*/ 91506 h 178169"/>
                <a:gd name="connsiteX60" fmla="*/ 249339 w 421536"/>
                <a:gd name="connsiteY60" fmla="*/ 115834 h 178169"/>
                <a:gd name="connsiteX61" fmla="*/ 254019 w 421536"/>
                <a:gd name="connsiteY61" fmla="*/ 140163 h 178169"/>
                <a:gd name="connsiteX62" fmla="*/ 266970 w 421536"/>
                <a:gd name="connsiteY62" fmla="*/ 159933 h 178169"/>
                <a:gd name="connsiteX63" fmla="*/ 286982 w 421536"/>
                <a:gd name="connsiteY63" fmla="*/ 173247 h 178169"/>
                <a:gd name="connsiteX64" fmla="*/ 312642 w 421536"/>
                <a:gd name="connsiteY64" fmla="*/ 178170 h 178169"/>
                <a:gd name="connsiteX65" fmla="*/ 365939 w 421536"/>
                <a:gd name="connsiteY65" fmla="*/ 154648 h 178169"/>
                <a:gd name="connsiteX66" fmla="*/ 343224 w 421536"/>
                <a:gd name="connsiteY66" fmla="*/ 137339 h 178169"/>
                <a:gd name="connsiteX67" fmla="*/ 312884 w 421536"/>
                <a:gd name="connsiteY67" fmla="*/ 150734 h 178169"/>
                <a:gd name="connsiteX68" fmla="*/ 291097 w 421536"/>
                <a:gd name="connsiteY68" fmla="*/ 144601 h 178169"/>
                <a:gd name="connsiteX69" fmla="*/ 279720 w 421536"/>
                <a:gd name="connsiteY69" fmla="*/ 127979 h 178169"/>
                <a:gd name="connsiteX70" fmla="*/ 279397 w 421536"/>
                <a:gd name="connsiteY70" fmla="*/ 126849 h 178169"/>
                <a:gd name="connsiteX71" fmla="*/ 373524 w 421536"/>
                <a:gd name="connsiteY71" fmla="*/ 126849 h 178169"/>
                <a:gd name="connsiteX72" fmla="*/ 373524 w 421536"/>
                <a:gd name="connsiteY72" fmla="*/ 115552 h 178169"/>
                <a:gd name="connsiteX73" fmla="*/ 279720 w 421536"/>
                <a:gd name="connsiteY73" fmla="*/ 104537 h 178169"/>
                <a:gd name="connsiteX74" fmla="*/ 311472 w 421536"/>
                <a:gd name="connsiteY74" fmla="*/ 80451 h 178169"/>
                <a:gd name="connsiteX75" fmla="*/ 343265 w 421536"/>
                <a:gd name="connsiteY75" fmla="*/ 104497 h 178169"/>
                <a:gd name="connsiteX76" fmla="*/ 279720 w 421536"/>
                <a:gd name="connsiteY76" fmla="*/ 104537 h 1781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421536" h="178169">
                  <a:moveTo>
                    <a:pt x="31551" y="55880"/>
                  </a:moveTo>
                  <a:lnTo>
                    <a:pt x="0" y="55880"/>
                  </a:lnTo>
                  <a:lnTo>
                    <a:pt x="0" y="175668"/>
                  </a:lnTo>
                  <a:lnTo>
                    <a:pt x="31551" y="175668"/>
                  </a:lnTo>
                  <a:lnTo>
                    <a:pt x="31551" y="55880"/>
                  </a:lnTo>
                  <a:close/>
                  <a:moveTo>
                    <a:pt x="240705" y="176878"/>
                  </a:moveTo>
                  <a:lnTo>
                    <a:pt x="240705" y="147506"/>
                  </a:lnTo>
                  <a:cubicBezTo>
                    <a:pt x="236065" y="147466"/>
                    <a:pt x="232232" y="147224"/>
                    <a:pt x="229287" y="146780"/>
                  </a:cubicBezTo>
                  <a:cubicBezTo>
                    <a:pt x="226019" y="146256"/>
                    <a:pt x="223517" y="145166"/>
                    <a:pt x="221863" y="143512"/>
                  </a:cubicBezTo>
                  <a:cubicBezTo>
                    <a:pt x="220209" y="141858"/>
                    <a:pt x="219120" y="139437"/>
                    <a:pt x="218595" y="136371"/>
                  </a:cubicBezTo>
                  <a:cubicBezTo>
                    <a:pt x="218111" y="133425"/>
                    <a:pt x="217869" y="129512"/>
                    <a:pt x="217869" y="124791"/>
                  </a:cubicBezTo>
                  <a:lnTo>
                    <a:pt x="217869" y="82871"/>
                  </a:lnTo>
                  <a:lnTo>
                    <a:pt x="240705" y="82871"/>
                  </a:lnTo>
                  <a:lnTo>
                    <a:pt x="240705" y="55880"/>
                  </a:lnTo>
                  <a:lnTo>
                    <a:pt x="217869" y="55880"/>
                  </a:lnTo>
                  <a:lnTo>
                    <a:pt x="217869" y="9239"/>
                  </a:lnTo>
                  <a:lnTo>
                    <a:pt x="186318" y="9239"/>
                  </a:lnTo>
                  <a:lnTo>
                    <a:pt x="186318" y="125033"/>
                  </a:lnTo>
                  <a:cubicBezTo>
                    <a:pt x="186318" y="134797"/>
                    <a:pt x="187166" y="143109"/>
                    <a:pt x="188860" y="149725"/>
                  </a:cubicBezTo>
                  <a:cubicBezTo>
                    <a:pt x="190514" y="156261"/>
                    <a:pt x="193339" y="161628"/>
                    <a:pt x="197252" y="165622"/>
                  </a:cubicBezTo>
                  <a:cubicBezTo>
                    <a:pt x="201166" y="169616"/>
                    <a:pt x="206370" y="172521"/>
                    <a:pt x="212664" y="174256"/>
                  </a:cubicBezTo>
                  <a:cubicBezTo>
                    <a:pt x="219039" y="175991"/>
                    <a:pt x="227149" y="176919"/>
                    <a:pt x="236751" y="176919"/>
                  </a:cubicBezTo>
                  <a:lnTo>
                    <a:pt x="240705" y="176919"/>
                  </a:lnTo>
                  <a:close/>
                  <a:moveTo>
                    <a:pt x="421536" y="0"/>
                  </a:moveTo>
                  <a:lnTo>
                    <a:pt x="389985" y="0"/>
                  </a:lnTo>
                  <a:lnTo>
                    <a:pt x="389985" y="175668"/>
                  </a:lnTo>
                  <a:lnTo>
                    <a:pt x="421536" y="175668"/>
                  </a:lnTo>
                  <a:lnTo>
                    <a:pt x="421536" y="0"/>
                  </a:lnTo>
                  <a:close/>
                  <a:moveTo>
                    <a:pt x="155857" y="67701"/>
                  </a:moveTo>
                  <a:cubicBezTo>
                    <a:pt x="147102" y="58260"/>
                    <a:pt x="134756" y="53459"/>
                    <a:pt x="119142" y="53459"/>
                  </a:cubicBezTo>
                  <a:cubicBezTo>
                    <a:pt x="111597" y="53459"/>
                    <a:pt x="104658" y="55032"/>
                    <a:pt x="98444" y="58058"/>
                  </a:cubicBezTo>
                  <a:cubicBezTo>
                    <a:pt x="92231" y="61125"/>
                    <a:pt x="86946" y="65442"/>
                    <a:pt x="82750" y="70848"/>
                  </a:cubicBezTo>
                  <a:lnTo>
                    <a:pt x="81015" y="73067"/>
                  </a:lnTo>
                  <a:lnTo>
                    <a:pt x="81015" y="71090"/>
                  </a:lnTo>
                  <a:lnTo>
                    <a:pt x="81015" y="55920"/>
                  </a:lnTo>
                  <a:lnTo>
                    <a:pt x="49948" y="55920"/>
                  </a:lnTo>
                  <a:lnTo>
                    <a:pt x="49948" y="175708"/>
                  </a:lnTo>
                  <a:lnTo>
                    <a:pt x="81297" y="175708"/>
                  </a:lnTo>
                  <a:lnTo>
                    <a:pt x="81297" y="111880"/>
                  </a:lnTo>
                  <a:lnTo>
                    <a:pt x="81338" y="116319"/>
                  </a:lnTo>
                  <a:cubicBezTo>
                    <a:pt x="81338" y="115592"/>
                    <a:pt x="81338" y="114866"/>
                    <a:pt x="81378" y="114180"/>
                  </a:cubicBezTo>
                  <a:cubicBezTo>
                    <a:pt x="81701" y="103004"/>
                    <a:pt x="84485" y="94653"/>
                    <a:pt x="89689" y="89327"/>
                  </a:cubicBezTo>
                  <a:cubicBezTo>
                    <a:pt x="95217" y="83678"/>
                    <a:pt x="101955" y="80814"/>
                    <a:pt x="109701" y="80814"/>
                  </a:cubicBezTo>
                  <a:cubicBezTo>
                    <a:pt x="118819" y="80814"/>
                    <a:pt x="125759" y="83598"/>
                    <a:pt x="130358" y="89125"/>
                  </a:cubicBezTo>
                  <a:cubicBezTo>
                    <a:pt x="134877" y="94532"/>
                    <a:pt x="137177" y="102238"/>
                    <a:pt x="137217" y="112082"/>
                  </a:cubicBezTo>
                  <a:lnTo>
                    <a:pt x="137217" y="112082"/>
                  </a:lnTo>
                  <a:lnTo>
                    <a:pt x="137217" y="112324"/>
                  </a:lnTo>
                  <a:lnTo>
                    <a:pt x="137217" y="112365"/>
                  </a:lnTo>
                  <a:lnTo>
                    <a:pt x="137217" y="175708"/>
                  </a:lnTo>
                  <a:lnTo>
                    <a:pt x="169050" y="175708"/>
                  </a:lnTo>
                  <a:lnTo>
                    <a:pt x="169050" y="107684"/>
                  </a:lnTo>
                  <a:cubicBezTo>
                    <a:pt x="169091" y="90618"/>
                    <a:pt x="164612" y="77142"/>
                    <a:pt x="155857" y="67701"/>
                  </a:cubicBezTo>
                  <a:moveTo>
                    <a:pt x="373524" y="115552"/>
                  </a:moveTo>
                  <a:cubicBezTo>
                    <a:pt x="373524" y="106958"/>
                    <a:pt x="371991" y="98808"/>
                    <a:pt x="368965" y="91344"/>
                  </a:cubicBezTo>
                  <a:cubicBezTo>
                    <a:pt x="365939" y="83880"/>
                    <a:pt x="361662" y="77223"/>
                    <a:pt x="356256" y="71574"/>
                  </a:cubicBezTo>
                  <a:cubicBezTo>
                    <a:pt x="350850" y="65926"/>
                    <a:pt x="344273" y="61448"/>
                    <a:pt x="336729" y="58300"/>
                  </a:cubicBezTo>
                  <a:cubicBezTo>
                    <a:pt x="329184" y="55113"/>
                    <a:pt x="320752" y="53499"/>
                    <a:pt x="311674" y="53499"/>
                  </a:cubicBezTo>
                  <a:cubicBezTo>
                    <a:pt x="303080" y="53499"/>
                    <a:pt x="294890" y="55153"/>
                    <a:pt x="287345" y="58422"/>
                  </a:cubicBezTo>
                  <a:cubicBezTo>
                    <a:pt x="279800" y="61690"/>
                    <a:pt x="273143" y="66168"/>
                    <a:pt x="267575" y="71736"/>
                  </a:cubicBezTo>
                  <a:cubicBezTo>
                    <a:pt x="262008" y="77304"/>
                    <a:pt x="257529" y="83961"/>
                    <a:pt x="254261" y="91506"/>
                  </a:cubicBezTo>
                  <a:cubicBezTo>
                    <a:pt x="250993" y="99050"/>
                    <a:pt x="249339" y="107241"/>
                    <a:pt x="249339" y="115834"/>
                  </a:cubicBezTo>
                  <a:cubicBezTo>
                    <a:pt x="249339" y="124428"/>
                    <a:pt x="250912" y="132619"/>
                    <a:pt x="254019" y="140163"/>
                  </a:cubicBezTo>
                  <a:cubicBezTo>
                    <a:pt x="257126" y="147708"/>
                    <a:pt x="261483" y="154365"/>
                    <a:pt x="266970" y="159933"/>
                  </a:cubicBezTo>
                  <a:cubicBezTo>
                    <a:pt x="272457" y="165501"/>
                    <a:pt x="279195" y="169979"/>
                    <a:pt x="286982" y="173247"/>
                  </a:cubicBezTo>
                  <a:cubicBezTo>
                    <a:pt x="294769" y="176515"/>
                    <a:pt x="303403" y="178170"/>
                    <a:pt x="312642" y="178170"/>
                  </a:cubicBezTo>
                  <a:cubicBezTo>
                    <a:pt x="339351" y="178170"/>
                    <a:pt x="355974" y="166025"/>
                    <a:pt x="365939" y="154648"/>
                  </a:cubicBezTo>
                  <a:lnTo>
                    <a:pt x="343224" y="137339"/>
                  </a:lnTo>
                  <a:cubicBezTo>
                    <a:pt x="338423" y="143028"/>
                    <a:pt x="327086" y="150734"/>
                    <a:pt x="312884" y="150734"/>
                  </a:cubicBezTo>
                  <a:cubicBezTo>
                    <a:pt x="303968" y="150734"/>
                    <a:pt x="296665" y="148676"/>
                    <a:pt x="291097" y="144601"/>
                  </a:cubicBezTo>
                  <a:cubicBezTo>
                    <a:pt x="285529" y="140526"/>
                    <a:pt x="281697" y="134959"/>
                    <a:pt x="279720" y="127979"/>
                  </a:cubicBezTo>
                  <a:lnTo>
                    <a:pt x="279397" y="126849"/>
                  </a:lnTo>
                  <a:lnTo>
                    <a:pt x="373524" y="126849"/>
                  </a:lnTo>
                  <a:lnTo>
                    <a:pt x="373524" y="115552"/>
                  </a:lnTo>
                  <a:close/>
                  <a:moveTo>
                    <a:pt x="279720" y="104537"/>
                  </a:moveTo>
                  <a:cubicBezTo>
                    <a:pt x="279720" y="95782"/>
                    <a:pt x="289766" y="80451"/>
                    <a:pt x="311472" y="80451"/>
                  </a:cubicBezTo>
                  <a:cubicBezTo>
                    <a:pt x="333178" y="80451"/>
                    <a:pt x="343265" y="95742"/>
                    <a:pt x="343265" y="104497"/>
                  </a:cubicBezTo>
                  <a:lnTo>
                    <a:pt x="279720" y="104537"/>
                  </a:lnTo>
                  <a:close/>
                </a:path>
              </a:pathLst>
            </a:custGeom>
            <a:solidFill>
              <a:schemeClr val="tx1"/>
            </a:solidFill>
            <a:ln w="39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550D3850-25D9-85F2-AE40-6933462F8E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400800"/>
            <a:ext cx="11734800" cy="4572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Rectangle 7" descr="Intel Confidential">
            <a:extLst>
              <a:ext uri="{FF2B5EF4-FFF2-40B4-BE49-F238E27FC236}">
                <a16:creationId xmlns:a16="http://schemas.microsoft.com/office/drawing/2014/main" id="{1A8F76F6-33D6-E421-0EFD-9619F8BB9A1E}"/>
              </a:ext>
            </a:extLst>
          </p:cNvPr>
          <p:cNvSpPr/>
          <p:nvPr userDrawn="1"/>
        </p:nvSpPr>
        <p:spPr>
          <a:xfrm>
            <a:off x="5489103" y="6510549"/>
            <a:ext cx="1213795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 b="0" i="0">
                <a:solidFill>
                  <a:schemeClr val="tx1"/>
                </a:solidFill>
                <a:latin typeface="IntelOne Text" panose="020B0503020203020204" pitchFamily="34" charset="77"/>
                <a:ea typeface="Intel Clear" panose="020B0604020203020204" pitchFamily="34" charset="0"/>
                <a:cs typeface="Times New Roman" panose="02020603050405020304" pitchFamily="18" charset="0"/>
              </a:rPr>
              <a:t>Intel Confidential</a:t>
            </a:r>
          </a:p>
        </p:txBody>
      </p:sp>
      <p:sp>
        <p:nvSpPr>
          <p:cNvPr id="9" name="Rectangle 8" descr="Department or Event Name">
            <a:extLst>
              <a:ext uri="{FF2B5EF4-FFF2-40B4-BE49-F238E27FC236}">
                <a16:creationId xmlns:a16="http://schemas.microsoft.com/office/drawing/2014/main" id="{C7391ED5-EF9D-E2A9-F2E5-9458249086AA}"/>
              </a:ext>
            </a:extLst>
          </p:cNvPr>
          <p:cNvSpPr/>
          <p:nvPr userDrawn="1"/>
        </p:nvSpPr>
        <p:spPr>
          <a:xfrm>
            <a:off x="286365" y="6510549"/>
            <a:ext cx="51809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sz="1200" b="0" i="0" dirty="0">
                <a:solidFill>
                  <a:schemeClr val="tx1"/>
                </a:solidFill>
                <a:latin typeface="IntelOne Text" panose="020B0503020203020204" pitchFamily="34" charset="77"/>
                <a:ea typeface="Intel Clear" panose="020B0604020203020204" pitchFamily="34" charset="0"/>
                <a:cs typeface="Times New Roman" panose="02020603050405020304" pitchFamily="18" charset="0"/>
              </a:rPr>
              <a:t>TCE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67B0147D-93E1-019A-B6F5-04AD652418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9"/>
              </a:ext>
            </a:extLst>
          </a:blip>
          <a:stretch>
            <a:fillRect/>
          </a:stretch>
        </p:blipFill>
        <p:spPr>
          <a:xfrm>
            <a:off x="11137466" y="6554735"/>
            <a:ext cx="476084" cy="177524"/>
          </a:xfrm>
          <a:prstGeom prst="rect">
            <a:avLst/>
          </a:prstGeom>
        </p:spPr>
      </p:pic>
      <p:sp>
        <p:nvSpPr>
          <p:cNvPr id="14" name="TextBox 13" descr="page number">
            <a:extLst>
              <a:ext uri="{FF2B5EF4-FFF2-40B4-BE49-F238E27FC236}">
                <a16:creationId xmlns:a16="http://schemas.microsoft.com/office/drawing/2014/main" id="{153BAFE4-0E24-C72C-4730-9F8DCFD2D2C5}"/>
              </a:ext>
            </a:extLst>
          </p:cNvPr>
          <p:cNvSpPr txBox="1"/>
          <p:nvPr userDrawn="1"/>
        </p:nvSpPr>
        <p:spPr>
          <a:xfrm>
            <a:off x="11886783" y="6553045"/>
            <a:ext cx="166713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1000" b="0" i="0" u="none" strike="noStrike" cap="none" spc="0" normalizeH="0" baseline="0" smtClean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IntelOne Text" panose="020B0503020203020204" pitchFamily="34" charset="77"/>
                <a:ea typeface="Intel Clear" panose="020B0604020203020204" pitchFamily="34" charset="0"/>
                <a:cs typeface="Times New Roman" panose="02020603050405020304" pitchFamily="18" charset="0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1000" b="0" i="0" u="none" strike="noStrike" cap="none" spc="0" normalizeH="0" baseline="0" err="1">
              <a:ln>
                <a:noFill/>
              </a:ln>
              <a:solidFill>
                <a:schemeClr val="tx1"/>
              </a:solidFill>
              <a:effectLst/>
              <a:uFillTx/>
              <a:latin typeface="IntelOne Text" panose="020B0503020203020204" pitchFamily="34" charset="77"/>
              <a:ea typeface="Intel Clear" panose="020B0604020203020204" pitchFamily="34" charset="0"/>
              <a:cs typeface="Times New Roman" panose="02020603050405020304" pitchFamily="18" charset="0"/>
              <a:sym typeface="Helvetica Neue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B1F57C3-79F0-7AE9-0543-58168189CC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734800" y="0"/>
            <a:ext cx="457200" cy="64008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40813729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  <p:sldLayoutId id="2147483714" r:id="rId18"/>
    <p:sldLayoutId id="2147483715" r:id="rId19"/>
    <p:sldLayoutId id="2147483716" r:id="rId20"/>
    <p:sldLayoutId id="2147483717" r:id="rId21"/>
    <p:sldLayoutId id="2147483718" r:id="rId22"/>
    <p:sldLayoutId id="2147483719" r:id="rId23"/>
    <p:sldLayoutId id="2147483720" r:id="rId24"/>
    <p:sldLayoutId id="2147483721" r:id="rId25"/>
    <p:sldLayoutId id="2147483722" r:id="rId26"/>
    <p:sldLayoutId id="2147483723" r:id="rId27"/>
    <p:sldLayoutId id="2147483724" r:id="rId28"/>
    <p:sldLayoutId id="2147483725" r:id="rId29"/>
    <p:sldLayoutId id="2147483726" r:id="rId30"/>
    <p:sldLayoutId id="2147483727" r:id="rId31"/>
    <p:sldLayoutId id="2147483728" r:id="rId32"/>
    <p:sldLayoutId id="2147483729" r:id="rId33"/>
    <p:sldLayoutId id="2147483730" r:id="rId34"/>
    <p:sldLayoutId id="2147483731" r:id="rId35"/>
    <p:sldLayoutId id="2147483732" r:id="rId36"/>
    <p:sldLayoutId id="2147483733" r:id="rId37"/>
    <p:sldLayoutId id="2147483734" r:id="rId38"/>
    <p:sldLayoutId id="2147483735" r:id="rId39"/>
    <p:sldLayoutId id="2147483736" r:id="rId40"/>
    <p:sldLayoutId id="2147483737" r:id="rId41"/>
    <p:sldLayoutId id="2147483738" r:id="rId42"/>
    <p:sldLayoutId id="2147483739" r:id="rId43"/>
    <p:sldLayoutId id="2147483740" r:id="rId44"/>
    <p:sldLayoutId id="2147483741" r:id="rId45"/>
    <p:sldLayoutId id="2147483742" r:id="rId46"/>
    <p:sldLayoutId id="2147483743" r:id="rId4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IntelOne Display Regular" panose="020B0503020203020204" pitchFamily="34" charset="0"/>
        <a:buChar char="•"/>
        <a:defRPr sz="20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3838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IntelOne Text" panose="020B0503020203020204" pitchFamily="34" charset="0"/>
        <a:buChar char="–"/>
        <a:defRPr sz="20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690563" indent="-233363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IntelOne Display Regular" panose="020B0503020203020204" pitchFamily="34" charset="0"/>
        <a:buChar char="•"/>
        <a:defRPr sz="20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3838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IntelOne Text" panose="020B0503020203020204" pitchFamily="34" charset="0"/>
        <a:buChar char="–"/>
        <a:defRPr sz="2000" b="0" i="0" kern="1200">
          <a:solidFill>
            <a:schemeClr val="tx1"/>
          </a:solidFill>
          <a:latin typeface="+mn-lt"/>
          <a:ea typeface="+mn-ea"/>
          <a:cs typeface="+mn-cs"/>
        </a:defRPr>
      </a:lvl4pPr>
      <a:lvl5pPr marL="1147763" indent="-233363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IntelOne Display Regular" panose="020B0503020203020204" pitchFamily="34" charset="0"/>
        <a:buChar char="•"/>
        <a:defRPr sz="2000" b="0" i="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403">
          <p15:clr>
            <a:srgbClr val="F26B43"/>
          </p15:clr>
        </p15:guide>
        <p15:guide id="4" pos="288">
          <p15:clr>
            <a:srgbClr val="F26B43"/>
          </p15:clr>
        </p15:guide>
        <p15:guide id="5" pos="7392">
          <p15:clr>
            <a:srgbClr val="F26B43"/>
          </p15:clr>
        </p15:guide>
        <p15:guide id="6" pos="7277">
          <p15:clr>
            <a:srgbClr val="F26B43"/>
          </p15:clr>
        </p15:guide>
        <p15:guide id="7" orient="horz" pos="2383">
          <p15:clr>
            <a:srgbClr val="F26B43"/>
          </p15:clr>
        </p15:guide>
        <p15:guide id="8" orient="horz" pos="3916">
          <p15:clr>
            <a:srgbClr val="F26B43"/>
          </p15:clr>
        </p15:guide>
        <p15:guide id="9" orient="horz" pos="4032">
          <p15:clr>
            <a:srgbClr val="F26B43"/>
          </p15:clr>
        </p15:guide>
        <p15:guide id="10" orient="horz" pos="852">
          <p15:clr>
            <a:srgbClr val="F26B43"/>
          </p15:clr>
        </p15:guide>
        <p15:guide id="11" orient="horz" pos="504">
          <p15:clr>
            <a:srgbClr val="F26B43"/>
          </p15:clr>
        </p15:guide>
        <p15:guide id="12" orient="horz" pos="288">
          <p15:clr>
            <a:srgbClr val="F26B43"/>
          </p15:clr>
        </p15:guide>
        <p15:guide id="13" orient="horz" pos="403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1BA0418-D0B8-4038-AB65-D4C12FC9E8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21694"/>
            <a:ext cx="10972800" cy="11998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EA8DDE-64C9-4F0E-9EE0-F0DA006774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491673"/>
            <a:ext cx="10972800" cy="46852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5BF41EA-3085-473A-967C-315794480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400800"/>
            <a:ext cx="11734800" cy="4572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Rectangle 7" descr="Intel Confidential">
            <a:extLst>
              <a:ext uri="{FF2B5EF4-FFF2-40B4-BE49-F238E27FC236}">
                <a16:creationId xmlns:a16="http://schemas.microsoft.com/office/drawing/2014/main" id="{D272B893-3411-4154-A13D-8DB1F4E167A4}"/>
              </a:ext>
            </a:extLst>
          </p:cNvPr>
          <p:cNvSpPr/>
          <p:nvPr/>
        </p:nvSpPr>
        <p:spPr>
          <a:xfrm>
            <a:off x="5489103" y="6510549"/>
            <a:ext cx="1213795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 b="0" i="0">
                <a:solidFill>
                  <a:schemeClr val="tx1"/>
                </a:solidFill>
                <a:latin typeface="IntelOne Text" panose="020B0503020203020204" pitchFamily="34" charset="77"/>
                <a:ea typeface="Intel Clear" panose="020B0604020203020204" pitchFamily="34" charset="0"/>
                <a:cs typeface="Times New Roman" panose="02020603050405020304" pitchFamily="18" charset="0"/>
              </a:rPr>
              <a:t>Intel Confidential</a:t>
            </a:r>
          </a:p>
        </p:txBody>
      </p:sp>
      <p:sp>
        <p:nvSpPr>
          <p:cNvPr id="9" name="Rectangle 8" descr="Department or Event Name">
            <a:extLst>
              <a:ext uri="{FF2B5EF4-FFF2-40B4-BE49-F238E27FC236}">
                <a16:creationId xmlns:a16="http://schemas.microsoft.com/office/drawing/2014/main" id="{8A75CF89-9B1A-49AA-8C1C-7280637B6567}"/>
              </a:ext>
            </a:extLst>
          </p:cNvPr>
          <p:cNvSpPr/>
          <p:nvPr/>
        </p:nvSpPr>
        <p:spPr>
          <a:xfrm>
            <a:off x="286365" y="6510549"/>
            <a:ext cx="217239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sz="1200" b="0" i="0">
                <a:solidFill>
                  <a:schemeClr val="tx1"/>
                </a:solidFill>
                <a:latin typeface="IntelOne Text" panose="020B0503020203020204" pitchFamily="34" charset="77"/>
                <a:ea typeface="Intel Clear" panose="020B0604020203020204" pitchFamily="34" charset="0"/>
                <a:cs typeface="Times New Roman" panose="02020603050405020304" pitchFamily="18" charset="0"/>
              </a:rPr>
              <a:t>Department or Event Name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A984EC55-415E-440F-AE6F-DDB70FA6D3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11137466" y="6554735"/>
            <a:ext cx="476084" cy="177524"/>
          </a:xfrm>
          <a:prstGeom prst="rect">
            <a:avLst/>
          </a:prstGeom>
        </p:spPr>
      </p:pic>
      <p:sp>
        <p:nvSpPr>
          <p:cNvPr id="11" name="TextBox 10" descr="page number">
            <a:extLst>
              <a:ext uri="{FF2B5EF4-FFF2-40B4-BE49-F238E27FC236}">
                <a16:creationId xmlns:a16="http://schemas.microsoft.com/office/drawing/2014/main" id="{02FB4E28-8FF4-469D-9172-AA2B2441695C}"/>
              </a:ext>
            </a:extLst>
          </p:cNvPr>
          <p:cNvSpPr txBox="1"/>
          <p:nvPr/>
        </p:nvSpPr>
        <p:spPr>
          <a:xfrm>
            <a:off x="11886783" y="6553045"/>
            <a:ext cx="166713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1000" b="0" i="0" u="none" strike="noStrike" cap="none" spc="0" normalizeH="0" baseline="0" smtClean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IntelOne Text" panose="020B0503020203020204" pitchFamily="34" charset="77"/>
                <a:ea typeface="Intel Clear" panose="020B0604020203020204" pitchFamily="34" charset="0"/>
                <a:cs typeface="Times New Roman" panose="02020603050405020304" pitchFamily="18" charset="0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1000" b="0" i="0" u="none" strike="noStrike" cap="none" spc="0" normalizeH="0" baseline="0" err="1">
              <a:ln>
                <a:noFill/>
              </a:ln>
              <a:solidFill>
                <a:schemeClr val="tx1"/>
              </a:solidFill>
              <a:effectLst/>
              <a:uFillTx/>
              <a:latin typeface="IntelOne Text" panose="020B0503020203020204" pitchFamily="34" charset="77"/>
              <a:ea typeface="Intel Clear" panose="020B0604020203020204" pitchFamily="34" charset="0"/>
              <a:cs typeface="Times New Roman" panose="02020603050405020304" pitchFamily="18" charset="0"/>
              <a:sym typeface="Helvetica Neue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62C4174-C58D-4EF7-A490-8F73147A26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734800" y="0"/>
            <a:ext cx="457200" cy="64008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DE1E402-C0AA-4A44-97FB-BE9DDACF9A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400800"/>
            <a:ext cx="11734800" cy="4572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4" name="Rectangle 13" descr="Intel Confidential">
            <a:extLst>
              <a:ext uri="{FF2B5EF4-FFF2-40B4-BE49-F238E27FC236}">
                <a16:creationId xmlns:a16="http://schemas.microsoft.com/office/drawing/2014/main" id="{906391AB-9F76-4178-9622-4768A6A6C7CA}"/>
              </a:ext>
            </a:extLst>
          </p:cNvPr>
          <p:cNvSpPr/>
          <p:nvPr/>
        </p:nvSpPr>
        <p:spPr>
          <a:xfrm>
            <a:off x="5489103" y="6510549"/>
            <a:ext cx="1213795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 b="0" i="0">
                <a:solidFill>
                  <a:schemeClr val="tx1"/>
                </a:solidFill>
                <a:latin typeface="IntelOne Text" panose="020B0503020203020204" pitchFamily="34" charset="77"/>
                <a:ea typeface="Intel Clear" panose="020B0604020203020204" pitchFamily="34" charset="0"/>
                <a:cs typeface="Times New Roman" panose="02020603050405020304" pitchFamily="18" charset="0"/>
              </a:rPr>
              <a:t>Intel Confidential</a:t>
            </a:r>
          </a:p>
        </p:txBody>
      </p:sp>
      <p:sp>
        <p:nvSpPr>
          <p:cNvPr id="15" name="Rectangle 14" descr="Department or Event Name">
            <a:extLst>
              <a:ext uri="{FF2B5EF4-FFF2-40B4-BE49-F238E27FC236}">
                <a16:creationId xmlns:a16="http://schemas.microsoft.com/office/drawing/2014/main" id="{690E8CB7-4C09-47D4-9A3A-4E8E8877F589}"/>
              </a:ext>
            </a:extLst>
          </p:cNvPr>
          <p:cNvSpPr/>
          <p:nvPr/>
        </p:nvSpPr>
        <p:spPr>
          <a:xfrm>
            <a:off x="286365" y="6510549"/>
            <a:ext cx="203773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sz="1200" b="0" i="0">
                <a:solidFill>
                  <a:schemeClr val="tx1"/>
                </a:solidFill>
                <a:latin typeface="IntelOne Text" panose="020B0503020203020204" pitchFamily="34" charset="77"/>
                <a:ea typeface="Intel Clear" panose="020B0604020203020204" pitchFamily="34" charset="0"/>
                <a:cs typeface="Times New Roman" panose="02020603050405020304" pitchFamily="18" charset="0"/>
              </a:rPr>
              <a:t>DE TCE2 | Woo Seok Kim</a:t>
            </a: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3DB6E0FE-A458-4FC3-8BCF-C3DEF3B9E2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11137466" y="6554735"/>
            <a:ext cx="476084" cy="177524"/>
          </a:xfrm>
          <a:prstGeom prst="rect">
            <a:avLst/>
          </a:prstGeom>
        </p:spPr>
      </p:pic>
      <p:sp>
        <p:nvSpPr>
          <p:cNvPr id="17" name="TextBox 16" descr="page number">
            <a:extLst>
              <a:ext uri="{FF2B5EF4-FFF2-40B4-BE49-F238E27FC236}">
                <a16:creationId xmlns:a16="http://schemas.microsoft.com/office/drawing/2014/main" id="{53D7E5EC-4B62-4515-9A8B-0AB847259844}"/>
              </a:ext>
            </a:extLst>
          </p:cNvPr>
          <p:cNvSpPr txBox="1"/>
          <p:nvPr/>
        </p:nvSpPr>
        <p:spPr>
          <a:xfrm>
            <a:off x="11886783" y="6553045"/>
            <a:ext cx="166713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1000" b="0" i="0" u="none" strike="noStrike" cap="none" spc="0" normalizeH="0" baseline="0" smtClean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IntelOne Text" panose="020B0503020203020204" pitchFamily="34" charset="77"/>
                <a:ea typeface="Intel Clear" panose="020B0604020203020204" pitchFamily="34" charset="0"/>
                <a:cs typeface="Times New Roman" panose="02020603050405020304" pitchFamily="18" charset="0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1000" b="0" i="0" u="none" strike="noStrike" cap="none" spc="0" normalizeH="0" baseline="0" err="1">
              <a:ln>
                <a:noFill/>
              </a:ln>
              <a:solidFill>
                <a:schemeClr val="tx1"/>
              </a:solidFill>
              <a:effectLst/>
              <a:uFillTx/>
              <a:latin typeface="IntelOne Text" panose="020B0503020203020204" pitchFamily="34" charset="77"/>
              <a:ea typeface="Intel Clear" panose="020B0604020203020204" pitchFamily="34" charset="0"/>
              <a:cs typeface="Times New Roman" panose="02020603050405020304" pitchFamily="18" charset="0"/>
              <a:sym typeface="Helvetica Neue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1A5FD6C-5104-45F8-8C61-CC0432723E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734800" y="0"/>
            <a:ext cx="457200" cy="64008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FB59EA4-5463-F221-3F2A-72290153A0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400800"/>
            <a:ext cx="11734800" cy="4572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Rectangle 4" descr="Intel Confidential">
            <a:extLst>
              <a:ext uri="{FF2B5EF4-FFF2-40B4-BE49-F238E27FC236}">
                <a16:creationId xmlns:a16="http://schemas.microsoft.com/office/drawing/2014/main" id="{9C411F76-C161-93A5-4244-33DCBBF60AEA}"/>
              </a:ext>
            </a:extLst>
          </p:cNvPr>
          <p:cNvSpPr/>
          <p:nvPr userDrawn="1"/>
        </p:nvSpPr>
        <p:spPr>
          <a:xfrm>
            <a:off x="5489103" y="6510549"/>
            <a:ext cx="1213795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 b="0" i="0">
                <a:solidFill>
                  <a:schemeClr val="tx1"/>
                </a:solidFill>
                <a:latin typeface="IntelOne Text" panose="020B0503020203020204" pitchFamily="34" charset="77"/>
                <a:ea typeface="Intel Clear" panose="020B0604020203020204" pitchFamily="34" charset="0"/>
                <a:cs typeface="Times New Roman" panose="02020603050405020304" pitchFamily="18" charset="0"/>
              </a:rPr>
              <a:t>Intel Confidential</a:t>
            </a:r>
          </a:p>
        </p:txBody>
      </p:sp>
      <p:sp>
        <p:nvSpPr>
          <p:cNvPr id="6" name="Rectangle 5" descr="Department or Event Name">
            <a:extLst>
              <a:ext uri="{FF2B5EF4-FFF2-40B4-BE49-F238E27FC236}">
                <a16:creationId xmlns:a16="http://schemas.microsoft.com/office/drawing/2014/main" id="{2DBC87EC-66BE-A93F-C84E-6F4E002B31AA}"/>
              </a:ext>
            </a:extLst>
          </p:cNvPr>
          <p:cNvSpPr/>
          <p:nvPr userDrawn="1"/>
        </p:nvSpPr>
        <p:spPr>
          <a:xfrm>
            <a:off x="286365" y="6510549"/>
            <a:ext cx="51809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sz="1200" b="0" i="0" dirty="0">
                <a:solidFill>
                  <a:schemeClr val="tx1"/>
                </a:solidFill>
                <a:latin typeface="IntelOne Text" panose="020B0503020203020204" pitchFamily="34" charset="77"/>
                <a:ea typeface="Intel Clear" panose="020B0604020203020204" pitchFamily="34" charset="0"/>
                <a:cs typeface="Times New Roman" panose="02020603050405020304" pitchFamily="18" charset="0"/>
              </a:rPr>
              <a:t>TCE</a:t>
            </a:r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1BDD0C7D-E5E3-DE5E-C5D7-1277BEDBCB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11137466" y="6554735"/>
            <a:ext cx="476084" cy="177524"/>
          </a:xfrm>
          <a:prstGeom prst="rect">
            <a:avLst/>
          </a:prstGeom>
        </p:spPr>
      </p:pic>
      <p:sp>
        <p:nvSpPr>
          <p:cNvPr id="20" name="TextBox 19" descr="page number">
            <a:extLst>
              <a:ext uri="{FF2B5EF4-FFF2-40B4-BE49-F238E27FC236}">
                <a16:creationId xmlns:a16="http://schemas.microsoft.com/office/drawing/2014/main" id="{5F866514-F3DE-A9DE-2689-870ADFD4415A}"/>
              </a:ext>
            </a:extLst>
          </p:cNvPr>
          <p:cNvSpPr txBox="1"/>
          <p:nvPr userDrawn="1"/>
        </p:nvSpPr>
        <p:spPr>
          <a:xfrm>
            <a:off x="11886783" y="6553045"/>
            <a:ext cx="166713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1000" b="0" i="0" u="none" strike="noStrike" cap="none" spc="0" normalizeH="0" baseline="0" smtClean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IntelOne Text" panose="020B0503020203020204" pitchFamily="34" charset="77"/>
                <a:ea typeface="Intel Clear" panose="020B0604020203020204" pitchFamily="34" charset="0"/>
                <a:cs typeface="Times New Roman" panose="02020603050405020304" pitchFamily="18" charset="0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1000" b="0" i="0" u="none" strike="noStrike" cap="none" spc="0" normalizeH="0" baseline="0" err="1">
              <a:ln>
                <a:noFill/>
              </a:ln>
              <a:solidFill>
                <a:schemeClr val="tx1"/>
              </a:solidFill>
              <a:effectLst/>
              <a:uFillTx/>
              <a:latin typeface="IntelOne Text" panose="020B0503020203020204" pitchFamily="34" charset="77"/>
              <a:ea typeface="Intel Clear" panose="020B0604020203020204" pitchFamily="34" charset="0"/>
              <a:cs typeface="Times New Roman" panose="02020603050405020304" pitchFamily="18" charset="0"/>
              <a:sym typeface="Helvetica Neue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181B0C4-2E5D-62FF-0E05-5A22B3F23C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734800" y="0"/>
            <a:ext cx="457200" cy="64008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32251561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  <p:sldLayoutId id="2147483756" r:id="rId12"/>
    <p:sldLayoutId id="2147483757" r:id="rId13"/>
    <p:sldLayoutId id="2147483758" r:id="rId14"/>
    <p:sldLayoutId id="2147483759" r:id="rId15"/>
    <p:sldLayoutId id="2147483760" r:id="rId16"/>
    <p:sldLayoutId id="2147483761" r:id="rId17"/>
    <p:sldLayoutId id="2147483762" r:id="rId18"/>
    <p:sldLayoutId id="2147483763" r:id="rId19"/>
    <p:sldLayoutId id="2147483764" r:id="rId20"/>
    <p:sldLayoutId id="2147483765" r:id="rId21"/>
    <p:sldLayoutId id="2147483766" r:id="rId22"/>
    <p:sldLayoutId id="2147483767" r:id="rId23"/>
    <p:sldLayoutId id="2147483768" r:id="rId24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IntelOne Display Regular" panose="020B0503020203020204" pitchFamily="34" charset="0"/>
        <a:buChar char="•"/>
        <a:defRPr sz="2800" b="0" i="0" kern="1200">
          <a:solidFill>
            <a:schemeClr val="tx1"/>
          </a:solidFill>
          <a:latin typeface="IntelOne Text Light" panose="020B0403020203020204" pitchFamily="34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IntelOne Display Regular" panose="020B0503020203020204" pitchFamily="34" charset="0"/>
        <a:buChar char="•"/>
        <a:defRPr sz="2400" b="0" i="0" kern="1200">
          <a:solidFill>
            <a:schemeClr val="tx1"/>
          </a:solidFill>
          <a:latin typeface="IntelOne Text Light" panose="020B0403020203020204" pitchFamily="34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IntelOne Display Regular" panose="020B0503020203020204" pitchFamily="34" charset="0"/>
        <a:buChar char="•"/>
        <a:defRPr sz="2000" b="0" i="0" kern="1200">
          <a:solidFill>
            <a:schemeClr val="tx1"/>
          </a:solidFill>
          <a:latin typeface="IntelOne Text Light" panose="020B0403020203020204" pitchFamily="34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IntelOne Display Regular" panose="020B0503020203020204" pitchFamily="34" charset="0"/>
        <a:buChar char="•"/>
        <a:defRPr sz="1800" b="0" i="0" kern="1200">
          <a:solidFill>
            <a:schemeClr val="tx1"/>
          </a:solidFill>
          <a:latin typeface="IntelOne Text Light" panose="020B0403020203020204" pitchFamily="34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IntelOne Display Regular" panose="020B0503020203020204" pitchFamily="34" charset="0"/>
        <a:buChar char="•"/>
        <a:defRPr sz="1600" b="0" i="0" kern="1200">
          <a:solidFill>
            <a:schemeClr val="tx1"/>
          </a:solidFill>
          <a:latin typeface="IntelOne Text Light" panose="020B0403020203020204" pitchFamily="34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A360014-0F78-8360-0F79-28022536E4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19792"/>
            <a:ext cx="11734800" cy="669175"/>
          </a:xfrm>
          <a:prstGeom prst="rect">
            <a:avLst/>
          </a:prstGeom>
          <a:solidFill>
            <a:schemeClr val="bg2">
              <a:alpha val="67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1BA0418-D0B8-4038-AB65-D4C12FC9E8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21694"/>
            <a:ext cx="10972800" cy="11998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EA8DDE-64C9-4F0E-9EE0-F0DA006774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491673"/>
            <a:ext cx="10972800" cy="46852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5BF41EA-3085-473A-967C-315794480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400800"/>
            <a:ext cx="11734800" cy="4572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Rectangle 7" descr="Intel Confidential">
            <a:extLst>
              <a:ext uri="{FF2B5EF4-FFF2-40B4-BE49-F238E27FC236}">
                <a16:creationId xmlns:a16="http://schemas.microsoft.com/office/drawing/2014/main" id="{D272B893-3411-4154-A13D-8DB1F4E167A4}"/>
              </a:ext>
            </a:extLst>
          </p:cNvPr>
          <p:cNvSpPr/>
          <p:nvPr/>
        </p:nvSpPr>
        <p:spPr>
          <a:xfrm>
            <a:off x="5489103" y="6510549"/>
            <a:ext cx="1213795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 b="0" i="0">
                <a:solidFill>
                  <a:schemeClr val="tx1"/>
                </a:solidFill>
                <a:latin typeface="IntelOne Text" panose="020B0503020203020204" pitchFamily="34" charset="77"/>
                <a:ea typeface="Intel Clear" panose="020B0604020203020204" pitchFamily="34" charset="0"/>
                <a:cs typeface="Times New Roman" panose="02020603050405020304" pitchFamily="18" charset="0"/>
              </a:rPr>
              <a:t>Intel Confidential</a:t>
            </a:r>
          </a:p>
        </p:txBody>
      </p:sp>
      <p:sp>
        <p:nvSpPr>
          <p:cNvPr id="9" name="Rectangle 8" descr="Department or Event Name">
            <a:extLst>
              <a:ext uri="{FF2B5EF4-FFF2-40B4-BE49-F238E27FC236}">
                <a16:creationId xmlns:a16="http://schemas.microsoft.com/office/drawing/2014/main" id="{8A75CF89-9B1A-49AA-8C1C-7280637B6567}"/>
              </a:ext>
            </a:extLst>
          </p:cNvPr>
          <p:cNvSpPr/>
          <p:nvPr/>
        </p:nvSpPr>
        <p:spPr>
          <a:xfrm>
            <a:off x="286365" y="6510549"/>
            <a:ext cx="217239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sz="1200" b="0" i="0">
                <a:solidFill>
                  <a:schemeClr val="tx1"/>
                </a:solidFill>
                <a:latin typeface="IntelOne Text" panose="020B0503020203020204" pitchFamily="34" charset="77"/>
                <a:ea typeface="Intel Clear" panose="020B0604020203020204" pitchFamily="34" charset="0"/>
                <a:cs typeface="Times New Roman" panose="02020603050405020304" pitchFamily="18" charset="0"/>
              </a:rPr>
              <a:t>Department or Event Name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A984EC55-415E-440F-AE6F-DDB70FA6D3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11137466" y="6554735"/>
            <a:ext cx="476084" cy="177524"/>
          </a:xfrm>
          <a:prstGeom prst="rect">
            <a:avLst/>
          </a:prstGeom>
        </p:spPr>
      </p:pic>
      <p:sp>
        <p:nvSpPr>
          <p:cNvPr id="11" name="TextBox 10" descr="page number">
            <a:extLst>
              <a:ext uri="{FF2B5EF4-FFF2-40B4-BE49-F238E27FC236}">
                <a16:creationId xmlns:a16="http://schemas.microsoft.com/office/drawing/2014/main" id="{02FB4E28-8FF4-469D-9172-AA2B2441695C}"/>
              </a:ext>
            </a:extLst>
          </p:cNvPr>
          <p:cNvSpPr txBox="1"/>
          <p:nvPr/>
        </p:nvSpPr>
        <p:spPr>
          <a:xfrm>
            <a:off x="11886783" y="6553045"/>
            <a:ext cx="166713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1000" b="0" i="0" u="none" strike="noStrike" cap="none" spc="0" normalizeH="0" baseline="0" smtClean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IntelOne Text" panose="020B0503020203020204" pitchFamily="34" charset="77"/>
                <a:ea typeface="Intel Clear" panose="020B0604020203020204" pitchFamily="34" charset="0"/>
                <a:cs typeface="Times New Roman" panose="02020603050405020304" pitchFamily="18" charset="0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1000" b="0" i="0" u="none" strike="noStrike" cap="none" spc="0" normalizeH="0" baseline="0" err="1">
              <a:ln>
                <a:noFill/>
              </a:ln>
              <a:solidFill>
                <a:schemeClr val="tx1"/>
              </a:solidFill>
              <a:effectLst/>
              <a:uFillTx/>
              <a:latin typeface="IntelOne Text" panose="020B0503020203020204" pitchFamily="34" charset="77"/>
              <a:ea typeface="Intel Clear" panose="020B0604020203020204" pitchFamily="34" charset="0"/>
              <a:cs typeface="Times New Roman" panose="02020603050405020304" pitchFamily="18" charset="0"/>
              <a:sym typeface="Helvetica Neue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62C4174-C58D-4EF7-A490-8F73147A26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734800" y="0"/>
            <a:ext cx="457200" cy="64008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DE1E402-C0AA-4A44-97FB-BE9DDACF9A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400800"/>
            <a:ext cx="11734800" cy="457200"/>
          </a:xfrm>
          <a:prstGeom prst="rect">
            <a:avLst/>
          </a:prstGeom>
          <a:solidFill>
            <a:schemeClr val="bg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4" name="Rectangle 13" descr="Intel Confidential">
            <a:extLst>
              <a:ext uri="{FF2B5EF4-FFF2-40B4-BE49-F238E27FC236}">
                <a16:creationId xmlns:a16="http://schemas.microsoft.com/office/drawing/2014/main" id="{906391AB-9F76-4178-9622-4768A6A6C7CA}"/>
              </a:ext>
            </a:extLst>
          </p:cNvPr>
          <p:cNvSpPr/>
          <p:nvPr/>
        </p:nvSpPr>
        <p:spPr>
          <a:xfrm>
            <a:off x="5489103" y="6510549"/>
            <a:ext cx="1213795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 b="0" i="0">
                <a:solidFill>
                  <a:schemeClr val="tx1"/>
                </a:solidFill>
                <a:latin typeface="IntelOne Text" panose="020B0503020203020204" pitchFamily="34" charset="77"/>
                <a:ea typeface="Intel Clear" panose="020B0604020203020204" pitchFamily="34" charset="0"/>
                <a:cs typeface="Times New Roman" panose="02020603050405020304" pitchFamily="18" charset="0"/>
              </a:rPr>
              <a:t>Intel Confidential</a:t>
            </a:r>
          </a:p>
        </p:txBody>
      </p:sp>
      <p:sp>
        <p:nvSpPr>
          <p:cNvPr id="15" name="Rectangle 14" descr="Department or Event Name">
            <a:extLst>
              <a:ext uri="{FF2B5EF4-FFF2-40B4-BE49-F238E27FC236}">
                <a16:creationId xmlns:a16="http://schemas.microsoft.com/office/drawing/2014/main" id="{690E8CB7-4C09-47D4-9A3A-4E8E8877F589}"/>
              </a:ext>
            </a:extLst>
          </p:cNvPr>
          <p:cNvSpPr/>
          <p:nvPr/>
        </p:nvSpPr>
        <p:spPr>
          <a:xfrm>
            <a:off x="286365" y="6510549"/>
            <a:ext cx="203773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sz="1200" b="0" i="0">
                <a:solidFill>
                  <a:schemeClr val="tx1"/>
                </a:solidFill>
                <a:latin typeface="IntelOne Text" panose="020B0503020203020204" pitchFamily="34" charset="77"/>
                <a:ea typeface="Intel Clear" panose="020B0604020203020204" pitchFamily="34" charset="0"/>
                <a:cs typeface="Times New Roman" panose="02020603050405020304" pitchFamily="18" charset="0"/>
              </a:rPr>
              <a:t>DE TCE2 | Woo Seok Kim</a:t>
            </a: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3DB6E0FE-A458-4FC3-8BCF-C3DEF3B9E2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11137466" y="6554735"/>
            <a:ext cx="476084" cy="177524"/>
          </a:xfrm>
          <a:prstGeom prst="rect">
            <a:avLst/>
          </a:prstGeom>
        </p:spPr>
      </p:pic>
      <p:sp>
        <p:nvSpPr>
          <p:cNvPr id="17" name="TextBox 16" descr="page number">
            <a:extLst>
              <a:ext uri="{FF2B5EF4-FFF2-40B4-BE49-F238E27FC236}">
                <a16:creationId xmlns:a16="http://schemas.microsoft.com/office/drawing/2014/main" id="{53D7E5EC-4B62-4515-9A8B-0AB847259844}"/>
              </a:ext>
            </a:extLst>
          </p:cNvPr>
          <p:cNvSpPr txBox="1"/>
          <p:nvPr/>
        </p:nvSpPr>
        <p:spPr>
          <a:xfrm>
            <a:off x="11886783" y="6553045"/>
            <a:ext cx="166713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1000" b="0" i="0" u="none" strike="noStrike" cap="none" spc="0" normalizeH="0" baseline="0" smtClean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IntelOne Text" panose="020B0503020203020204" pitchFamily="34" charset="77"/>
                <a:ea typeface="Intel Clear" panose="020B0604020203020204" pitchFamily="34" charset="0"/>
                <a:cs typeface="Times New Roman" panose="02020603050405020304" pitchFamily="18" charset="0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1000" b="0" i="0" u="none" strike="noStrike" cap="none" spc="0" normalizeH="0" baseline="0" err="1">
              <a:ln>
                <a:noFill/>
              </a:ln>
              <a:solidFill>
                <a:schemeClr val="tx1"/>
              </a:solidFill>
              <a:effectLst/>
              <a:uFillTx/>
              <a:latin typeface="IntelOne Text" panose="020B0503020203020204" pitchFamily="34" charset="77"/>
              <a:ea typeface="Intel Clear" panose="020B0604020203020204" pitchFamily="34" charset="0"/>
              <a:cs typeface="Times New Roman" panose="02020603050405020304" pitchFamily="18" charset="0"/>
              <a:sym typeface="Helvetica Neue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1A5FD6C-5104-45F8-8C61-CC0432723E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734800" y="0"/>
            <a:ext cx="457200" cy="6400800"/>
          </a:xfrm>
          <a:prstGeom prst="rect">
            <a:avLst/>
          </a:prstGeom>
          <a:solidFill>
            <a:schemeClr val="bg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3124823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0" r:id="rId1"/>
    <p:sldLayoutId id="2147483771" r:id="rId2"/>
    <p:sldLayoutId id="2147483772" r:id="rId3"/>
    <p:sldLayoutId id="2147483773" r:id="rId4"/>
    <p:sldLayoutId id="2147483774" r:id="rId5"/>
    <p:sldLayoutId id="2147483775" r:id="rId6"/>
    <p:sldLayoutId id="2147483776" r:id="rId7"/>
    <p:sldLayoutId id="2147483777" r:id="rId8"/>
    <p:sldLayoutId id="2147483778" r:id="rId9"/>
    <p:sldLayoutId id="2147483779" r:id="rId10"/>
    <p:sldLayoutId id="2147483780" r:id="rId11"/>
    <p:sldLayoutId id="2147483781" r:id="rId12"/>
    <p:sldLayoutId id="2147483782" r:id="rId13"/>
    <p:sldLayoutId id="2147483783" r:id="rId14"/>
    <p:sldLayoutId id="2147483784" r:id="rId15"/>
    <p:sldLayoutId id="2147483785" r:id="rId16"/>
    <p:sldLayoutId id="2147483786" r:id="rId17"/>
    <p:sldLayoutId id="2147483787" r:id="rId18"/>
    <p:sldLayoutId id="2147483788" r:id="rId19"/>
    <p:sldLayoutId id="2147483789" r:id="rId20"/>
    <p:sldLayoutId id="2147483790" r:id="rId21"/>
    <p:sldLayoutId id="2147483791" r:id="rId22"/>
    <p:sldLayoutId id="2147483792" r:id="rId23"/>
    <p:sldLayoutId id="2147483793" r:id="rId24"/>
    <p:sldLayoutId id="2147483794" r:id="rId2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IntelOne Display Regular" panose="020B0503020203020204" pitchFamily="34" charset="0"/>
        <a:buChar char="•"/>
        <a:defRPr sz="2800" b="0" i="0" kern="1200">
          <a:solidFill>
            <a:schemeClr val="tx1"/>
          </a:solidFill>
          <a:latin typeface="IntelOne Text Light" panose="020B0403020203020204" pitchFamily="34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IntelOne Display Regular" panose="020B0503020203020204" pitchFamily="34" charset="0"/>
        <a:buChar char="•"/>
        <a:defRPr sz="2400" b="0" i="0" kern="1200">
          <a:solidFill>
            <a:schemeClr val="tx1"/>
          </a:solidFill>
          <a:latin typeface="IntelOne Text Light" panose="020B0403020203020204" pitchFamily="34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IntelOne Display Regular" panose="020B0503020203020204" pitchFamily="34" charset="0"/>
        <a:buChar char="•"/>
        <a:defRPr sz="2000" b="0" i="0" kern="1200">
          <a:solidFill>
            <a:schemeClr val="tx1"/>
          </a:solidFill>
          <a:latin typeface="IntelOne Text Light" panose="020B0403020203020204" pitchFamily="34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IntelOne Display Regular" panose="020B0503020203020204" pitchFamily="34" charset="0"/>
        <a:buChar char="•"/>
        <a:defRPr sz="1800" b="0" i="0" kern="1200">
          <a:solidFill>
            <a:schemeClr val="tx1"/>
          </a:solidFill>
          <a:latin typeface="IntelOne Text Light" panose="020B0403020203020204" pitchFamily="34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IntelOne Display Regular" panose="020B0503020203020204" pitchFamily="34" charset="0"/>
        <a:buChar char="•"/>
        <a:defRPr sz="1600" b="0" i="0" kern="1200">
          <a:solidFill>
            <a:schemeClr val="tx1"/>
          </a:solidFill>
          <a:latin typeface="IntelOne Text Light" panose="020B0403020203020204" pitchFamily="34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A360014-0F78-8360-0F79-28022536E4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19792"/>
            <a:ext cx="11734800" cy="669175"/>
          </a:xfrm>
          <a:prstGeom prst="rect">
            <a:avLst/>
          </a:prstGeom>
          <a:solidFill>
            <a:schemeClr val="bg2">
              <a:alpha val="67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1BA0418-D0B8-4038-AB65-D4C12FC9E8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21694"/>
            <a:ext cx="10972800" cy="11998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EA8DDE-64C9-4F0E-9EE0-F0DA006774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491673"/>
            <a:ext cx="10972800" cy="46852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5BF41EA-3085-473A-967C-315794480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400800"/>
            <a:ext cx="11734800" cy="4572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Rectangle 7" descr="Intel Confidential">
            <a:extLst>
              <a:ext uri="{FF2B5EF4-FFF2-40B4-BE49-F238E27FC236}">
                <a16:creationId xmlns:a16="http://schemas.microsoft.com/office/drawing/2014/main" id="{D272B893-3411-4154-A13D-8DB1F4E167A4}"/>
              </a:ext>
            </a:extLst>
          </p:cNvPr>
          <p:cNvSpPr/>
          <p:nvPr/>
        </p:nvSpPr>
        <p:spPr>
          <a:xfrm>
            <a:off x="5489103" y="6510549"/>
            <a:ext cx="1213795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 b="0" i="0">
                <a:solidFill>
                  <a:schemeClr val="tx1"/>
                </a:solidFill>
                <a:latin typeface="IntelOne Text" panose="020B0503020203020204" pitchFamily="34" charset="77"/>
                <a:ea typeface="Intel Clear" panose="020B0604020203020204" pitchFamily="34" charset="0"/>
                <a:cs typeface="Times New Roman" panose="02020603050405020304" pitchFamily="18" charset="0"/>
              </a:rPr>
              <a:t>Intel Confidential</a:t>
            </a:r>
          </a:p>
        </p:txBody>
      </p:sp>
      <p:sp>
        <p:nvSpPr>
          <p:cNvPr id="9" name="Rectangle 8" descr="Department or Event Name">
            <a:extLst>
              <a:ext uri="{FF2B5EF4-FFF2-40B4-BE49-F238E27FC236}">
                <a16:creationId xmlns:a16="http://schemas.microsoft.com/office/drawing/2014/main" id="{8A75CF89-9B1A-49AA-8C1C-7280637B6567}"/>
              </a:ext>
            </a:extLst>
          </p:cNvPr>
          <p:cNvSpPr/>
          <p:nvPr/>
        </p:nvSpPr>
        <p:spPr>
          <a:xfrm>
            <a:off x="286365" y="6510549"/>
            <a:ext cx="217239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sz="1200" b="0" i="0">
                <a:solidFill>
                  <a:schemeClr val="tx1"/>
                </a:solidFill>
                <a:latin typeface="IntelOne Text" panose="020B0503020203020204" pitchFamily="34" charset="77"/>
                <a:ea typeface="Intel Clear" panose="020B0604020203020204" pitchFamily="34" charset="0"/>
                <a:cs typeface="Times New Roman" panose="02020603050405020304" pitchFamily="18" charset="0"/>
              </a:rPr>
              <a:t>Department or Event Name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A984EC55-415E-440F-AE6F-DDB70FA6D3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11137466" y="6554735"/>
            <a:ext cx="476084" cy="177524"/>
          </a:xfrm>
          <a:prstGeom prst="rect">
            <a:avLst/>
          </a:prstGeom>
        </p:spPr>
      </p:pic>
      <p:sp>
        <p:nvSpPr>
          <p:cNvPr id="11" name="TextBox 10" descr="page number">
            <a:extLst>
              <a:ext uri="{FF2B5EF4-FFF2-40B4-BE49-F238E27FC236}">
                <a16:creationId xmlns:a16="http://schemas.microsoft.com/office/drawing/2014/main" id="{02FB4E28-8FF4-469D-9172-AA2B2441695C}"/>
              </a:ext>
            </a:extLst>
          </p:cNvPr>
          <p:cNvSpPr txBox="1"/>
          <p:nvPr/>
        </p:nvSpPr>
        <p:spPr>
          <a:xfrm>
            <a:off x="11886783" y="6553045"/>
            <a:ext cx="166713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1000" b="0" i="0" u="none" strike="noStrike" cap="none" spc="0" normalizeH="0" baseline="0" smtClean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IntelOne Text" panose="020B0503020203020204" pitchFamily="34" charset="77"/>
                <a:ea typeface="Intel Clear" panose="020B0604020203020204" pitchFamily="34" charset="0"/>
                <a:cs typeface="Times New Roman" panose="02020603050405020304" pitchFamily="18" charset="0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1000" b="0" i="0" u="none" strike="noStrike" cap="none" spc="0" normalizeH="0" baseline="0" err="1">
              <a:ln>
                <a:noFill/>
              </a:ln>
              <a:solidFill>
                <a:schemeClr val="tx1"/>
              </a:solidFill>
              <a:effectLst/>
              <a:uFillTx/>
              <a:latin typeface="IntelOne Text" panose="020B0503020203020204" pitchFamily="34" charset="77"/>
              <a:ea typeface="Intel Clear" panose="020B0604020203020204" pitchFamily="34" charset="0"/>
              <a:cs typeface="Times New Roman" panose="02020603050405020304" pitchFamily="18" charset="0"/>
              <a:sym typeface="Helvetica Neue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62C4174-C58D-4EF7-A490-8F73147A26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734800" y="0"/>
            <a:ext cx="457200" cy="64008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DE1E402-C0AA-4A44-97FB-BE9DDACF9A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400800"/>
            <a:ext cx="11734800" cy="457200"/>
          </a:xfrm>
          <a:prstGeom prst="rect">
            <a:avLst/>
          </a:prstGeom>
          <a:solidFill>
            <a:schemeClr val="bg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4" name="Rectangle 13" descr="Intel Confidential">
            <a:extLst>
              <a:ext uri="{FF2B5EF4-FFF2-40B4-BE49-F238E27FC236}">
                <a16:creationId xmlns:a16="http://schemas.microsoft.com/office/drawing/2014/main" id="{906391AB-9F76-4178-9622-4768A6A6C7CA}"/>
              </a:ext>
            </a:extLst>
          </p:cNvPr>
          <p:cNvSpPr/>
          <p:nvPr userDrawn="1"/>
        </p:nvSpPr>
        <p:spPr>
          <a:xfrm>
            <a:off x="5489103" y="6510549"/>
            <a:ext cx="1213795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 b="0" i="0">
                <a:solidFill>
                  <a:schemeClr val="tx1"/>
                </a:solidFill>
                <a:latin typeface="IntelOne Text" panose="020B0503020203020204" pitchFamily="34" charset="77"/>
                <a:ea typeface="Intel Clear" panose="020B0604020203020204" pitchFamily="34" charset="0"/>
                <a:cs typeface="Times New Roman" panose="02020603050405020304" pitchFamily="18" charset="0"/>
              </a:rPr>
              <a:t>Intel Confidential</a:t>
            </a:r>
          </a:p>
        </p:txBody>
      </p:sp>
      <p:sp>
        <p:nvSpPr>
          <p:cNvPr id="15" name="Rectangle 14" descr="Department or Event Name">
            <a:extLst>
              <a:ext uri="{FF2B5EF4-FFF2-40B4-BE49-F238E27FC236}">
                <a16:creationId xmlns:a16="http://schemas.microsoft.com/office/drawing/2014/main" id="{690E8CB7-4C09-47D4-9A3A-4E8E8877F589}"/>
              </a:ext>
            </a:extLst>
          </p:cNvPr>
          <p:cNvSpPr/>
          <p:nvPr userDrawn="1"/>
        </p:nvSpPr>
        <p:spPr>
          <a:xfrm>
            <a:off x="286365" y="6510549"/>
            <a:ext cx="203773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sz="1200" b="0" i="0">
                <a:solidFill>
                  <a:schemeClr val="tx1"/>
                </a:solidFill>
                <a:latin typeface="IntelOne Text" panose="020B0503020203020204" pitchFamily="34" charset="77"/>
                <a:ea typeface="Intel Clear" panose="020B0604020203020204" pitchFamily="34" charset="0"/>
                <a:cs typeface="Times New Roman" panose="02020603050405020304" pitchFamily="18" charset="0"/>
              </a:rPr>
              <a:t>DE TCE2 | Woo Seok Kim</a:t>
            </a: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3DB6E0FE-A458-4FC3-8BCF-C3DEF3B9E2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11137466" y="6554735"/>
            <a:ext cx="476084" cy="177524"/>
          </a:xfrm>
          <a:prstGeom prst="rect">
            <a:avLst/>
          </a:prstGeom>
        </p:spPr>
      </p:pic>
      <p:sp>
        <p:nvSpPr>
          <p:cNvPr id="17" name="TextBox 16" descr="page number">
            <a:extLst>
              <a:ext uri="{FF2B5EF4-FFF2-40B4-BE49-F238E27FC236}">
                <a16:creationId xmlns:a16="http://schemas.microsoft.com/office/drawing/2014/main" id="{53D7E5EC-4B62-4515-9A8B-0AB847259844}"/>
              </a:ext>
            </a:extLst>
          </p:cNvPr>
          <p:cNvSpPr txBox="1"/>
          <p:nvPr userDrawn="1"/>
        </p:nvSpPr>
        <p:spPr>
          <a:xfrm>
            <a:off x="11886783" y="6553045"/>
            <a:ext cx="166713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1000" b="0" i="0" u="none" strike="noStrike" cap="none" spc="0" normalizeH="0" baseline="0" smtClean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IntelOne Text" panose="020B0503020203020204" pitchFamily="34" charset="77"/>
                <a:ea typeface="Intel Clear" panose="020B0604020203020204" pitchFamily="34" charset="0"/>
                <a:cs typeface="Times New Roman" panose="02020603050405020304" pitchFamily="18" charset="0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1000" b="0" i="0" u="none" strike="noStrike" cap="none" spc="0" normalizeH="0" baseline="0" err="1">
              <a:ln>
                <a:noFill/>
              </a:ln>
              <a:solidFill>
                <a:schemeClr val="tx1"/>
              </a:solidFill>
              <a:effectLst/>
              <a:uFillTx/>
              <a:latin typeface="IntelOne Text" panose="020B0503020203020204" pitchFamily="34" charset="77"/>
              <a:ea typeface="Intel Clear" panose="020B0604020203020204" pitchFamily="34" charset="0"/>
              <a:cs typeface="Times New Roman" panose="02020603050405020304" pitchFamily="18" charset="0"/>
              <a:sym typeface="Helvetica Neue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1A5FD6C-5104-45F8-8C61-CC0432723E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734800" y="0"/>
            <a:ext cx="457200" cy="6400800"/>
          </a:xfrm>
          <a:prstGeom prst="rect">
            <a:avLst/>
          </a:prstGeom>
          <a:solidFill>
            <a:schemeClr val="bg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37275762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6" r:id="rId1"/>
    <p:sldLayoutId id="2147483797" r:id="rId2"/>
    <p:sldLayoutId id="2147483798" r:id="rId3"/>
    <p:sldLayoutId id="2147483799" r:id="rId4"/>
    <p:sldLayoutId id="2147483800" r:id="rId5"/>
    <p:sldLayoutId id="2147483801" r:id="rId6"/>
    <p:sldLayoutId id="2147483802" r:id="rId7"/>
    <p:sldLayoutId id="2147483803" r:id="rId8"/>
    <p:sldLayoutId id="2147483804" r:id="rId9"/>
    <p:sldLayoutId id="2147483805" r:id="rId10"/>
    <p:sldLayoutId id="2147483806" r:id="rId11"/>
    <p:sldLayoutId id="2147483807" r:id="rId12"/>
    <p:sldLayoutId id="2147483808" r:id="rId13"/>
    <p:sldLayoutId id="2147483809" r:id="rId14"/>
    <p:sldLayoutId id="2147483810" r:id="rId15"/>
    <p:sldLayoutId id="2147483811" r:id="rId16"/>
    <p:sldLayoutId id="2147483812" r:id="rId17"/>
    <p:sldLayoutId id="2147483813" r:id="rId18"/>
    <p:sldLayoutId id="2147483814" r:id="rId19"/>
    <p:sldLayoutId id="2147483815" r:id="rId20"/>
    <p:sldLayoutId id="2147483816" r:id="rId21"/>
    <p:sldLayoutId id="2147483817" r:id="rId22"/>
    <p:sldLayoutId id="2147483818" r:id="rId23"/>
    <p:sldLayoutId id="2147483819" r:id="rId24"/>
    <p:sldLayoutId id="2147483820" r:id="rId2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IntelOne Display Regular" panose="020B0503020203020204" pitchFamily="34" charset="0"/>
        <a:buChar char="•"/>
        <a:defRPr sz="2800" b="0" i="0" kern="1200">
          <a:solidFill>
            <a:schemeClr val="tx1"/>
          </a:solidFill>
          <a:latin typeface="IntelOne Text Light" panose="020B0403020203020204" pitchFamily="34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IntelOne Display Regular" panose="020B0503020203020204" pitchFamily="34" charset="0"/>
        <a:buChar char="•"/>
        <a:defRPr sz="2400" b="0" i="0" kern="1200">
          <a:solidFill>
            <a:schemeClr val="tx1"/>
          </a:solidFill>
          <a:latin typeface="IntelOne Text Light" panose="020B0403020203020204" pitchFamily="34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IntelOne Display Regular" panose="020B0503020203020204" pitchFamily="34" charset="0"/>
        <a:buChar char="•"/>
        <a:defRPr sz="2000" b="0" i="0" kern="1200">
          <a:solidFill>
            <a:schemeClr val="tx1"/>
          </a:solidFill>
          <a:latin typeface="IntelOne Text Light" panose="020B0403020203020204" pitchFamily="34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IntelOne Display Regular" panose="020B0503020203020204" pitchFamily="34" charset="0"/>
        <a:buChar char="•"/>
        <a:defRPr sz="1800" b="0" i="0" kern="1200">
          <a:solidFill>
            <a:schemeClr val="tx1"/>
          </a:solidFill>
          <a:latin typeface="IntelOne Text Light" panose="020B0403020203020204" pitchFamily="34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IntelOne Display Regular" panose="020B0503020203020204" pitchFamily="34" charset="0"/>
        <a:buChar char="•"/>
        <a:defRPr sz="1600" b="0" i="0" kern="1200">
          <a:solidFill>
            <a:schemeClr val="tx1"/>
          </a:solidFill>
          <a:latin typeface="IntelOne Text Light" panose="020B0403020203020204" pitchFamily="34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0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14.xml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1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79F4BE2-8E4A-4003-B816-9E34781F7E8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b">
            <a:normAutofit/>
          </a:bodyPr>
          <a:lstStyle/>
          <a:p>
            <a:pPr algn="ctr"/>
            <a:r>
              <a:rPr lang="en-US" dirty="0"/>
              <a:t>1281 MLR Template</a:t>
            </a:r>
            <a:br>
              <a:rPr lang="en-US" dirty="0"/>
            </a:br>
            <a:r>
              <a:rPr lang="en-US" dirty="0"/>
              <a:t>User Guide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BEAF9F9-E88D-44A4-A1B6-BAA2E532B65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Youngrak</a:t>
            </a:r>
            <a:r>
              <a:rPr lang="en-US" dirty="0"/>
              <a:t> Park (DE TCE-A), Woo Seok Kim (DE TCE-B)</a:t>
            </a:r>
          </a:p>
          <a:p>
            <a:r>
              <a:rPr lang="en-US" dirty="0"/>
              <a:t>Last Updated - 07/14/2026</a:t>
            </a:r>
          </a:p>
        </p:txBody>
      </p:sp>
    </p:spTree>
    <p:extLst>
      <p:ext uri="{BB962C8B-B14F-4D97-AF65-F5344CB8AC3E}">
        <p14:creationId xmlns:p14="http://schemas.microsoft.com/office/powerpoint/2010/main" val="10712461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39AC8-9BED-4AD2-AD59-0455A6422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Description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2C57265-BB41-52FF-F428-89C6203528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This template is based on a FET-like front-end (FE) structure and is primarily intended for capacitance (CAP) measurement.</a:t>
            </a:r>
          </a:p>
          <a:p>
            <a:r>
              <a:rPr lang="en-US" dirty="0"/>
              <a:t>A parameterized unit cell is defined and replicated into an array, allowing users to add, modify, or remove FE-related shapes to control parasitic and device capacitance characteristics.</a:t>
            </a:r>
          </a:p>
          <a:p>
            <a:r>
              <a:rPr lang="en-US" dirty="0"/>
              <a:t>M0 layer is used to connect to front-end shapes, which are then routed through M1 jumper layers to corresponding pins and pads for CAP measurement.</a:t>
            </a:r>
          </a:p>
        </p:txBody>
      </p:sp>
    </p:spTree>
    <p:extLst>
      <p:ext uri="{BB962C8B-B14F-4D97-AF65-F5344CB8AC3E}">
        <p14:creationId xmlns:p14="http://schemas.microsoft.com/office/powerpoint/2010/main" val="24628483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F6F34F-51CA-502B-D4FA-510341246E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6CC4C-ED18-6A9A-CBC7-478687F3D2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Track Indexing Scheme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5C718E-085B-5249-2325-1CD2513ACE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80999" y="1496292"/>
            <a:ext cx="7570933" cy="4686689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800"/>
              <a:t>All layout placement in this template is based on track-level indexing.</a:t>
            </a:r>
          </a:p>
          <a:p>
            <a:pPr>
              <a:lnSpc>
                <a:spcPct val="100000"/>
              </a:lnSpc>
            </a:pPr>
            <a:r>
              <a:rPr lang="en-US" sz="1800"/>
              <a:t>Each layer has its own track set </a:t>
            </a:r>
            <a:r>
              <a:rPr lang="en-US" sz="1800" b="1" i="1" u="sng"/>
              <a:t>indexed starting from 0.</a:t>
            </a:r>
          </a:p>
          <a:p>
            <a:pPr>
              <a:lnSpc>
                <a:spcPct val="100000"/>
              </a:lnSpc>
            </a:pPr>
            <a:endParaRPr lang="en-US" sz="1800"/>
          </a:p>
          <a:p>
            <a:pPr>
              <a:lnSpc>
                <a:spcPct val="100000"/>
              </a:lnSpc>
            </a:pPr>
            <a:r>
              <a:rPr lang="en-US" sz="1800" b="1"/>
              <a:t>Indexing Direction</a:t>
            </a:r>
          </a:p>
          <a:p>
            <a:pPr lvl="1">
              <a:lnSpc>
                <a:spcPct val="100000"/>
              </a:lnSpc>
            </a:pPr>
            <a:r>
              <a:rPr lang="en-US" sz="1600"/>
              <a:t>OGD direction: Left → Right</a:t>
            </a:r>
          </a:p>
          <a:p>
            <a:pPr lvl="1">
              <a:lnSpc>
                <a:spcPct val="100000"/>
              </a:lnSpc>
            </a:pPr>
            <a:r>
              <a:rPr lang="en-US" sz="1600"/>
              <a:t>PGD direction: Bottom → Top</a:t>
            </a:r>
          </a:p>
          <a:p>
            <a:pPr>
              <a:lnSpc>
                <a:spcPct val="100000"/>
              </a:lnSpc>
            </a:pPr>
            <a:r>
              <a:rPr lang="en-US" sz="1800" b="1"/>
              <a:t>Reverse Indexing</a:t>
            </a:r>
          </a:p>
          <a:p>
            <a:pPr lvl="1">
              <a:lnSpc>
                <a:spcPct val="100000"/>
              </a:lnSpc>
            </a:pPr>
            <a:r>
              <a:rPr lang="en-US" sz="1600"/>
              <a:t>A track can be referenced from the opposite edge using the </a:t>
            </a:r>
            <a:r>
              <a:rPr lang="en-US" sz="1600" b="1" i="1" u="sng"/>
              <a:t>r suffix</a:t>
            </a:r>
            <a:r>
              <a:rPr lang="en-US" sz="1600"/>
              <a:t>.</a:t>
            </a:r>
          </a:p>
          <a:p>
            <a:pPr lvl="1">
              <a:lnSpc>
                <a:spcPct val="100000"/>
              </a:lnSpc>
            </a:pPr>
            <a:r>
              <a:rPr lang="en-US" sz="1600" b="1" i="1" u="sng"/>
              <a:t>r0</a:t>
            </a:r>
            <a:r>
              <a:rPr lang="en-US" sz="1600"/>
              <a:t> always refers to the last available track on that layer.</a:t>
            </a:r>
            <a:endParaRPr lang="en-US" sz="1100"/>
          </a:p>
          <a:p>
            <a:pPr lvl="1">
              <a:lnSpc>
                <a:spcPct val="100000"/>
              </a:lnSpc>
            </a:pPr>
            <a:r>
              <a:rPr lang="en-US" sz="1400" b="1"/>
              <a:t>Example: f</a:t>
            </a:r>
            <a:r>
              <a:rPr lang="en-US" sz="1600"/>
              <a:t>or 5 tracks indexed 0–4:</a:t>
            </a:r>
          </a:p>
          <a:p>
            <a:pPr lvl="2">
              <a:lnSpc>
                <a:spcPct val="100000"/>
              </a:lnSpc>
            </a:pPr>
            <a:r>
              <a:rPr lang="en-US" sz="1600"/>
              <a:t>r0 → track 4</a:t>
            </a:r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5234CF43-333F-0317-D683-C6525EC3A69A}"/>
              </a:ext>
            </a:extLst>
          </p:cNvPr>
          <p:cNvGrpSpPr/>
          <p:nvPr/>
        </p:nvGrpSpPr>
        <p:grpSpPr>
          <a:xfrm>
            <a:off x="7951932" y="1186851"/>
            <a:ext cx="3244680" cy="4996130"/>
            <a:chOff x="7951932" y="1186851"/>
            <a:chExt cx="3244680" cy="4996130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78388F5B-A372-F79E-3389-6E10AF28407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951932" y="1190325"/>
              <a:ext cx="3244680" cy="4992656"/>
            </a:xfrm>
            <a:prstGeom prst="rect">
              <a:avLst/>
            </a:prstGeom>
          </p:spPr>
        </p:pic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8E091E5-B499-1B80-56DE-3010EB223C69}"/>
                </a:ext>
              </a:extLst>
            </p:cNvPr>
            <p:cNvSpPr/>
            <p:nvPr/>
          </p:nvSpPr>
          <p:spPr>
            <a:xfrm>
              <a:off x="8469168" y="1513798"/>
              <a:ext cx="175491" cy="4304146"/>
            </a:xfrm>
            <a:prstGeom prst="rect">
              <a:avLst/>
            </a:prstGeom>
            <a:solidFill>
              <a:srgbClr val="EEC3F7">
                <a:alpha val="3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68B5"/>
                </a:solidFill>
                <a:effectLst/>
                <a:uLnTx/>
                <a:uFillTx/>
                <a:latin typeface="IntelOne Display Regular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4074CE5-35C3-5928-FBED-36D1B61CD970}"/>
                </a:ext>
              </a:extLst>
            </p:cNvPr>
            <p:cNvSpPr/>
            <p:nvPr/>
          </p:nvSpPr>
          <p:spPr>
            <a:xfrm>
              <a:off x="8958694" y="1513798"/>
              <a:ext cx="175491" cy="4304146"/>
            </a:xfrm>
            <a:prstGeom prst="rect">
              <a:avLst/>
            </a:prstGeom>
            <a:solidFill>
              <a:srgbClr val="EEC3F7">
                <a:alpha val="3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68B5"/>
                </a:solidFill>
                <a:effectLst/>
                <a:uLnTx/>
                <a:uFillTx/>
                <a:latin typeface="IntelOne Display Regular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949DC9F-1DFC-FF72-C8FB-FA548D66B612}"/>
                </a:ext>
              </a:extLst>
            </p:cNvPr>
            <p:cNvSpPr/>
            <p:nvPr/>
          </p:nvSpPr>
          <p:spPr>
            <a:xfrm>
              <a:off x="9424485" y="1534580"/>
              <a:ext cx="175491" cy="4304146"/>
            </a:xfrm>
            <a:prstGeom prst="rect">
              <a:avLst/>
            </a:prstGeom>
            <a:solidFill>
              <a:srgbClr val="EEC3F7">
                <a:alpha val="3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68B5"/>
                </a:solidFill>
                <a:effectLst/>
                <a:uLnTx/>
                <a:uFillTx/>
                <a:latin typeface="IntelOne Display Regular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4401680-C780-A246-8D92-2ACD3CC603F8}"/>
                </a:ext>
              </a:extLst>
            </p:cNvPr>
            <p:cNvSpPr/>
            <p:nvPr/>
          </p:nvSpPr>
          <p:spPr>
            <a:xfrm>
              <a:off x="9906032" y="1534580"/>
              <a:ext cx="175491" cy="4304146"/>
            </a:xfrm>
            <a:prstGeom prst="rect">
              <a:avLst/>
            </a:prstGeom>
            <a:solidFill>
              <a:srgbClr val="EEC3F7">
                <a:alpha val="3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68B5"/>
                </a:solidFill>
                <a:effectLst/>
                <a:uLnTx/>
                <a:uFillTx/>
                <a:latin typeface="IntelOne Display Regular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46E1DAD-6426-57E3-AB2C-2D31D7BAF476}"/>
                </a:ext>
              </a:extLst>
            </p:cNvPr>
            <p:cNvSpPr/>
            <p:nvPr/>
          </p:nvSpPr>
          <p:spPr>
            <a:xfrm>
              <a:off x="10386323" y="1513798"/>
              <a:ext cx="175491" cy="4304146"/>
            </a:xfrm>
            <a:prstGeom prst="rect">
              <a:avLst/>
            </a:prstGeom>
            <a:solidFill>
              <a:srgbClr val="EEC3F7">
                <a:alpha val="3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68B5"/>
                </a:solidFill>
                <a:effectLst/>
                <a:uLnTx/>
                <a:uFillTx/>
                <a:latin typeface="IntelOne Display Regular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90461255-C0C1-0170-5ED7-4521DE3E9A36}"/>
                </a:ext>
              </a:extLst>
            </p:cNvPr>
            <p:cNvSpPr/>
            <p:nvPr/>
          </p:nvSpPr>
          <p:spPr>
            <a:xfrm>
              <a:off x="8713932" y="1379871"/>
              <a:ext cx="175491" cy="4304146"/>
            </a:xfrm>
            <a:prstGeom prst="rect">
              <a:avLst/>
            </a:prstGeom>
            <a:solidFill>
              <a:srgbClr val="00B050">
                <a:alpha val="3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68B5"/>
                </a:solidFill>
                <a:effectLst/>
                <a:uLnTx/>
                <a:uFillTx/>
                <a:latin typeface="IntelOne Display Regular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6683A9E1-97C6-8CBB-30E2-1FA62257F44F}"/>
                </a:ext>
              </a:extLst>
            </p:cNvPr>
            <p:cNvSpPr/>
            <p:nvPr/>
          </p:nvSpPr>
          <p:spPr>
            <a:xfrm>
              <a:off x="9203458" y="1379871"/>
              <a:ext cx="175491" cy="4304146"/>
            </a:xfrm>
            <a:prstGeom prst="rect">
              <a:avLst/>
            </a:prstGeom>
            <a:solidFill>
              <a:srgbClr val="00B050">
                <a:alpha val="3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68B5"/>
                </a:solidFill>
                <a:effectLst/>
                <a:uLnTx/>
                <a:uFillTx/>
                <a:latin typeface="IntelOne Display Regular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F61EAFF2-CC19-0393-71FB-0C53F8DCF6A4}"/>
                </a:ext>
              </a:extLst>
            </p:cNvPr>
            <p:cNvSpPr/>
            <p:nvPr/>
          </p:nvSpPr>
          <p:spPr>
            <a:xfrm>
              <a:off x="9669249" y="1400653"/>
              <a:ext cx="175491" cy="4304146"/>
            </a:xfrm>
            <a:prstGeom prst="rect">
              <a:avLst/>
            </a:prstGeom>
            <a:solidFill>
              <a:srgbClr val="00B050">
                <a:alpha val="3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68B5"/>
                </a:solidFill>
                <a:effectLst/>
                <a:uLnTx/>
                <a:uFillTx/>
                <a:latin typeface="IntelOne Display Regular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0CBEB841-D486-5453-40ED-CEA5026A0FA9}"/>
                </a:ext>
              </a:extLst>
            </p:cNvPr>
            <p:cNvSpPr/>
            <p:nvPr/>
          </p:nvSpPr>
          <p:spPr>
            <a:xfrm>
              <a:off x="10150796" y="1400653"/>
              <a:ext cx="175491" cy="4304146"/>
            </a:xfrm>
            <a:prstGeom prst="rect">
              <a:avLst/>
            </a:prstGeom>
            <a:solidFill>
              <a:srgbClr val="00B050">
                <a:alpha val="3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68B5"/>
                </a:solidFill>
                <a:effectLst/>
                <a:uLnTx/>
                <a:uFillTx/>
                <a:latin typeface="IntelOne Display Regular"/>
              </a:endParaRP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B84B4638-1293-46D4-FA3B-F8EAE5A47CC0}"/>
                </a:ext>
              </a:extLst>
            </p:cNvPr>
            <p:cNvSpPr/>
            <p:nvPr/>
          </p:nvSpPr>
          <p:spPr>
            <a:xfrm>
              <a:off x="8296205" y="5625845"/>
              <a:ext cx="2432050" cy="145376"/>
            </a:xfrm>
            <a:prstGeom prst="rect">
              <a:avLst/>
            </a:prstGeom>
            <a:solidFill>
              <a:srgbClr val="00A3F6">
                <a:alpha val="4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68B5"/>
                </a:solidFill>
                <a:effectLst/>
                <a:uLnTx/>
                <a:uFillTx/>
                <a:latin typeface="IntelOne Display Regular"/>
              </a:endParaRP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82BBF958-6E2E-0A93-7972-453CAEA5EE79}"/>
                </a:ext>
              </a:extLst>
            </p:cNvPr>
            <p:cNvSpPr/>
            <p:nvPr/>
          </p:nvSpPr>
          <p:spPr>
            <a:xfrm>
              <a:off x="8296205" y="1889497"/>
              <a:ext cx="2432050" cy="442679"/>
            </a:xfrm>
            <a:prstGeom prst="rect">
              <a:avLst/>
            </a:prstGeom>
            <a:solidFill>
              <a:srgbClr val="00A3F6">
                <a:alpha val="4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68B5"/>
                </a:solidFill>
                <a:effectLst/>
                <a:uLnTx/>
                <a:uFillTx/>
                <a:latin typeface="IntelOne Display Regular"/>
              </a:endParaRP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687E89D7-AAB2-9877-866F-85CA04CDA614}"/>
                </a:ext>
              </a:extLst>
            </p:cNvPr>
            <p:cNvSpPr/>
            <p:nvPr/>
          </p:nvSpPr>
          <p:spPr>
            <a:xfrm>
              <a:off x="8296205" y="2570378"/>
              <a:ext cx="2432050" cy="145376"/>
            </a:xfrm>
            <a:prstGeom prst="rect">
              <a:avLst/>
            </a:prstGeom>
            <a:solidFill>
              <a:srgbClr val="00A3F6">
                <a:alpha val="4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68B5"/>
                </a:solidFill>
                <a:effectLst/>
                <a:uLnTx/>
                <a:uFillTx/>
                <a:latin typeface="IntelOne Display Regular"/>
              </a:endParaRP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87652B85-3D47-220E-BB6F-6573C50B3CB9}"/>
                </a:ext>
              </a:extLst>
            </p:cNvPr>
            <p:cNvSpPr/>
            <p:nvPr/>
          </p:nvSpPr>
          <p:spPr>
            <a:xfrm>
              <a:off x="8296205" y="4961390"/>
              <a:ext cx="2432050" cy="445586"/>
            </a:xfrm>
            <a:prstGeom prst="rect">
              <a:avLst/>
            </a:prstGeom>
            <a:solidFill>
              <a:srgbClr val="00A3F6">
                <a:alpha val="4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68B5"/>
                </a:solidFill>
                <a:effectLst/>
                <a:uLnTx/>
                <a:uFillTx/>
                <a:latin typeface="IntelOne Display Regular"/>
              </a:endParaRP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2C282D01-4CBE-6E84-0A03-BE0305FB31DE}"/>
                </a:ext>
              </a:extLst>
            </p:cNvPr>
            <p:cNvSpPr/>
            <p:nvPr/>
          </p:nvSpPr>
          <p:spPr>
            <a:xfrm>
              <a:off x="8296205" y="2934623"/>
              <a:ext cx="2432050" cy="419026"/>
            </a:xfrm>
            <a:prstGeom prst="rect">
              <a:avLst/>
            </a:prstGeom>
            <a:solidFill>
              <a:srgbClr val="00A3F6">
                <a:alpha val="4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68B5"/>
                </a:solidFill>
                <a:effectLst/>
                <a:uLnTx/>
                <a:uFillTx/>
                <a:latin typeface="IntelOne Display Regular"/>
              </a:endParaRP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DB787CCE-3A54-3AD5-56C9-7A489C689EE7}"/>
                </a:ext>
              </a:extLst>
            </p:cNvPr>
            <p:cNvSpPr/>
            <p:nvPr/>
          </p:nvSpPr>
          <p:spPr>
            <a:xfrm>
              <a:off x="8296205" y="3572518"/>
              <a:ext cx="2432050" cy="145376"/>
            </a:xfrm>
            <a:prstGeom prst="rect">
              <a:avLst/>
            </a:prstGeom>
            <a:solidFill>
              <a:srgbClr val="00A3F6">
                <a:alpha val="4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68B5"/>
                </a:solidFill>
                <a:effectLst/>
                <a:uLnTx/>
                <a:uFillTx/>
                <a:latin typeface="IntelOne Display Regular"/>
              </a:endParaRP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6BBB24DE-C422-556A-3B58-A99063C04663}"/>
                </a:ext>
              </a:extLst>
            </p:cNvPr>
            <p:cNvSpPr/>
            <p:nvPr/>
          </p:nvSpPr>
          <p:spPr>
            <a:xfrm>
              <a:off x="8296205" y="3936763"/>
              <a:ext cx="2432050" cy="441513"/>
            </a:xfrm>
            <a:prstGeom prst="rect">
              <a:avLst/>
            </a:prstGeom>
            <a:solidFill>
              <a:srgbClr val="00A3F6">
                <a:alpha val="4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68B5"/>
                </a:solidFill>
                <a:effectLst/>
                <a:uLnTx/>
                <a:uFillTx/>
                <a:latin typeface="IntelOne Display Regular"/>
              </a:endParaRPr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FC9EB16F-FA28-1977-C0EC-D4F5FA0E216E}"/>
                </a:ext>
              </a:extLst>
            </p:cNvPr>
            <p:cNvSpPr/>
            <p:nvPr/>
          </p:nvSpPr>
          <p:spPr>
            <a:xfrm>
              <a:off x="8296205" y="4597145"/>
              <a:ext cx="2432050" cy="145376"/>
            </a:xfrm>
            <a:prstGeom prst="rect">
              <a:avLst/>
            </a:prstGeom>
            <a:solidFill>
              <a:srgbClr val="00A3F6">
                <a:alpha val="4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68B5"/>
                </a:solidFill>
                <a:effectLst/>
                <a:uLnTx/>
                <a:uFillTx/>
                <a:latin typeface="IntelOne Display Regular"/>
              </a:endParaRP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E9C25516-EF3D-DBD1-30C1-22FA68B7E81A}"/>
                </a:ext>
              </a:extLst>
            </p:cNvPr>
            <p:cNvSpPr/>
            <p:nvPr/>
          </p:nvSpPr>
          <p:spPr>
            <a:xfrm>
              <a:off x="8296205" y="1539013"/>
              <a:ext cx="2432050" cy="145376"/>
            </a:xfrm>
            <a:prstGeom prst="rect">
              <a:avLst/>
            </a:prstGeom>
            <a:solidFill>
              <a:srgbClr val="00A3F6">
                <a:alpha val="4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68B5"/>
                </a:solidFill>
                <a:effectLst/>
                <a:uLnTx/>
                <a:uFillTx/>
                <a:latin typeface="IntelOne Display Regular"/>
              </a:endParaRP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A925442E-0524-B222-1C55-C4127EB4D4E5}"/>
                </a:ext>
              </a:extLst>
            </p:cNvPr>
            <p:cNvSpPr txBox="1"/>
            <p:nvPr/>
          </p:nvSpPr>
          <p:spPr>
            <a:xfrm>
              <a:off x="8644659" y="1186851"/>
              <a:ext cx="191715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IntelOne Display Regular"/>
                </a:rPr>
                <a:t>0            1            2            3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7EB98DEF-6A82-21F7-09A4-CBDCE0A64C3E}"/>
                </a:ext>
              </a:extLst>
            </p:cNvPr>
            <p:cNvSpPr txBox="1"/>
            <p:nvPr/>
          </p:nvSpPr>
          <p:spPr>
            <a:xfrm>
              <a:off x="8406534" y="5747867"/>
              <a:ext cx="2310248" cy="430887"/>
            </a:xfrm>
            <a:prstGeom prst="rect">
              <a:avLst/>
            </a:prstGeom>
            <a:noFill/>
          </p:spPr>
          <p:txBody>
            <a:bodyPr wrap="none" tIns="0" bIns="0" rtlCol="0" anchor="ctr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IntelOne Display Regular"/>
                </a:rPr>
                <a:t>0            1            2            3           4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IntelOne Display Regular"/>
                </a:rPr>
                <a:t>r4         r3         r2           r1           r0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675A9C7D-F517-8832-554A-9AE462337D62}"/>
                </a:ext>
              </a:extLst>
            </p:cNvPr>
            <p:cNvSpPr txBox="1"/>
            <p:nvPr/>
          </p:nvSpPr>
          <p:spPr>
            <a:xfrm>
              <a:off x="8033360" y="1481964"/>
              <a:ext cx="320999" cy="44319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IntelOne Display Regular"/>
                </a:rPr>
                <a:t>8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lOne Display Regular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IntelOne Display Regular"/>
                </a:rPr>
                <a:t>7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lOne Display Regular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IntelOne Display Regular"/>
                </a:rPr>
                <a:t>6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lOne Display Regular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IntelOne Display Regular"/>
                </a:rPr>
                <a:t>5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lOne Display Regular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IntelOne Display Regular"/>
                </a:rPr>
                <a:t>4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lOne Display Regular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IntelOne Display Regular"/>
                </a:rPr>
                <a:t>3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lOne Display Regular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IntelOne Display Regular"/>
                </a:rPr>
                <a:t>2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lOne Display Regular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IntelOne Display Regular"/>
                </a:rPr>
                <a:t>1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lOne Display Regular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IntelOne Display Regular"/>
                </a:rPr>
                <a:t>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68874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E6B0EF30-F26B-A73D-5CFD-02DF22A1D4E8}"/>
              </a:ext>
            </a:extLst>
          </p:cNvPr>
          <p:cNvGrpSpPr/>
          <p:nvPr/>
        </p:nvGrpSpPr>
        <p:grpSpPr>
          <a:xfrm>
            <a:off x="6415085" y="426444"/>
            <a:ext cx="5045088" cy="2468018"/>
            <a:chOff x="6091235" y="426444"/>
            <a:chExt cx="5045088" cy="2468018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8087D581-6A16-FAF1-A613-A4F9E374C70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91235" y="530232"/>
              <a:ext cx="3435117" cy="236423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C7BD419-7A98-4A82-D6D8-A9CAFBA211EA}"/>
                </a:ext>
              </a:extLst>
            </p:cNvPr>
            <p:cNvSpPr txBox="1"/>
            <p:nvPr/>
          </p:nvSpPr>
          <p:spPr>
            <a:xfrm>
              <a:off x="6537516" y="426444"/>
              <a:ext cx="34146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/>
                <a:t>0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804341F-9E78-38D1-2388-D32C04A37719}"/>
                </a:ext>
              </a:extLst>
            </p:cNvPr>
            <p:cNvSpPr txBox="1"/>
            <p:nvPr/>
          </p:nvSpPr>
          <p:spPr>
            <a:xfrm>
              <a:off x="6935991" y="427389"/>
              <a:ext cx="34146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/>
                <a:t>1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4774382B-2999-DCC0-AA47-FA7E5DBA7255}"/>
                </a:ext>
              </a:extLst>
            </p:cNvPr>
            <p:cNvSpPr txBox="1"/>
            <p:nvPr/>
          </p:nvSpPr>
          <p:spPr>
            <a:xfrm>
              <a:off x="7260848" y="426444"/>
              <a:ext cx="34146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/>
                <a:t>2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D73C1F30-541D-2593-18EA-61BCB4CCBE6D}"/>
                </a:ext>
              </a:extLst>
            </p:cNvPr>
            <p:cNvSpPr txBox="1"/>
            <p:nvPr/>
          </p:nvSpPr>
          <p:spPr>
            <a:xfrm>
              <a:off x="7657899" y="431339"/>
              <a:ext cx="34146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/>
                <a:t>3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96EE481-2373-B643-12B8-945B1593FFAB}"/>
                </a:ext>
              </a:extLst>
            </p:cNvPr>
            <p:cNvSpPr txBox="1"/>
            <p:nvPr/>
          </p:nvSpPr>
          <p:spPr>
            <a:xfrm>
              <a:off x="6196056" y="2436006"/>
              <a:ext cx="34146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/>
                <a:t>0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80292E1C-1643-A017-175D-B4136CE7854B}"/>
                </a:ext>
              </a:extLst>
            </p:cNvPr>
            <p:cNvSpPr txBox="1"/>
            <p:nvPr/>
          </p:nvSpPr>
          <p:spPr>
            <a:xfrm>
              <a:off x="6234398" y="2084596"/>
              <a:ext cx="34146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/>
                <a:t>1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1B793866-DEC3-D532-A028-C84B4544ACB6}"/>
                </a:ext>
              </a:extLst>
            </p:cNvPr>
            <p:cNvSpPr txBox="1"/>
            <p:nvPr/>
          </p:nvSpPr>
          <p:spPr>
            <a:xfrm>
              <a:off x="6196056" y="1708554"/>
              <a:ext cx="34146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/>
                <a:t>2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4FCE7301-2CAE-989D-A378-DF84A2209F27}"/>
                </a:ext>
              </a:extLst>
            </p:cNvPr>
            <p:cNvSpPr txBox="1"/>
            <p:nvPr/>
          </p:nvSpPr>
          <p:spPr>
            <a:xfrm>
              <a:off x="6202961" y="934951"/>
              <a:ext cx="34146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/>
                <a:t>4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D62E1EC1-751C-4B36-483A-F8FC158FBA81}"/>
                </a:ext>
              </a:extLst>
            </p:cNvPr>
            <p:cNvSpPr txBox="1"/>
            <p:nvPr/>
          </p:nvSpPr>
          <p:spPr>
            <a:xfrm>
              <a:off x="6196056" y="1321752"/>
              <a:ext cx="34146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/>
                <a:t>3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3E49D0D6-EC64-A494-B6F5-5C98135D3FA9}"/>
                </a:ext>
              </a:extLst>
            </p:cNvPr>
            <p:cNvSpPr txBox="1"/>
            <p:nvPr/>
          </p:nvSpPr>
          <p:spPr>
            <a:xfrm>
              <a:off x="8017482" y="426444"/>
              <a:ext cx="34146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/>
                <a:t>4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B7694FA7-3C89-487F-F1EF-4DA094B7C6FC}"/>
                </a:ext>
              </a:extLst>
            </p:cNvPr>
            <p:cNvSpPr txBox="1"/>
            <p:nvPr/>
          </p:nvSpPr>
          <p:spPr>
            <a:xfrm>
              <a:off x="8415957" y="427389"/>
              <a:ext cx="34146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/>
                <a:t>5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9092ACD8-FD2B-EC7E-E7B7-8520FCD81C92}"/>
                </a:ext>
              </a:extLst>
            </p:cNvPr>
            <p:cNvSpPr txBox="1"/>
            <p:nvPr/>
          </p:nvSpPr>
          <p:spPr>
            <a:xfrm>
              <a:off x="8740814" y="426444"/>
              <a:ext cx="34146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/>
                <a:t>6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72DB49C9-5AFC-DF7C-0B0C-3B470B12286B}"/>
                </a:ext>
              </a:extLst>
            </p:cNvPr>
            <p:cNvSpPr txBox="1"/>
            <p:nvPr/>
          </p:nvSpPr>
          <p:spPr>
            <a:xfrm>
              <a:off x="9137865" y="431339"/>
              <a:ext cx="34146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/>
                <a:t>7</a:t>
              </a: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2F8A03BF-CB95-B062-14DF-97A7B7B70FC1}"/>
                </a:ext>
              </a:extLst>
            </p:cNvPr>
            <p:cNvSpPr/>
            <p:nvPr/>
          </p:nvSpPr>
          <p:spPr>
            <a:xfrm>
              <a:off x="9813502" y="589897"/>
              <a:ext cx="289839" cy="122105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051E33EA-A87E-B8D7-6EBF-D7BF0F5971D0}"/>
                </a:ext>
              </a:extLst>
            </p:cNvPr>
            <p:cNvSpPr/>
            <p:nvPr/>
          </p:nvSpPr>
          <p:spPr>
            <a:xfrm>
              <a:off x="9827309" y="1253376"/>
              <a:ext cx="289839" cy="666864"/>
            </a:xfrm>
            <a:prstGeom prst="rect">
              <a:avLst/>
            </a:prstGeom>
            <a:noFill/>
            <a:ln w="19050">
              <a:solidFill>
                <a:srgbClr val="E9E9E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A9B5DDDC-A7DF-B3C7-585F-13227BBF5A13}"/>
                </a:ext>
              </a:extLst>
            </p:cNvPr>
            <p:cNvSpPr txBox="1"/>
            <p:nvPr/>
          </p:nvSpPr>
          <p:spPr>
            <a:xfrm>
              <a:off x="10099338" y="565390"/>
              <a:ext cx="103698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b="1" dirty="0"/>
                <a:t>M0; tccGuide1</a:t>
              </a:r>
            </a:p>
            <a:p>
              <a:r>
                <a:rPr lang="en-US" sz="1000" b="1" dirty="0"/>
                <a:t>m0 tracks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11D48695-3966-9716-70EC-1776E11BF4AE}"/>
                </a:ext>
              </a:extLst>
            </p:cNvPr>
            <p:cNvSpPr txBox="1"/>
            <p:nvPr/>
          </p:nvSpPr>
          <p:spPr>
            <a:xfrm>
              <a:off x="10094288" y="1348667"/>
              <a:ext cx="103698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b="1" dirty="0"/>
                <a:t>M0; tccGuide2</a:t>
              </a:r>
            </a:p>
            <a:p>
              <a:r>
                <a:rPr lang="en-US" sz="1000" b="1" dirty="0"/>
                <a:t>m0 cut guide</a:t>
              </a: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76778C91-856F-4F97-719C-0A1FFBE3ABA5}"/>
                </a:ext>
              </a:extLst>
            </p:cNvPr>
            <p:cNvSpPr/>
            <p:nvPr/>
          </p:nvSpPr>
          <p:spPr>
            <a:xfrm>
              <a:off x="9813502" y="766238"/>
              <a:ext cx="289839" cy="122105"/>
            </a:xfrm>
            <a:prstGeom prst="rect">
              <a:avLst/>
            </a:prstGeom>
            <a:noFill/>
            <a:ln w="19050"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707E7712-4991-7EB3-2ED2-EE9DE92D3A49}"/>
              </a:ext>
            </a:extLst>
          </p:cNvPr>
          <p:cNvSpPr txBox="1"/>
          <p:nvPr/>
        </p:nvSpPr>
        <p:spPr>
          <a:xfrm>
            <a:off x="19050" y="9525"/>
            <a:ext cx="37401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+mj-lt"/>
                <a:cs typeface="IntelOne Display AR Bold" panose="020B0803020203020204" pitchFamily="34" charset="-78"/>
                <a:sym typeface="Wingdings" panose="05000000000000000000" pitchFamily="2" charset="2"/>
              </a:rPr>
              <a:t>Track Indexing Reference</a:t>
            </a:r>
            <a:endParaRPr lang="en-US" sz="2400" dirty="0">
              <a:latin typeface="+mj-lt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DA408E2-E175-55FA-F26C-D5C912380686}"/>
              </a:ext>
            </a:extLst>
          </p:cNvPr>
          <p:cNvGrpSpPr/>
          <p:nvPr/>
        </p:nvGrpSpPr>
        <p:grpSpPr>
          <a:xfrm>
            <a:off x="137791" y="966490"/>
            <a:ext cx="5720373" cy="5182211"/>
            <a:chOff x="233041" y="966490"/>
            <a:chExt cx="5720373" cy="5182211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0907B1C5-EE18-F202-CCA9-3147B436F7E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33041" y="966490"/>
              <a:ext cx="5720373" cy="4597436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1E4FEECC-A430-FE38-31CE-EE0764B540F2}"/>
                </a:ext>
              </a:extLst>
            </p:cNvPr>
            <p:cNvSpPr txBox="1"/>
            <p:nvPr/>
          </p:nvSpPr>
          <p:spPr>
            <a:xfrm>
              <a:off x="450935" y="1248282"/>
              <a:ext cx="26642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0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4C68EB62-2E81-7A6C-9160-CDE091E73700}"/>
                </a:ext>
              </a:extLst>
            </p:cNvPr>
            <p:cNvSpPr txBox="1"/>
            <p:nvPr/>
          </p:nvSpPr>
          <p:spPr>
            <a:xfrm>
              <a:off x="942092" y="1248282"/>
              <a:ext cx="22153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1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DC8B82F2-EC91-34C0-97DF-04F6A4CFCCCE}"/>
                </a:ext>
              </a:extLst>
            </p:cNvPr>
            <p:cNvSpPr txBox="1"/>
            <p:nvPr/>
          </p:nvSpPr>
          <p:spPr>
            <a:xfrm>
              <a:off x="1388365" y="1248282"/>
              <a:ext cx="25680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2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17F5FF0E-40BD-02B9-AA2B-4EF568AD01FB}"/>
                </a:ext>
              </a:extLst>
            </p:cNvPr>
            <p:cNvSpPr txBox="1"/>
            <p:nvPr/>
          </p:nvSpPr>
          <p:spPr>
            <a:xfrm>
              <a:off x="1869904" y="1248281"/>
              <a:ext cx="25840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3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3D9F778E-6DFC-35EB-94F9-88E9AABAE2A3}"/>
                </a:ext>
              </a:extLst>
            </p:cNvPr>
            <p:cNvSpPr txBox="1"/>
            <p:nvPr/>
          </p:nvSpPr>
          <p:spPr>
            <a:xfrm>
              <a:off x="2351443" y="1248280"/>
              <a:ext cx="26321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4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4466879-D41E-F1B9-1C97-A4B82D5B3E30}"/>
                </a:ext>
              </a:extLst>
            </p:cNvPr>
            <p:cNvSpPr txBox="1"/>
            <p:nvPr/>
          </p:nvSpPr>
          <p:spPr>
            <a:xfrm>
              <a:off x="2837792" y="1248280"/>
              <a:ext cx="26000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5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036D8D81-056E-21F0-5E4D-335459F591A3}"/>
                </a:ext>
              </a:extLst>
            </p:cNvPr>
            <p:cNvSpPr txBox="1"/>
            <p:nvPr/>
          </p:nvSpPr>
          <p:spPr>
            <a:xfrm>
              <a:off x="3298798" y="1248280"/>
              <a:ext cx="25840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6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48BAA943-769F-5E9E-D749-327CFD46D7E8}"/>
                </a:ext>
              </a:extLst>
            </p:cNvPr>
            <p:cNvSpPr txBox="1"/>
            <p:nvPr/>
          </p:nvSpPr>
          <p:spPr>
            <a:xfrm>
              <a:off x="3774527" y="1248280"/>
              <a:ext cx="25199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7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FE458937-3C76-3E12-FF87-F2E18837B075}"/>
                </a:ext>
              </a:extLst>
            </p:cNvPr>
            <p:cNvSpPr txBox="1"/>
            <p:nvPr/>
          </p:nvSpPr>
          <p:spPr>
            <a:xfrm>
              <a:off x="4256066" y="1248279"/>
              <a:ext cx="26161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8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6A92BBAB-DCFD-B538-F4D2-0AFC98048E10}"/>
                </a:ext>
              </a:extLst>
            </p:cNvPr>
            <p:cNvSpPr txBox="1"/>
            <p:nvPr/>
          </p:nvSpPr>
          <p:spPr>
            <a:xfrm>
              <a:off x="4742415" y="1248279"/>
              <a:ext cx="25840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9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5887DCD-6D87-7856-DB92-5119CBBE165F}"/>
                </a:ext>
              </a:extLst>
            </p:cNvPr>
            <p:cNvSpPr txBox="1"/>
            <p:nvPr/>
          </p:nvSpPr>
          <p:spPr>
            <a:xfrm>
              <a:off x="5193496" y="1248279"/>
              <a:ext cx="30328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10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FA1EDA62-5780-5C85-02CD-4B249116D434}"/>
                </a:ext>
              </a:extLst>
            </p:cNvPr>
            <p:cNvSpPr txBox="1"/>
            <p:nvPr/>
          </p:nvSpPr>
          <p:spPr>
            <a:xfrm>
              <a:off x="5695010" y="1248279"/>
              <a:ext cx="25840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11</a:t>
              </a: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2A6A1335-1E55-FC07-1471-43F0CE484125}"/>
                </a:ext>
              </a:extLst>
            </p:cNvPr>
            <p:cNvSpPr txBox="1"/>
            <p:nvPr/>
          </p:nvSpPr>
          <p:spPr>
            <a:xfrm>
              <a:off x="682515" y="1072445"/>
              <a:ext cx="26642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>
                  <a:solidFill>
                    <a:schemeClr val="accent4"/>
                  </a:solidFill>
                </a:rPr>
                <a:t>0</a:t>
              </a: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27C00AA6-2A69-334E-2EBD-0C9893E1DEEC}"/>
                </a:ext>
              </a:extLst>
            </p:cNvPr>
            <p:cNvSpPr txBox="1"/>
            <p:nvPr/>
          </p:nvSpPr>
          <p:spPr>
            <a:xfrm>
              <a:off x="1173672" y="1072445"/>
              <a:ext cx="22153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>
                  <a:solidFill>
                    <a:schemeClr val="accent4"/>
                  </a:solidFill>
                </a:rPr>
                <a:t>1</a:t>
              </a: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00685430-B09E-7BEC-CC63-732AB71A6D25}"/>
                </a:ext>
              </a:extLst>
            </p:cNvPr>
            <p:cNvSpPr txBox="1"/>
            <p:nvPr/>
          </p:nvSpPr>
          <p:spPr>
            <a:xfrm>
              <a:off x="1619945" y="1072445"/>
              <a:ext cx="25680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>
                  <a:solidFill>
                    <a:schemeClr val="accent4"/>
                  </a:solidFill>
                </a:rPr>
                <a:t>2</a:t>
              </a: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CB70FE5D-B2D4-BBAF-CA2B-46AE68999DF7}"/>
                </a:ext>
              </a:extLst>
            </p:cNvPr>
            <p:cNvSpPr txBox="1"/>
            <p:nvPr/>
          </p:nvSpPr>
          <p:spPr>
            <a:xfrm>
              <a:off x="2101484" y="1072444"/>
              <a:ext cx="25840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>
                  <a:solidFill>
                    <a:schemeClr val="accent4"/>
                  </a:solidFill>
                </a:rPr>
                <a:t>3</a:t>
              </a: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0EF1C06A-F61D-86F3-36E7-78E96272955E}"/>
                </a:ext>
              </a:extLst>
            </p:cNvPr>
            <p:cNvSpPr txBox="1"/>
            <p:nvPr/>
          </p:nvSpPr>
          <p:spPr>
            <a:xfrm>
              <a:off x="2583023" y="1072443"/>
              <a:ext cx="26321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>
                  <a:solidFill>
                    <a:schemeClr val="accent4"/>
                  </a:solidFill>
                </a:rPr>
                <a:t>4</a:t>
              </a: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A8C53AF3-27F4-2C3C-6FD1-201F533655EF}"/>
                </a:ext>
              </a:extLst>
            </p:cNvPr>
            <p:cNvSpPr txBox="1"/>
            <p:nvPr/>
          </p:nvSpPr>
          <p:spPr>
            <a:xfrm>
              <a:off x="3069372" y="1072443"/>
              <a:ext cx="26000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>
                  <a:solidFill>
                    <a:schemeClr val="accent4"/>
                  </a:solidFill>
                </a:rPr>
                <a:t>5</a:t>
              </a: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CEC10C55-AA21-D73D-4595-8D433DA1D299}"/>
                </a:ext>
              </a:extLst>
            </p:cNvPr>
            <p:cNvSpPr txBox="1"/>
            <p:nvPr/>
          </p:nvSpPr>
          <p:spPr>
            <a:xfrm>
              <a:off x="3530378" y="1072443"/>
              <a:ext cx="25840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>
                  <a:solidFill>
                    <a:schemeClr val="accent4"/>
                  </a:solidFill>
                </a:rPr>
                <a:t>6</a:t>
              </a: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0D7DCA3E-0026-8007-169B-B5BB04FA7112}"/>
                </a:ext>
              </a:extLst>
            </p:cNvPr>
            <p:cNvSpPr txBox="1"/>
            <p:nvPr/>
          </p:nvSpPr>
          <p:spPr>
            <a:xfrm>
              <a:off x="4006107" y="1072443"/>
              <a:ext cx="25199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>
                  <a:solidFill>
                    <a:schemeClr val="accent4"/>
                  </a:solidFill>
                </a:rPr>
                <a:t>7</a:t>
              </a: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2CE68FFA-6651-C38A-C610-4A1966FF0BB7}"/>
                </a:ext>
              </a:extLst>
            </p:cNvPr>
            <p:cNvSpPr txBox="1"/>
            <p:nvPr/>
          </p:nvSpPr>
          <p:spPr>
            <a:xfrm>
              <a:off x="4487646" y="1072442"/>
              <a:ext cx="26161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>
                  <a:solidFill>
                    <a:schemeClr val="accent4"/>
                  </a:solidFill>
                </a:rPr>
                <a:t>8</a:t>
              </a: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0DE6E245-44BC-4F31-6589-7AD56E5AF48B}"/>
                </a:ext>
              </a:extLst>
            </p:cNvPr>
            <p:cNvSpPr txBox="1"/>
            <p:nvPr/>
          </p:nvSpPr>
          <p:spPr>
            <a:xfrm>
              <a:off x="4973995" y="1072442"/>
              <a:ext cx="25840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>
                  <a:solidFill>
                    <a:schemeClr val="accent4"/>
                  </a:solidFill>
                </a:rPr>
                <a:t>9</a:t>
              </a: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16640B21-120D-B56F-EB47-0700BF20B309}"/>
                </a:ext>
              </a:extLst>
            </p:cNvPr>
            <p:cNvSpPr txBox="1"/>
            <p:nvPr/>
          </p:nvSpPr>
          <p:spPr>
            <a:xfrm>
              <a:off x="5425076" y="1072442"/>
              <a:ext cx="30328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>
                  <a:solidFill>
                    <a:schemeClr val="accent4"/>
                  </a:solidFill>
                </a:rPr>
                <a:t>10</a:t>
              </a: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E534DF09-1796-5CCA-3DA0-9D570103A6CE}"/>
                </a:ext>
              </a:extLst>
            </p:cNvPr>
            <p:cNvSpPr txBox="1"/>
            <p:nvPr/>
          </p:nvSpPr>
          <p:spPr>
            <a:xfrm>
              <a:off x="317725" y="5021411"/>
              <a:ext cx="26642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>
                  <a:solidFill>
                    <a:schemeClr val="accent3">
                      <a:lumMod val="40000"/>
                      <a:lumOff val="60000"/>
                    </a:schemeClr>
                  </a:solidFill>
                </a:rPr>
                <a:t>0</a:t>
              </a: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23FA7BF8-0B6A-6A3D-ABDE-5A82D820FF57}"/>
                </a:ext>
              </a:extLst>
            </p:cNvPr>
            <p:cNvSpPr txBox="1"/>
            <p:nvPr/>
          </p:nvSpPr>
          <p:spPr>
            <a:xfrm>
              <a:off x="340167" y="4544357"/>
              <a:ext cx="22153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>
                  <a:solidFill>
                    <a:schemeClr val="accent3">
                      <a:lumMod val="40000"/>
                      <a:lumOff val="60000"/>
                    </a:schemeClr>
                  </a:solidFill>
                </a:rPr>
                <a:t>1</a:t>
              </a: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B2321A64-AF60-7AC7-E6EB-3EB1FFDB5CEE}"/>
                </a:ext>
              </a:extLst>
            </p:cNvPr>
            <p:cNvSpPr txBox="1"/>
            <p:nvPr/>
          </p:nvSpPr>
          <p:spPr>
            <a:xfrm>
              <a:off x="325159" y="4067303"/>
              <a:ext cx="25519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>
                  <a:solidFill>
                    <a:schemeClr val="accent3">
                      <a:lumMod val="40000"/>
                      <a:lumOff val="60000"/>
                    </a:schemeClr>
                  </a:solidFill>
                </a:rPr>
                <a:t>2</a:t>
              </a: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6279B0D8-4FBD-2574-2300-59433CA75BEC}"/>
                </a:ext>
              </a:extLst>
            </p:cNvPr>
            <p:cNvSpPr txBox="1"/>
            <p:nvPr/>
          </p:nvSpPr>
          <p:spPr>
            <a:xfrm>
              <a:off x="323329" y="3560761"/>
              <a:ext cx="25840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>
                  <a:solidFill>
                    <a:schemeClr val="accent3">
                      <a:lumMod val="40000"/>
                      <a:lumOff val="60000"/>
                    </a:schemeClr>
                  </a:solidFill>
                </a:rPr>
                <a:t>3</a:t>
              </a: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7365ECE5-BC21-3402-A046-55D270F4D674}"/>
                </a:ext>
              </a:extLst>
            </p:cNvPr>
            <p:cNvSpPr txBox="1"/>
            <p:nvPr/>
          </p:nvSpPr>
          <p:spPr>
            <a:xfrm>
              <a:off x="330763" y="3069172"/>
              <a:ext cx="26161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>
                  <a:solidFill>
                    <a:schemeClr val="accent3">
                      <a:lumMod val="40000"/>
                      <a:lumOff val="60000"/>
                    </a:schemeClr>
                  </a:solidFill>
                </a:rPr>
                <a:t>4</a:t>
              </a: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F823253E-F8BF-E6F5-86AF-785357C8DE39}"/>
                </a:ext>
              </a:extLst>
            </p:cNvPr>
            <p:cNvSpPr txBox="1"/>
            <p:nvPr/>
          </p:nvSpPr>
          <p:spPr>
            <a:xfrm>
              <a:off x="330763" y="2606653"/>
              <a:ext cx="25840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>
                  <a:solidFill>
                    <a:schemeClr val="accent3">
                      <a:lumMod val="40000"/>
                      <a:lumOff val="60000"/>
                    </a:schemeClr>
                  </a:solidFill>
                </a:rPr>
                <a:t>5</a:t>
              </a: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4F6D5129-C095-A1FC-C966-0CC3826DBDFB}"/>
                </a:ext>
              </a:extLst>
            </p:cNvPr>
            <p:cNvSpPr txBox="1"/>
            <p:nvPr/>
          </p:nvSpPr>
          <p:spPr>
            <a:xfrm>
              <a:off x="322747" y="2135493"/>
              <a:ext cx="25840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>
                  <a:solidFill>
                    <a:schemeClr val="accent3">
                      <a:lumMod val="40000"/>
                      <a:lumOff val="60000"/>
                    </a:schemeClr>
                  </a:solidFill>
                </a:rPr>
                <a:t>6</a:t>
              </a: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B9A31526-0253-5E96-6724-A4627D13DEE7}"/>
                </a:ext>
              </a:extLst>
            </p:cNvPr>
            <p:cNvSpPr txBox="1"/>
            <p:nvPr/>
          </p:nvSpPr>
          <p:spPr>
            <a:xfrm>
              <a:off x="324155" y="1643904"/>
              <a:ext cx="25039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>
                  <a:solidFill>
                    <a:schemeClr val="accent3">
                      <a:lumMod val="40000"/>
                      <a:lumOff val="60000"/>
                    </a:schemeClr>
                  </a:solidFill>
                </a:rPr>
                <a:t>7</a:t>
              </a:r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3CCED46A-62BD-F6A1-3421-973EB3E550F3}"/>
                </a:ext>
              </a:extLst>
            </p:cNvPr>
            <p:cNvSpPr/>
            <p:nvPr/>
          </p:nvSpPr>
          <p:spPr>
            <a:xfrm>
              <a:off x="392676" y="5666760"/>
              <a:ext cx="289839" cy="122105"/>
            </a:xfrm>
            <a:prstGeom prst="rect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8B752D90-A3C2-DD31-667D-12B638BC2450}"/>
                </a:ext>
              </a:extLst>
            </p:cNvPr>
            <p:cNvSpPr/>
            <p:nvPr/>
          </p:nvSpPr>
          <p:spPr>
            <a:xfrm>
              <a:off x="392676" y="5964538"/>
              <a:ext cx="289839" cy="122105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5C912BEE-AECF-5113-0660-3B10BB53882A}"/>
                </a:ext>
              </a:extLst>
            </p:cNvPr>
            <p:cNvSpPr txBox="1"/>
            <p:nvPr/>
          </p:nvSpPr>
          <p:spPr>
            <a:xfrm>
              <a:off x="675671" y="5601555"/>
              <a:ext cx="103698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b="1"/>
                <a:t>Poly; tccGuide1</a:t>
              </a:r>
            </a:p>
          </p:txBody>
        </p: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7AB4E7B2-2589-2278-7118-F3D5FE49FC8B}"/>
                </a:ext>
              </a:extLst>
            </p:cNvPr>
            <p:cNvSpPr txBox="1"/>
            <p:nvPr/>
          </p:nvSpPr>
          <p:spPr>
            <a:xfrm>
              <a:off x="682515" y="5899809"/>
              <a:ext cx="132510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b="1"/>
                <a:t>Tcn; tccGuide1</a:t>
              </a:r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DC090BFC-A8A3-6D15-486D-2AC97A128408}"/>
                </a:ext>
              </a:extLst>
            </p:cNvPr>
            <p:cNvSpPr/>
            <p:nvPr/>
          </p:nvSpPr>
          <p:spPr>
            <a:xfrm>
              <a:off x="2684588" y="5669431"/>
              <a:ext cx="289839" cy="122105"/>
            </a:xfrm>
            <a:prstGeom prst="rect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23FC9A91-73D1-B199-35DB-B33D91EFA86A}"/>
                </a:ext>
              </a:extLst>
            </p:cNvPr>
            <p:cNvSpPr/>
            <p:nvPr/>
          </p:nvSpPr>
          <p:spPr>
            <a:xfrm>
              <a:off x="2684588" y="5967209"/>
              <a:ext cx="289839" cy="122105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206EF5A6-4525-3716-C156-644C191B1E91}"/>
                </a:ext>
              </a:extLst>
            </p:cNvPr>
            <p:cNvSpPr txBox="1"/>
            <p:nvPr/>
          </p:nvSpPr>
          <p:spPr>
            <a:xfrm>
              <a:off x="2967583" y="5604226"/>
              <a:ext cx="103698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b="1"/>
                <a:t>Ndiff; tccGuide1</a:t>
              </a:r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6FC8229B-4674-0008-19A2-95CFCF129583}"/>
                </a:ext>
              </a:extLst>
            </p:cNvPr>
            <p:cNvSpPr txBox="1"/>
            <p:nvPr/>
          </p:nvSpPr>
          <p:spPr>
            <a:xfrm>
              <a:off x="2974427" y="5902480"/>
              <a:ext cx="103698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b="1"/>
                <a:t>Pdiff; tccGuide1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F8316035-8CFB-20B3-9DF7-F852BBD2FDAC}"/>
              </a:ext>
            </a:extLst>
          </p:cNvPr>
          <p:cNvGrpSpPr/>
          <p:nvPr/>
        </p:nvGrpSpPr>
        <p:grpSpPr>
          <a:xfrm>
            <a:off x="6081699" y="3012022"/>
            <a:ext cx="5689213" cy="3314775"/>
            <a:chOff x="6081699" y="3012022"/>
            <a:chExt cx="5689213" cy="3314775"/>
          </a:xfrm>
        </p:grpSpPr>
        <p:pic>
          <p:nvPicPr>
            <p:cNvPr id="132" name="Picture 131">
              <a:extLst>
                <a:ext uri="{FF2B5EF4-FFF2-40B4-BE49-F238E27FC236}">
                  <a16:creationId xmlns:a16="http://schemas.microsoft.com/office/drawing/2014/main" id="{A0852177-8491-2F92-B5F2-EBC6F4E584B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081699" y="3012022"/>
              <a:ext cx="3776326" cy="3314775"/>
            </a:xfrm>
            <a:prstGeom prst="rect">
              <a:avLst/>
            </a:prstGeom>
          </p:spPr>
        </p:pic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756FAAE4-C714-15E1-8C08-213DEE5306FF}"/>
                </a:ext>
              </a:extLst>
            </p:cNvPr>
            <p:cNvSpPr txBox="1"/>
            <p:nvPr/>
          </p:nvSpPr>
          <p:spPr>
            <a:xfrm>
              <a:off x="6342974" y="3253122"/>
              <a:ext cx="26642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0</a:t>
              </a:r>
            </a:p>
          </p:txBody>
        </p:sp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56D647E8-D25B-2249-57F5-FEF03EDFAA26}"/>
                </a:ext>
              </a:extLst>
            </p:cNvPr>
            <p:cNvSpPr txBox="1"/>
            <p:nvPr/>
          </p:nvSpPr>
          <p:spPr>
            <a:xfrm>
              <a:off x="6864807" y="3253120"/>
              <a:ext cx="22153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1</a:t>
              </a:r>
            </a:p>
          </p:txBody>
        </p:sp>
        <p:sp>
          <p:nvSpPr>
            <p:cNvPr id="135" name="TextBox 134">
              <a:extLst>
                <a:ext uri="{FF2B5EF4-FFF2-40B4-BE49-F238E27FC236}">
                  <a16:creationId xmlns:a16="http://schemas.microsoft.com/office/drawing/2014/main" id="{5E7D20EC-A0F6-119C-F72F-E62AAD66BA4C}"/>
                </a:ext>
              </a:extLst>
            </p:cNvPr>
            <p:cNvSpPr txBox="1"/>
            <p:nvPr/>
          </p:nvSpPr>
          <p:spPr>
            <a:xfrm>
              <a:off x="7392773" y="3250230"/>
              <a:ext cx="25680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2</a:t>
              </a:r>
            </a:p>
          </p:txBody>
        </p:sp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3A1722CF-2910-6E23-3F2C-FB86E10D61CC}"/>
                </a:ext>
              </a:extLst>
            </p:cNvPr>
            <p:cNvSpPr txBox="1"/>
            <p:nvPr/>
          </p:nvSpPr>
          <p:spPr>
            <a:xfrm>
              <a:off x="7925633" y="3250229"/>
              <a:ext cx="25840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3</a:t>
              </a:r>
            </a:p>
          </p:txBody>
        </p:sp>
        <p:sp>
          <p:nvSpPr>
            <p:cNvPr id="137" name="TextBox 136">
              <a:extLst>
                <a:ext uri="{FF2B5EF4-FFF2-40B4-BE49-F238E27FC236}">
                  <a16:creationId xmlns:a16="http://schemas.microsoft.com/office/drawing/2014/main" id="{766DC648-00CF-9528-1842-9EFB94CAABCB}"/>
                </a:ext>
              </a:extLst>
            </p:cNvPr>
            <p:cNvSpPr txBox="1"/>
            <p:nvPr/>
          </p:nvSpPr>
          <p:spPr>
            <a:xfrm>
              <a:off x="8501901" y="3250229"/>
              <a:ext cx="26321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4</a:t>
              </a:r>
            </a:p>
          </p:txBody>
        </p: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B26066C7-C118-5619-9120-9498BFC492FF}"/>
                </a:ext>
              </a:extLst>
            </p:cNvPr>
            <p:cNvSpPr txBox="1"/>
            <p:nvPr/>
          </p:nvSpPr>
          <p:spPr>
            <a:xfrm>
              <a:off x="9025693" y="3250869"/>
              <a:ext cx="26000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5</a:t>
              </a:r>
            </a:p>
          </p:txBody>
        </p:sp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370C16B2-F58B-914A-F5D0-72858BC0C5AC}"/>
                </a:ext>
              </a:extLst>
            </p:cNvPr>
            <p:cNvSpPr txBox="1"/>
            <p:nvPr/>
          </p:nvSpPr>
          <p:spPr>
            <a:xfrm>
              <a:off x="9551796" y="3250229"/>
              <a:ext cx="25840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6</a:t>
              </a:r>
            </a:p>
          </p:txBody>
        </p: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2BEE1117-B178-8E7F-962E-36BC2FEE7044}"/>
                </a:ext>
              </a:extLst>
            </p:cNvPr>
            <p:cNvSpPr txBox="1"/>
            <p:nvPr/>
          </p:nvSpPr>
          <p:spPr>
            <a:xfrm>
              <a:off x="6574554" y="3077285"/>
              <a:ext cx="26642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>
                  <a:solidFill>
                    <a:schemeClr val="accent4"/>
                  </a:solidFill>
                </a:rPr>
                <a:t>0</a:t>
              </a:r>
            </a:p>
          </p:txBody>
        </p: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CE90C4D4-D253-A6E5-6D7A-0A553B419FAD}"/>
                </a:ext>
              </a:extLst>
            </p:cNvPr>
            <p:cNvSpPr txBox="1"/>
            <p:nvPr/>
          </p:nvSpPr>
          <p:spPr>
            <a:xfrm>
              <a:off x="7132195" y="3075993"/>
              <a:ext cx="22153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>
                  <a:solidFill>
                    <a:schemeClr val="accent4"/>
                  </a:solidFill>
                </a:rPr>
                <a:t>1</a:t>
              </a:r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B8F00650-D42B-FCCC-3423-B86A5291FE60}"/>
                </a:ext>
              </a:extLst>
            </p:cNvPr>
            <p:cNvSpPr txBox="1"/>
            <p:nvPr/>
          </p:nvSpPr>
          <p:spPr>
            <a:xfrm>
              <a:off x="7670835" y="3075993"/>
              <a:ext cx="25680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>
                  <a:solidFill>
                    <a:schemeClr val="accent4"/>
                  </a:solidFill>
                </a:rPr>
                <a:t>2</a:t>
              </a:r>
            </a:p>
          </p:txBody>
        </p:sp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7AD04BFA-CDFF-1B07-1E96-8B8797F6E485}"/>
                </a:ext>
              </a:extLst>
            </p:cNvPr>
            <p:cNvSpPr txBox="1"/>
            <p:nvPr/>
          </p:nvSpPr>
          <p:spPr>
            <a:xfrm>
              <a:off x="8200347" y="3075993"/>
              <a:ext cx="25840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>
                  <a:solidFill>
                    <a:schemeClr val="accent4"/>
                  </a:solidFill>
                </a:rPr>
                <a:t>3</a:t>
              </a:r>
            </a:p>
          </p:txBody>
        </p:sp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D9CF85A9-B1FE-04E8-A3E4-CF4ECD17D150}"/>
                </a:ext>
              </a:extLst>
            </p:cNvPr>
            <p:cNvSpPr txBox="1"/>
            <p:nvPr/>
          </p:nvSpPr>
          <p:spPr>
            <a:xfrm>
              <a:off x="8734413" y="3075993"/>
              <a:ext cx="26321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>
                  <a:solidFill>
                    <a:schemeClr val="accent4"/>
                  </a:solidFill>
                </a:rPr>
                <a:t>4</a:t>
              </a:r>
            </a:p>
          </p:txBody>
        </p:sp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1BF60887-4741-6430-2016-7CBF52384540}"/>
                </a:ext>
              </a:extLst>
            </p:cNvPr>
            <p:cNvSpPr txBox="1"/>
            <p:nvPr/>
          </p:nvSpPr>
          <p:spPr>
            <a:xfrm>
              <a:off x="9300147" y="3076762"/>
              <a:ext cx="26000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>
                  <a:solidFill>
                    <a:schemeClr val="accent4"/>
                  </a:solidFill>
                </a:rPr>
                <a:t>5</a:t>
              </a:r>
            </a:p>
          </p:txBody>
        </p:sp>
        <p:sp>
          <p:nvSpPr>
            <p:cNvPr id="148" name="TextBox 147">
              <a:extLst>
                <a:ext uri="{FF2B5EF4-FFF2-40B4-BE49-F238E27FC236}">
                  <a16:creationId xmlns:a16="http://schemas.microsoft.com/office/drawing/2014/main" id="{1F5846B6-2EF3-B67F-951C-89F55B16295E}"/>
                </a:ext>
              </a:extLst>
            </p:cNvPr>
            <p:cNvSpPr txBox="1"/>
            <p:nvPr/>
          </p:nvSpPr>
          <p:spPr>
            <a:xfrm>
              <a:off x="6129903" y="5930200"/>
              <a:ext cx="26642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>
                  <a:solidFill>
                    <a:schemeClr val="accent3">
                      <a:lumMod val="40000"/>
                      <a:lumOff val="60000"/>
                    </a:schemeClr>
                  </a:solidFill>
                </a:rPr>
                <a:t>0</a:t>
              </a:r>
            </a:p>
          </p:txBody>
        </p:sp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id="{D764E1C9-859D-3E06-582C-5562ACA55B2F}"/>
                </a:ext>
              </a:extLst>
            </p:cNvPr>
            <p:cNvSpPr txBox="1"/>
            <p:nvPr/>
          </p:nvSpPr>
          <p:spPr>
            <a:xfrm>
              <a:off x="6157949" y="5382336"/>
              <a:ext cx="22153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>
                  <a:solidFill>
                    <a:schemeClr val="accent3">
                      <a:lumMod val="40000"/>
                      <a:lumOff val="60000"/>
                    </a:schemeClr>
                  </a:solidFill>
                </a:rPr>
                <a:t>1</a:t>
              </a:r>
            </a:p>
          </p:txBody>
        </p:sp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75DEA0E6-B775-2278-50CE-AD3F5CA60013}"/>
                </a:ext>
              </a:extLst>
            </p:cNvPr>
            <p:cNvSpPr txBox="1"/>
            <p:nvPr/>
          </p:nvSpPr>
          <p:spPr>
            <a:xfrm>
              <a:off x="6135514" y="4844133"/>
              <a:ext cx="25519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>
                  <a:solidFill>
                    <a:schemeClr val="accent3">
                      <a:lumMod val="40000"/>
                      <a:lumOff val="60000"/>
                    </a:schemeClr>
                  </a:solidFill>
                </a:rPr>
                <a:t>2</a:t>
              </a:r>
            </a:p>
          </p:txBody>
        </p:sp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128CD8F3-2B9F-B805-484D-61708257D1CF}"/>
                </a:ext>
              </a:extLst>
            </p:cNvPr>
            <p:cNvSpPr txBox="1"/>
            <p:nvPr/>
          </p:nvSpPr>
          <p:spPr>
            <a:xfrm>
              <a:off x="6142195" y="3752273"/>
              <a:ext cx="26161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>
                  <a:solidFill>
                    <a:schemeClr val="accent3">
                      <a:lumMod val="40000"/>
                      <a:lumOff val="60000"/>
                    </a:schemeClr>
                  </a:solidFill>
                </a:rPr>
                <a:t>4</a:t>
              </a:r>
            </a:p>
          </p:txBody>
        </p:sp>
        <p:sp>
          <p:nvSpPr>
            <p:cNvPr id="152" name="TextBox 151">
              <a:extLst>
                <a:ext uri="{FF2B5EF4-FFF2-40B4-BE49-F238E27FC236}">
                  <a16:creationId xmlns:a16="http://schemas.microsoft.com/office/drawing/2014/main" id="{26AD59FD-D53E-6983-E176-6D3459D35A2B}"/>
                </a:ext>
              </a:extLst>
            </p:cNvPr>
            <p:cNvSpPr txBox="1"/>
            <p:nvPr/>
          </p:nvSpPr>
          <p:spPr>
            <a:xfrm>
              <a:off x="6142195" y="4298203"/>
              <a:ext cx="25840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>
                  <a:solidFill>
                    <a:schemeClr val="accent3">
                      <a:lumMod val="40000"/>
                      <a:lumOff val="60000"/>
                    </a:schemeClr>
                  </a:solidFill>
                </a:rPr>
                <a:t>3</a:t>
              </a:r>
            </a:p>
          </p:txBody>
        </p:sp>
        <p:sp>
          <p:nvSpPr>
            <p:cNvPr id="153" name="Rectangle 152">
              <a:extLst>
                <a:ext uri="{FF2B5EF4-FFF2-40B4-BE49-F238E27FC236}">
                  <a16:creationId xmlns:a16="http://schemas.microsoft.com/office/drawing/2014/main" id="{1213A1C9-B958-7412-B58D-2DEDDD64D4C4}"/>
                </a:ext>
              </a:extLst>
            </p:cNvPr>
            <p:cNvSpPr/>
            <p:nvPr/>
          </p:nvSpPr>
          <p:spPr>
            <a:xfrm>
              <a:off x="9892134" y="3193389"/>
              <a:ext cx="289839" cy="122105"/>
            </a:xfrm>
            <a:prstGeom prst="rect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4" name="Rectangle 153">
              <a:extLst>
                <a:ext uri="{FF2B5EF4-FFF2-40B4-BE49-F238E27FC236}">
                  <a16:creationId xmlns:a16="http://schemas.microsoft.com/office/drawing/2014/main" id="{FF1F9DA7-E07D-6524-54E7-03246383CF22}"/>
                </a:ext>
              </a:extLst>
            </p:cNvPr>
            <p:cNvSpPr/>
            <p:nvPr/>
          </p:nvSpPr>
          <p:spPr>
            <a:xfrm>
              <a:off x="9892134" y="3491167"/>
              <a:ext cx="289839" cy="122105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5" name="TextBox 154">
              <a:extLst>
                <a:ext uri="{FF2B5EF4-FFF2-40B4-BE49-F238E27FC236}">
                  <a16:creationId xmlns:a16="http://schemas.microsoft.com/office/drawing/2014/main" id="{5FA8F941-5DDE-7248-C2B1-2A81C50CD6B2}"/>
                </a:ext>
              </a:extLst>
            </p:cNvPr>
            <p:cNvSpPr txBox="1"/>
            <p:nvPr/>
          </p:nvSpPr>
          <p:spPr>
            <a:xfrm>
              <a:off x="10175129" y="3128184"/>
              <a:ext cx="103698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b="1"/>
                <a:t>Poly; tccGuide1</a:t>
              </a:r>
            </a:p>
          </p:txBody>
        </p:sp>
        <p:sp>
          <p:nvSpPr>
            <p:cNvPr id="156" name="TextBox 155">
              <a:extLst>
                <a:ext uri="{FF2B5EF4-FFF2-40B4-BE49-F238E27FC236}">
                  <a16:creationId xmlns:a16="http://schemas.microsoft.com/office/drawing/2014/main" id="{D0688979-774D-D929-FF8C-9E6B48ED37C2}"/>
                </a:ext>
              </a:extLst>
            </p:cNvPr>
            <p:cNvSpPr txBox="1"/>
            <p:nvPr/>
          </p:nvSpPr>
          <p:spPr>
            <a:xfrm>
              <a:off x="10175129" y="3434836"/>
              <a:ext cx="132510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b="1"/>
                <a:t>Tcn; tccGuide1</a:t>
              </a:r>
            </a:p>
          </p:txBody>
        </p:sp>
        <p:sp>
          <p:nvSpPr>
            <p:cNvPr id="157" name="Rectangle 156">
              <a:extLst>
                <a:ext uri="{FF2B5EF4-FFF2-40B4-BE49-F238E27FC236}">
                  <a16:creationId xmlns:a16="http://schemas.microsoft.com/office/drawing/2014/main" id="{5C67DA17-14AE-E9FE-5AC9-88649A80E9A4}"/>
                </a:ext>
              </a:extLst>
            </p:cNvPr>
            <p:cNvSpPr/>
            <p:nvPr/>
          </p:nvSpPr>
          <p:spPr>
            <a:xfrm>
              <a:off x="9892134" y="3829137"/>
              <a:ext cx="289839" cy="122105"/>
            </a:xfrm>
            <a:prstGeom prst="rect">
              <a:avLst/>
            </a:prstGeom>
            <a:noFill/>
            <a:ln w="19050">
              <a:solidFill>
                <a:srgbClr val="FFE17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398CFF5D-E9B6-7DB4-73EF-45D17E6765C6}"/>
                </a:ext>
              </a:extLst>
            </p:cNvPr>
            <p:cNvSpPr txBox="1"/>
            <p:nvPr/>
          </p:nvSpPr>
          <p:spPr>
            <a:xfrm>
              <a:off x="10175129" y="3763932"/>
              <a:ext cx="159578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b="1"/>
                <a:t>Poly/Tcn; tccGuide2</a:t>
              </a: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7DB11675-F203-4B09-532C-0A85C8E4BAF7}"/>
              </a:ext>
            </a:extLst>
          </p:cNvPr>
          <p:cNvSpPr txBox="1"/>
          <p:nvPr/>
        </p:nvSpPr>
        <p:spPr>
          <a:xfrm>
            <a:off x="7698142" y="240357"/>
            <a:ext cx="146936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m0 cut guide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E1CF6E0-CABD-B4F9-B8CF-1DB46EE2A3D4}"/>
              </a:ext>
            </a:extLst>
          </p:cNvPr>
          <p:cNvSpPr txBox="1"/>
          <p:nvPr/>
        </p:nvSpPr>
        <p:spPr>
          <a:xfrm>
            <a:off x="5907442" y="1535757"/>
            <a:ext cx="146936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m0 tracks</a:t>
            </a:r>
          </a:p>
        </p:txBody>
      </p:sp>
    </p:spTree>
    <p:extLst>
      <p:ext uri="{BB962C8B-B14F-4D97-AF65-F5344CB8AC3E}">
        <p14:creationId xmlns:p14="http://schemas.microsoft.com/office/powerpoint/2010/main" val="3761892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2E6E5F-E252-A4EA-0171-35633C158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BE41854-5C53-5951-5E77-380DD223453A}"/>
              </a:ext>
            </a:extLst>
          </p:cNvPr>
          <p:cNvSpPr txBox="1">
            <a:spLocks/>
          </p:cNvSpPr>
          <p:nvPr/>
        </p:nvSpPr>
        <p:spPr>
          <a:xfrm>
            <a:off x="0" y="111967"/>
            <a:ext cx="11719249" cy="6270171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IntelOne Display Regular" panose="020B0503020203020204" pitchFamily="34" charset="0"/>
              <a:buChar char="•"/>
              <a:defRPr sz="2800" b="0" i="0" kern="1200">
                <a:solidFill>
                  <a:schemeClr val="tx1"/>
                </a:solidFill>
                <a:latin typeface="IntelOne Text Light" panose="020B0403020203020204" pitchFamily="34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IntelOne Display Regular" panose="020B0503020203020204" pitchFamily="34" charset="0"/>
              <a:buChar char="•"/>
              <a:defRPr sz="2400" b="0" i="0" kern="1200">
                <a:solidFill>
                  <a:schemeClr val="tx1"/>
                </a:solidFill>
                <a:latin typeface="IntelOne Text Light" panose="020B0403020203020204" pitchFamily="34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IntelOne Display Regular" panose="020B0503020203020204" pitchFamily="34" charset="0"/>
              <a:buChar char="•"/>
              <a:defRPr sz="2000" b="0" i="0" kern="1200">
                <a:solidFill>
                  <a:schemeClr val="tx1"/>
                </a:solidFill>
                <a:latin typeface="IntelOne Text Light" panose="020B0403020203020204" pitchFamily="34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IntelOne Display Regular" panose="020B0503020203020204" pitchFamily="34" charset="0"/>
              <a:buChar char="•"/>
              <a:defRPr sz="1800" b="0" i="0" kern="1200">
                <a:solidFill>
                  <a:schemeClr val="tx1"/>
                </a:solidFill>
                <a:latin typeface="IntelOne Text Light" panose="020B0403020203020204" pitchFamily="34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IntelOne Display Regular" panose="020B0503020203020204" pitchFamily="34" charset="0"/>
              <a:buChar char="•"/>
              <a:defRPr sz="1600" b="0" i="0" kern="1200">
                <a:solidFill>
                  <a:schemeClr val="tx1"/>
                </a:solidFill>
                <a:latin typeface="IntelOne Text Light" panose="020B0403020203020204" pitchFamily="34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IntelOne Display Regular" panose="020B0503020203020204" pitchFamily="34" charset="0"/>
              <a:buNone/>
            </a:pPr>
            <a:r>
              <a:rPr lang="en-US" b="1" i="1" u="sng" dirty="0">
                <a:latin typeface="+mj-lt"/>
                <a:ea typeface="+mj-ea"/>
                <a:cs typeface="+mj-cs"/>
              </a:rPr>
              <a:t>Index Pattern Definition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IntelOne Text Light" panose="020B0403020203020204" pitchFamily="34" charset="0"/>
                <a:sym typeface="Wingdings" panose="05000000000000000000" pitchFamily="2" charset="2"/>
              </a:rPr>
              <a:t>Index patterns are used to specify </a:t>
            </a:r>
            <a:r>
              <a:rPr lang="en-US" sz="2400" b="1" dirty="0">
                <a:latin typeface="IntelOne Text Light" panose="020B0403020203020204" pitchFamily="34" charset="0"/>
                <a:sym typeface="Wingdings" panose="05000000000000000000" pitchFamily="2" charset="2"/>
              </a:rPr>
              <a:t>track locations</a:t>
            </a:r>
            <a:r>
              <a:rPr lang="en-US" sz="2400" dirty="0">
                <a:latin typeface="IntelOne Text Light" panose="020B0403020203020204" pitchFamily="34" charset="0"/>
                <a:sym typeface="Wingdings" panose="05000000000000000000" pitchFamily="2" charset="2"/>
              </a:rPr>
              <a:t> for all unit cell inputs. Below is supported syntax.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latin typeface="IntelOne Text Light" panose="020B0403020203020204" pitchFamily="34" charset="0"/>
                <a:sym typeface="Wingdings" panose="05000000000000000000" pitchFamily="2" charset="2"/>
              </a:rPr>
              <a:t>x  single track index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1800" dirty="0">
                <a:latin typeface="IntelOne Text Light" panose="020B0403020203020204" pitchFamily="34" charset="0"/>
                <a:sym typeface="Wingdings" panose="05000000000000000000" pitchFamily="2" charset="2"/>
              </a:rPr>
              <a:t>Example: 5 (track 6</a:t>
            </a:r>
            <a:r>
              <a:rPr lang="en-US" sz="1800" baseline="30000" dirty="0">
                <a:latin typeface="IntelOne Text Light" panose="020B0403020203020204" pitchFamily="34" charset="0"/>
                <a:sym typeface="Wingdings" panose="05000000000000000000" pitchFamily="2" charset="2"/>
              </a:rPr>
              <a:t>th</a:t>
            </a:r>
            <a:r>
              <a:rPr lang="en-US" sz="1800" dirty="0">
                <a:latin typeface="IntelOne Text Light" panose="020B0403020203020204" pitchFamily="34" charset="0"/>
                <a:sym typeface="Wingdings" panose="05000000000000000000" pitchFamily="2" charset="2"/>
              </a:rPr>
              <a:t> line from the bottom or left)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latin typeface="IntelOne Text Light" panose="020B0403020203020204" pitchFamily="34" charset="0"/>
                <a:sym typeface="Wingdings" panose="05000000000000000000" pitchFamily="2" charset="2"/>
              </a:rPr>
              <a:t>x:y  Inclusive range of tracks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1800" dirty="0">
                <a:latin typeface="IntelOne Text Light" panose="020B0403020203020204" pitchFamily="34" charset="0"/>
                <a:sym typeface="Wingdings" panose="05000000000000000000" pitchFamily="2" charset="2"/>
              </a:rPr>
              <a:t>Example: 5:10  indices 5 through 10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latin typeface="IntelOne Text Light" panose="020B0403020203020204" pitchFamily="34" charset="0"/>
                <a:sym typeface="Wingdings" panose="05000000000000000000" pitchFamily="2" charset="2"/>
              </a:rPr>
              <a:t>x:y[z]  Range with step (skip z tracks between occurrences)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1800" dirty="0">
                <a:latin typeface="IntelOne Text Light" panose="020B0403020203020204" pitchFamily="34" charset="0"/>
                <a:sym typeface="Wingdings" panose="05000000000000000000" pitchFamily="2" charset="2"/>
              </a:rPr>
              <a:t>Example: 5:10[1]  indices 5, 7, 9 (6</a:t>
            </a:r>
            <a:r>
              <a:rPr lang="en-US" sz="1800" baseline="30000" dirty="0">
                <a:latin typeface="IntelOne Text Light" panose="020B0403020203020204" pitchFamily="34" charset="0"/>
                <a:sym typeface="Wingdings" panose="05000000000000000000" pitchFamily="2" charset="2"/>
              </a:rPr>
              <a:t>th</a:t>
            </a:r>
            <a:r>
              <a:rPr lang="en-US" sz="1800" dirty="0">
                <a:latin typeface="IntelOne Text Light" panose="020B0403020203020204" pitchFamily="34" charset="0"/>
                <a:sym typeface="Wingdings" panose="05000000000000000000" pitchFamily="2" charset="2"/>
              </a:rPr>
              <a:t>, 8</a:t>
            </a:r>
            <a:r>
              <a:rPr lang="en-US" sz="1800" baseline="30000" dirty="0">
                <a:latin typeface="IntelOne Text Light" panose="020B0403020203020204" pitchFamily="34" charset="0"/>
                <a:sym typeface="Wingdings" panose="05000000000000000000" pitchFamily="2" charset="2"/>
              </a:rPr>
              <a:t>th</a:t>
            </a:r>
            <a:r>
              <a:rPr lang="en-US" sz="1800" dirty="0">
                <a:latin typeface="IntelOne Text Light" panose="020B0403020203020204" pitchFamily="34" charset="0"/>
                <a:sym typeface="Wingdings" panose="05000000000000000000" pitchFamily="2" charset="2"/>
              </a:rPr>
              <a:t>, 10</a:t>
            </a:r>
            <a:r>
              <a:rPr lang="en-US" sz="1800" baseline="30000" dirty="0">
                <a:latin typeface="IntelOne Text Light" panose="020B0403020203020204" pitchFamily="34" charset="0"/>
                <a:sym typeface="Wingdings" panose="05000000000000000000" pitchFamily="2" charset="2"/>
              </a:rPr>
              <a:t>th</a:t>
            </a:r>
            <a:r>
              <a:rPr lang="en-US" sz="1800" dirty="0">
                <a:latin typeface="IntelOne Text Light" panose="020B0403020203020204" pitchFamily="34" charset="0"/>
                <a:sym typeface="Wingdings" panose="05000000000000000000" pitchFamily="2" charset="2"/>
              </a:rPr>
              <a:t> physical tracks)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latin typeface="IntelOne Text Light" panose="020B0403020203020204" pitchFamily="34" charset="0"/>
                <a:sym typeface="Wingdings" panose="05000000000000000000" pitchFamily="2" charset="2"/>
              </a:rPr>
              <a:t>x1/x2/x3  Explicit list of track indices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1800" dirty="0">
                <a:latin typeface="IntelOne Text Light" panose="020B0403020203020204" pitchFamily="34" charset="0"/>
                <a:sym typeface="Wingdings" panose="05000000000000000000" pitchFamily="2" charset="2"/>
              </a:rPr>
              <a:t>Example: 1/3/6  indices 1, 3, 6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latin typeface="IntelOne Text Light" panose="020B0403020203020204" pitchFamily="34" charset="0"/>
                <a:sym typeface="Wingdings" panose="05000000000000000000" pitchFamily="2" charset="2"/>
              </a:rPr>
              <a:t>Multiple patterns  Separate entries using ;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latin typeface="IntelOne Text Light" panose="020B0403020203020204" pitchFamily="34" charset="0"/>
                <a:sym typeface="Wingdings" panose="05000000000000000000" pitchFamily="2" charset="2"/>
              </a:rPr>
              <a:t>Reverse indexing may used within any pattern by applying the </a:t>
            </a:r>
            <a:r>
              <a:rPr lang="en-US" b="1" dirty="0">
                <a:latin typeface="IntelOne Text Light" panose="020B0403020203020204" pitchFamily="34" charset="0"/>
                <a:sym typeface="Wingdings" panose="05000000000000000000" pitchFamily="2" charset="2"/>
              </a:rPr>
              <a:t>r</a:t>
            </a:r>
            <a:r>
              <a:rPr lang="en-US" dirty="0">
                <a:latin typeface="IntelOne Text Light" panose="020B0403020203020204" pitchFamily="34" charset="0"/>
                <a:sym typeface="Wingdings" panose="05000000000000000000" pitchFamily="2" charset="2"/>
              </a:rPr>
              <a:t> suffix.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1800" dirty="0">
                <a:latin typeface="IntelOne Text Light" panose="020B0403020203020204" pitchFamily="34" charset="0"/>
                <a:sym typeface="Wingdings" panose="05000000000000000000" pitchFamily="2" charset="2"/>
              </a:rPr>
              <a:t>Example: r0  always refers to the last available track on the specified layer.</a:t>
            </a:r>
          </a:p>
        </p:txBody>
      </p:sp>
    </p:spTree>
    <p:extLst>
      <p:ext uri="{BB962C8B-B14F-4D97-AF65-F5344CB8AC3E}">
        <p14:creationId xmlns:p14="http://schemas.microsoft.com/office/powerpoint/2010/main" val="1410705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E6188A9B-5CD3-FF14-45C8-C684E9D9C5F5}"/>
              </a:ext>
            </a:extLst>
          </p:cNvPr>
          <p:cNvGrpSpPr>
            <a:grpSpLocks noChangeAspect="1"/>
          </p:cNvGrpSpPr>
          <p:nvPr/>
        </p:nvGrpSpPr>
        <p:grpSpPr>
          <a:xfrm>
            <a:off x="1652257" y="1217099"/>
            <a:ext cx="8827129" cy="5088048"/>
            <a:chOff x="1652257" y="918926"/>
            <a:chExt cx="8827129" cy="5088048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85FB520-8F58-B7F1-3E09-91DF4391CE84}"/>
                </a:ext>
              </a:extLst>
            </p:cNvPr>
            <p:cNvSpPr/>
            <p:nvPr/>
          </p:nvSpPr>
          <p:spPr>
            <a:xfrm>
              <a:off x="1652257" y="918926"/>
              <a:ext cx="8827129" cy="5088048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5F6C5BE-2559-8D24-A623-83C113D08ECD}"/>
                </a:ext>
              </a:extLst>
            </p:cNvPr>
            <p:cNvSpPr/>
            <p:nvPr/>
          </p:nvSpPr>
          <p:spPr>
            <a:xfrm>
              <a:off x="3132499" y="1516455"/>
              <a:ext cx="5866646" cy="3892990"/>
            </a:xfrm>
            <a:prstGeom prst="rect">
              <a:avLst/>
            </a:prstGeom>
            <a:solidFill>
              <a:srgbClr val="B1D27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C5635A30-A7F9-358F-2532-9F229E2E430B}"/>
                </a:ext>
              </a:extLst>
            </p:cNvPr>
            <p:cNvSpPr/>
            <p:nvPr/>
          </p:nvSpPr>
          <p:spPr>
            <a:xfrm>
              <a:off x="4182701" y="2145671"/>
              <a:ext cx="3766242" cy="263455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E513B5A5-7541-0084-3164-9EF9536D598E}"/>
                </a:ext>
              </a:extLst>
            </p:cNvPr>
            <p:cNvCxnSpPr>
              <a:stCxn id="3" idx="0"/>
              <a:endCxn id="3" idx="2"/>
            </p:cNvCxnSpPr>
            <p:nvPr/>
          </p:nvCxnSpPr>
          <p:spPr>
            <a:xfrm>
              <a:off x="6065822" y="2145671"/>
              <a:ext cx="0" cy="2634559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DF5EE3FB-783B-ABE8-02AF-4AA4C14D15CC}"/>
                </a:ext>
              </a:extLst>
            </p:cNvPr>
            <p:cNvCxnSpPr>
              <a:cxnSpLocks/>
              <a:stCxn id="3" idx="1"/>
              <a:endCxn id="3" idx="3"/>
            </p:cNvCxnSpPr>
            <p:nvPr/>
          </p:nvCxnSpPr>
          <p:spPr>
            <a:xfrm>
              <a:off x="4182701" y="3462951"/>
              <a:ext cx="3766242" cy="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999223E6-6491-2B06-2DC8-39F58B40314F}"/>
                </a:ext>
              </a:extLst>
            </p:cNvPr>
            <p:cNvSpPr txBox="1"/>
            <p:nvPr/>
          </p:nvSpPr>
          <p:spPr>
            <a:xfrm>
              <a:off x="4439216" y="3936925"/>
              <a:ext cx="137009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Unit Cell 1.1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F2BA5E2-1157-9E48-92FF-4EE356E4622F}"/>
                </a:ext>
              </a:extLst>
            </p:cNvPr>
            <p:cNvSpPr txBox="1"/>
            <p:nvPr/>
          </p:nvSpPr>
          <p:spPr>
            <a:xfrm>
              <a:off x="6289143" y="3936925"/>
              <a:ext cx="14364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Unit Cell 2.1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41DE3DE-2961-FC94-6CEA-E7CC72B8CCA3}"/>
                </a:ext>
              </a:extLst>
            </p:cNvPr>
            <p:cNvSpPr txBox="1"/>
            <p:nvPr/>
          </p:nvSpPr>
          <p:spPr>
            <a:xfrm>
              <a:off x="4439216" y="2621910"/>
              <a:ext cx="14032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Unit Cell 1.2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CF953C58-B902-89F2-7B21-41ADB3C1BEC1}"/>
                </a:ext>
              </a:extLst>
            </p:cNvPr>
            <p:cNvSpPr txBox="1"/>
            <p:nvPr/>
          </p:nvSpPr>
          <p:spPr>
            <a:xfrm>
              <a:off x="6289142" y="2621910"/>
              <a:ext cx="151494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Unit Cell 2.2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9C60935-B665-053C-E022-07B9BCD81C0A}"/>
                </a:ext>
              </a:extLst>
            </p:cNvPr>
            <p:cNvSpPr txBox="1"/>
            <p:nvPr/>
          </p:nvSpPr>
          <p:spPr>
            <a:xfrm>
              <a:off x="5459240" y="1646397"/>
              <a:ext cx="127653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>
                  <a:solidFill>
                    <a:schemeClr val="bg2"/>
                  </a:solidFill>
                </a:rPr>
                <a:t>Buffer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74B4E451-843B-45DF-7198-68A27456886A}"/>
                </a:ext>
              </a:extLst>
            </p:cNvPr>
            <p:cNvSpPr txBox="1"/>
            <p:nvPr/>
          </p:nvSpPr>
          <p:spPr>
            <a:xfrm>
              <a:off x="5459240" y="1012252"/>
              <a:ext cx="127653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>
                  <a:solidFill>
                    <a:schemeClr val="bg2"/>
                  </a:solidFill>
                </a:rPr>
                <a:t>Castle</a:t>
              </a:r>
            </a:p>
          </p:txBody>
        </p:sp>
      </p:grpSp>
      <p:sp>
        <p:nvSpPr>
          <p:cNvPr id="8" name="Title 1">
            <a:extLst>
              <a:ext uri="{FF2B5EF4-FFF2-40B4-BE49-F238E27FC236}">
                <a16:creationId xmlns:a16="http://schemas.microsoft.com/office/drawing/2014/main" id="{892C9504-EDDE-D8D2-A950-4342170A1E28}"/>
              </a:ext>
            </a:extLst>
          </p:cNvPr>
          <p:cNvSpPr txBox="1">
            <a:spLocks/>
          </p:cNvSpPr>
          <p:nvPr/>
        </p:nvSpPr>
        <p:spPr>
          <a:xfrm>
            <a:off x="381000" y="221694"/>
            <a:ext cx="10972800" cy="1199822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Structure Zones</a:t>
            </a:r>
          </a:p>
        </p:txBody>
      </p:sp>
    </p:spTree>
    <p:extLst>
      <p:ext uri="{BB962C8B-B14F-4D97-AF65-F5344CB8AC3E}">
        <p14:creationId xmlns:p14="http://schemas.microsoft.com/office/powerpoint/2010/main" val="15888597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E2159D52-727A-1912-0703-55B757DA9F0E}"/>
              </a:ext>
            </a:extLst>
          </p:cNvPr>
          <p:cNvGrpSpPr>
            <a:grpSpLocks noChangeAspect="1"/>
          </p:cNvGrpSpPr>
          <p:nvPr/>
        </p:nvGrpSpPr>
        <p:grpSpPr>
          <a:xfrm>
            <a:off x="1076935" y="1091237"/>
            <a:ext cx="9977772" cy="5245385"/>
            <a:chOff x="792178" y="462194"/>
            <a:chExt cx="10547287" cy="5544781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B83756C2-98C8-543A-E51E-1B1C2F98013F}"/>
                </a:ext>
              </a:extLst>
            </p:cNvPr>
            <p:cNvSpPr/>
            <p:nvPr/>
          </p:nvSpPr>
          <p:spPr>
            <a:xfrm>
              <a:off x="792178" y="918927"/>
              <a:ext cx="10547287" cy="5088048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64570B34-EA89-A1B8-1254-FB63F6E7CD7F}"/>
                </a:ext>
              </a:extLst>
            </p:cNvPr>
            <p:cNvSpPr/>
            <p:nvPr/>
          </p:nvSpPr>
          <p:spPr>
            <a:xfrm>
              <a:off x="3132499" y="1516455"/>
              <a:ext cx="5866646" cy="3892990"/>
            </a:xfrm>
            <a:prstGeom prst="rect">
              <a:avLst/>
            </a:prstGeom>
            <a:solidFill>
              <a:srgbClr val="B1D27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D6DF919-C3BA-A6F5-154C-EE10B091D5AD}"/>
                </a:ext>
              </a:extLst>
            </p:cNvPr>
            <p:cNvSpPr/>
            <p:nvPr/>
          </p:nvSpPr>
          <p:spPr>
            <a:xfrm>
              <a:off x="4182701" y="2145671"/>
              <a:ext cx="3766242" cy="263455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578700F4-D27D-BDE3-ABED-9F44B8243B35}"/>
                </a:ext>
              </a:extLst>
            </p:cNvPr>
            <p:cNvCxnSpPr>
              <a:stCxn id="4" idx="0"/>
              <a:endCxn id="4" idx="2"/>
            </p:cNvCxnSpPr>
            <p:nvPr/>
          </p:nvCxnSpPr>
          <p:spPr>
            <a:xfrm>
              <a:off x="6065822" y="2145671"/>
              <a:ext cx="0" cy="2634559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255C2732-2C65-D9FF-EB3E-D84E4FE0E802}"/>
                </a:ext>
              </a:extLst>
            </p:cNvPr>
            <p:cNvCxnSpPr>
              <a:cxnSpLocks/>
              <a:stCxn id="4" idx="1"/>
              <a:endCxn id="4" idx="3"/>
            </p:cNvCxnSpPr>
            <p:nvPr/>
          </p:nvCxnSpPr>
          <p:spPr>
            <a:xfrm>
              <a:off x="4182701" y="3462951"/>
              <a:ext cx="3766242" cy="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2E25DA63-F2F1-E7CB-822F-724F0A788FC0}"/>
                </a:ext>
              </a:extLst>
            </p:cNvPr>
            <p:cNvSpPr/>
            <p:nvPr/>
          </p:nvSpPr>
          <p:spPr>
            <a:xfrm>
              <a:off x="923472" y="5125964"/>
              <a:ext cx="10185130" cy="111991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5D96A7B-0103-A850-8917-A3512305D9E5}"/>
                </a:ext>
              </a:extLst>
            </p:cNvPr>
            <p:cNvSpPr/>
            <p:nvPr/>
          </p:nvSpPr>
          <p:spPr>
            <a:xfrm>
              <a:off x="923472" y="4852360"/>
              <a:ext cx="10185130" cy="111991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E3CBADC2-3508-3AA7-D19E-4D5FE616AB4C}"/>
                </a:ext>
              </a:extLst>
            </p:cNvPr>
            <p:cNvSpPr/>
            <p:nvPr/>
          </p:nvSpPr>
          <p:spPr>
            <a:xfrm>
              <a:off x="923472" y="4571229"/>
              <a:ext cx="10185130" cy="111991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AE9B7502-3952-EB2A-2C84-FC4D0CAACEC0}"/>
                </a:ext>
              </a:extLst>
            </p:cNvPr>
            <p:cNvSpPr/>
            <p:nvPr/>
          </p:nvSpPr>
          <p:spPr>
            <a:xfrm>
              <a:off x="923472" y="4306918"/>
              <a:ext cx="10185130" cy="111991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F04B0C29-D5BB-F173-8EC3-530AE3E5186F}"/>
                </a:ext>
              </a:extLst>
            </p:cNvPr>
            <p:cNvSpPr/>
            <p:nvPr/>
          </p:nvSpPr>
          <p:spPr>
            <a:xfrm>
              <a:off x="923472" y="4033314"/>
              <a:ext cx="10185130" cy="111991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A98A170A-E7C7-3FD3-775A-7C8568280B78}"/>
                </a:ext>
              </a:extLst>
            </p:cNvPr>
            <p:cNvSpPr/>
            <p:nvPr/>
          </p:nvSpPr>
          <p:spPr>
            <a:xfrm>
              <a:off x="923472" y="3752183"/>
              <a:ext cx="10185130" cy="111991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3762BCA8-6B78-2C8D-7B64-349FC66647D3}"/>
                </a:ext>
              </a:extLst>
            </p:cNvPr>
            <p:cNvSpPr/>
            <p:nvPr/>
          </p:nvSpPr>
          <p:spPr>
            <a:xfrm>
              <a:off x="923472" y="3512745"/>
              <a:ext cx="10185130" cy="111991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C7793DB9-D685-CD95-A48F-F90AD5029FFC}"/>
                </a:ext>
              </a:extLst>
            </p:cNvPr>
            <p:cNvSpPr/>
            <p:nvPr/>
          </p:nvSpPr>
          <p:spPr>
            <a:xfrm>
              <a:off x="923472" y="3239141"/>
              <a:ext cx="10185130" cy="111991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BA63FBBC-B9A0-7852-4109-FC30F4778B47}"/>
                </a:ext>
              </a:extLst>
            </p:cNvPr>
            <p:cNvSpPr/>
            <p:nvPr/>
          </p:nvSpPr>
          <p:spPr>
            <a:xfrm>
              <a:off x="923472" y="2958010"/>
              <a:ext cx="10185130" cy="111991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67AEA43A-F08D-8534-4297-2120F7841B79}"/>
                </a:ext>
              </a:extLst>
            </p:cNvPr>
            <p:cNvSpPr/>
            <p:nvPr/>
          </p:nvSpPr>
          <p:spPr>
            <a:xfrm>
              <a:off x="923472" y="2693699"/>
              <a:ext cx="10185130" cy="111991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3C58B3D5-4124-D66B-FE13-B9425EF933E7}"/>
                </a:ext>
              </a:extLst>
            </p:cNvPr>
            <p:cNvSpPr/>
            <p:nvPr/>
          </p:nvSpPr>
          <p:spPr>
            <a:xfrm>
              <a:off x="923472" y="2420095"/>
              <a:ext cx="10185130" cy="111991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ACC929B1-6A2F-D200-3DD3-D21360F587C0}"/>
                </a:ext>
              </a:extLst>
            </p:cNvPr>
            <p:cNvSpPr/>
            <p:nvPr/>
          </p:nvSpPr>
          <p:spPr>
            <a:xfrm>
              <a:off x="923472" y="2138964"/>
              <a:ext cx="10185130" cy="111991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48FA3B1-9D57-7C9E-3F8F-01A60B370E33}"/>
                </a:ext>
              </a:extLst>
            </p:cNvPr>
            <p:cNvSpPr/>
            <p:nvPr/>
          </p:nvSpPr>
          <p:spPr>
            <a:xfrm>
              <a:off x="923472" y="1857049"/>
              <a:ext cx="10185130" cy="111991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1030E78-DF26-D9F1-3AE6-57E8505F9FC4}"/>
                </a:ext>
              </a:extLst>
            </p:cNvPr>
            <p:cNvSpPr/>
            <p:nvPr/>
          </p:nvSpPr>
          <p:spPr>
            <a:xfrm>
              <a:off x="923472" y="1575918"/>
              <a:ext cx="10185130" cy="111991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3E3B161-080C-4934-D860-8C01F6DE9FA7}"/>
                </a:ext>
              </a:extLst>
            </p:cNvPr>
            <p:cNvSpPr/>
            <p:nvPr/>
          </p:nvSpPr>
          <p:spPr>
            <a:xfrm>
              <a:off x="1023042" y="1059255"/>
              <a:ext cx="226337" cy="4680642"/>
            </a:xfrm>
            <a:prstGeom prst="rect">
              <a:avLst/>
            </a:prstGeom>
            <a:noFill/>
            <a:ln w="28575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BC1ECD5-FF19-7EF4-04A7-3232C58B9C58}"/>
                </a:ext>
              </a:extLst>
            </p:cNvPr>
            <p:cNvSpPr/>
            <p:nvPr/>
          </p:nvSpPr>
          <p:spPr>
            <a:xfrm>
              <a:off x="1434974" y="1059255"/>
              <a:ext cx="226337" cy="4680642"/>
            </a:xfrm>
            <a:prstGeom prst="rect">
              <a:avLst/>
            </a:prstGeom>
            <a:noFill/>
            <a:ln w="28575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01ECCA97-D190-4C65-B101-DE9B8726B264}"/>
                </a:ext>
              </a:extLst>
            </p:cNvPr>
            <p:cNvSpPr/>
            <p:nvPr/>
          </p:nvSpPr>
          <p:spPr>
            <a:xfrm>
              <a:off x="1871804" y="1059255"/>
              <a:ext cx="226337" cy="4680642"/>
            </a:xfrm>
            <a:prstGeom prst="rect">
              <a:avLst/>
            </a:prstGeom>
            <a:noFill/>
            <a:ln w="28575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CEC19D4-F2E2-ACFF-AA53-EC73E507095A}"/>
                </a:ext>
              </a:extLst>
            </p:cNvPr>
            <p:cNvSpPr/>
            <p:nvPr/>
          </p:nvSpPr>
          <p:spPr>
            <a:xfrm>
              <a:off x="2310898" y="1059255"/>
              <a:ext cx="226337" cy="4680642"/>
            </a:xfrm>
            <a:prstGeom prst="rect">
              <a:avLst/>
            </a:prstGeom>
            <a:noFill/>
            <a:ln w="28575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C5F99E5A-D890-DC99-43E2-D6DE6B2851EA}"/>
                </a:ext>
              </a:extLst>
            </p:cNvPr>
            <p:cNvSpPr/>
            <p:nvPr/>
          </p:nvSpPr>
          <p:spPr>
            <a:xfrm>
              <a:off x="2700195" y="1059255"/>
              <a:ext cx="226337" cy="4680642"/>
            </a:xfrm>
            <a:prstGeom prst="rect">
              <a:avLst/>
            </a:prstGeom>
            <a:noFill/>
            <a:ln w="28575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CA37684F-8823-9516-7B6F-A3E0CBBC356F}"/>
                </a:ext>
              </a:extLst>
            </p:cNvPr>
            <p:cNvSpPr/>
            <p:nvPr/>
          </p:nvSpPr>
          <p:spPr>
            <a:xfrm>
              <a:off x="9122499" y="1122630"/>
              <a:ext cx="226337" cy="4680642"/>
            </a:xfrm>
            <a:prstGeom prst="rect">
              <a:avLst/>
            </a:prstGeom>
            <a:noFill/>
            <a:ln w="28575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717A1B60-A9C5-6DAC-89F8-F3C09F228E87}"/>
                </a:ext>
              </a:extLst>
            </p:cNvPr>
            <p:cNvSpPr/>
            <p:nvPr/>
          </p:nvSpPr>
          <p:spPr>
            <a:xfrm>
              <a:off x="9534431" y="1122630"/>
              <a:ext cx="226337" cy="4680642"/>
            </a:xfrm>
            <a:prstGeom prst="rect">
              <a:avLst/>
            </a:prstGeom>
            <a:noFill/>
            <a:ln w="28575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4B7D7739-5390-7D4F-01AB-FDF4B639DE76}"/>
                </a:ext>
              </a:extLst>
            </p:cNvPr>
            <p:cNvSpPr/>
            <p:nvPr/>
          </p:nvSpPr>
          <p:spPr>
            <a:xfrm>
              <a:off x="9971261" y="1122630"/>
              <a:ext cx="226337" cy="4680642"/>
            </a:xfrm>
            <a:prstGeom prst="rect">
              <a:avLst/>
            </a:prstGeom>
            <a:noFill/>
            <a:ln w="28575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0537EB3C-E27B-FE3B-3630-3733842DFF0F}"/>
                </a:ext>
              </a:extLst>
            </p:cNvPr>
            <p:cNvSpPr/>
            <p:nvPr/>
          </p:nvSpPr>
          <p:spPr>
            <a:xfrm>
              <a:off x="10410355" y="1122630"/>
              <a:ext cx="226337" cy="4680642"/>
            </a:xfrm>
            <a:prstGeom prst="rect">
              <a:avLst/>
            </a:prstGeom>
            <a:noFill/>
            <a:ln w="28575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C588A51E-2080-318F-C119-60CA5B71A6E8}"/>
                </a:ext>
              </a:extLst>
            </p:cNvPr>
            <p:cNvSpPr/>
            <p:nvPr/>
          </p:nvSpPr>
          <p:spPr>
            <a:xfrm>
              <a:off x="10799652" y="1122630"/>
              <a:ext cx="226337" cy="4680642"/>
            </a:xfrm>
            <a:prstGeom prst="rect">
              <a:avLst/>
            </a:prstGeom>
            <a:noFill/>
            <a:ln w="28575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902B7F7C-D569-196F-06A4-25A06C11DE82}"/>
                </a:ext>
              </a:extLst>
            </p:cNvPr>
            <p:cNvSpPr txBox="1"/>
            <p:nvPr/>
          </p:nvSpPr>
          <p:spPr>
            <a:xfrm>
              <a:off x="4983942" y="462194"/>
              <a:ext cx="2064190" cy="4880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/>
                <a:t>Jumpers</a:t>
              </a:r>
              <a:endParaRPr lang="en-US" b="1"/>
            </a:p>
          </p:txBody>
        </p: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23110096-BC93-9E36-679F-27F9BDCA807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32499" y="744610"/>
              <a:ext cx="2246387" cy="378020"/>
            </a:xfrm>
            <a:prstGeom prst="straightConnector1">
              <a:avLst/>
            </a:prstGeom>
            <a:ln w="19050"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C3B81DF0-B316-99F9-4B22-F27C6B125B32}"/>
                </a:ext>
              </a:extLst>
            </p:cNvPr>
            <p:cNvCxnSpPr>
              <a:cxnSpLocks/>
            </p:cNvCxnSpPr>
            <p:nvPr/>
          </p:nvCxnSpPr>
          <p:spPr>
            <a:xfrm>
              <a:off x="6670145" y="744610"/>
              <a:ext cx="2229430" cy="419477"/>
            </a:xfrm>
            <a:prstGeom prst="straightConnector1">
              <a:avLst/>
            </a:prstGeom>
            <a:ln w="19050"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4BBDA9AE-C4CD-D3A7-9BC0-7431067EBCA5}"/>
                </a:ext>
              </a:extLst>
            </p:cNvPr>
            <p:cNvSpPr/>
            <p:nvPr/>
          </p:nvSpPr>
          <p:spPr>
            <a:xfrm>
              <a:off x="1023042" y="1059255"/>
              <a:ext cx="642795" cy="24958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Pin1</a:t>
              </a: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FF565E81-CEFF-26DD-D72E-70788DED323B}"/>
                </a:ext>
              </a:extLst>
            </p:cNvPr>
            <p:cNvSpPr/>
            <p:nvPr/>
          </p:nvSpPr>
          <p:spPr>
            <a:xfrm>
              <a:off x="2287510" y="5512229"/>
              <a:ext cx="709187" cy="24958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Pin2</a:t>
              </a: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6E59A800-D158-4E26-D6B3-CA28A4312DA3}"/>
                </a:ext>
              </a:extLst>
            </p:cNvPr>
            <p:cNvSpPr/>
            <p:nvPr/>
          </p:nvSpPr>
          <p:spPr>
            <a:xfrm>
              <a:off x="10368859" y="1103438"/>
              <a:ext cx="709187" cy="24958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Pin4</a:t>
              </a: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5C030B2C-6A3C-D2CB-3DAA-A0FDF5CA4F0E}"/>
                </a:ext>
              </a:extLst>
            </p:cNvPr>
            <p:cNvSpPr/>
            <p:nvPr/>
          </p:nvSpPr>
          <p:spPr>
            <a:xfrm>
              <a:off x="9102318" y="5602192"/>
              <a:ext cx="709187" cy="24958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Pin3</a:t>
              </a: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460ED9D1-177A-62C9-63CD-63EA7950DA07}"/>
                </a:ext>
              </a:extLst>
            </p:cNvPr>
            <p:cNvSpPr/>
            <p:nvPr/>
          </p:nvSpPr>
          <p:spPr>
            <a:xfrm>
              <a:off x="4508626" y="4306918"/>
              <a:ext cx="199176" cy="11199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3C74D7FD-7C6B-C2F2-94C2-B328CB97869B}"/>
                </a:ext>
              </a:extLst>
            </p:cNvPr>
            <p:cNvSpPr/>
            <p:nvPr/>
          </p:nvSpPr>
          <p:spPr>
            <a:xfrm>
              <a:off x="5035990" y="4034192"/>
              <a:ext cx="199176" cy="11199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B4FC45F8-0F0A-EFBC-6645-2A0132B93BEC}"/>
                </a:ext>
              </a:extLst>
            </p:cNvPr>
            <p:cNvSpPr/>
            <p:nvPr/>
          </p:nvSpPr>
          <p:spPr>
            <a:xfrm>
              <a:off x="5508470" y="3744162"/>
              <a:ext cx="199176" cy="11199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5911F3FF-8D0A-E9BE-620A-C7175C524B72}"/>
                </a:ext>
              </a:extLst>
            </p:cNvPr>
            <p:cNvSpPr/>
            <p:nvPr/>
          </p:nvSpPr>
          <p:spPr>
            <a:xfrm>
              <a:off x="4745998" y="3741601"/>
              <a:ext cx="199176" cy="11199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93DE4D90-47FA-0DA3-044A-6434E1B4792C}"/>
                </a:ext>
              </a:extLst>
            </p:cNvPr>
            <p:cNvSpPr/>
            <p:nvPr/>
          </p:nvSpPr>
          <p:spPr>
            <a:xfrm>
              <a:off x="6411266" y="4314939"/>
              <a:ext cx="199176" cy="11199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74D0C169-BFBF-E4BA-451B-AC22776A87F0}"/>
                </a:ext>
              </a:extLst>
            </p:cNvPr>
            <p:cNvSpPr/>
            <p:nvPr/>
          </p:nvSpPr>
          <p:spPr>
            <a:xfrm>
              <a:off x="6938630" y="4042213"/>
              <a:ext cx="199176" cy="11199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262A7FE9-5B7A-C32F-BE45-DD0D8B3CBE2B}"/>
                </a:ext>
              </a:extLst>
            </p:cNvPr>
            <p:cNvSpPr/>
            <p:nvPr/>
          </p:nvSpPr>
          <p:spPr>
            <a:xfrm>
              <a:off x="7411110" y="3752183"/>
              <a:ext cx="199176" cy="11199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970AF16F-D2C8-B5D2-173C-CB81EB521893}"/>
                </a:ext>
              </a:extLst>
            </p:cNvPr>
            <p:cNvSpPr/>
            <p:nvPr/>
          </p:nvSpPr>
          <p:spPr>
            <a:xfrm>
              <a:off x="6648638" y="3749622"/>
              <a:ext cx="199176" cy="11199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385520F1-B10C-3357-E95E-81BB46138EC4}"/>
                </a:ext>
              </a:extLst>
            </p:cNvPr>
            <p:cNvSpPr/>
            <p:nvPr/>
          </p:nvSpPr>
          <p:spPr>
            <a:xfrm>
              <a:off x="4473685" y="2966425"/>
              <a:ext cx="199176" cy="11199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3D0D2B4F-4A32-32FE-567D-5FAE6F602186}"/>
                </a:ext>
              </a:extLst>
            </p:cNvPr>
            <p:cNvSpPr/>
            <p:nvPr/>
          </p:nvSpPr>
          <p:spPr>
            <a:xfrm>
              <a:off x="5001049" y="2693699"/>
              <a:ext cx="199176" cy="11199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D43F7BE9-961F-76C5-31CC-1469D0263527}"/>
                </a:ext>
              </a:extLst>
            </p:cNvPr>
            <p:cNvSpPr/>
            <p:nvPr/>
          </p:nvSpPr>
          <p:spPr>
            <a:xfrm>
              <a:off x="5473529" y="2403669"/>
              <a:ext cx="199176" cy="11199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C98CE6B5-0B36-8D91-9779-E6213CFBDC5E}"/>
                </a:ext>
              </a:extLst>
            </p:cNvPr>
            <p:cNvSpPr/>
            <p:nvPr/>
          </p:nvSpPr>
          <p:spPr>
            <a:xfrm>
              <a:off x="4711057" y="2401108"/>
              <a:ext cx="199176" cy="11199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315829DC-0360-7865-AE1A-7DCE7149E74C}"/>
                </a:ext>
              </a:extLst>
            </p:cNvPr>
            <p:cNvSpPr/>
            <p:nvPr/>
          </p:nvSpPr>
          <p:spPr>
            <a:xfrm>
              <a:off x="6376325" y="2974446"/>
              <a:ext cx="199176" cy="11199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CDF7FABC-0276-06F0-7CC2-B7CE4EF43D0F}"/>
                </a:ext>
              </a:extLst>
            </p:cNvPr>
            <p:cNvSpPr/>
            <p:nvPr/>
          </p:nvSpPr>
          <p:spPr>
            <a:xfrm>
              <a:off x="6903689" y="2701720"/>
              <a:ext cx="199176" cy="11199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6E28267B-28F3-C380-BBA9-79A7D5433605}"/>
                </a:ext>
              </a:extLst>
            </p:cNvPr>
            <p:cNvSpPr/>
            <p:nvPr/>
          </p:nvSpPr>
          <p:spPr>
            <a:xfrm>
              <a:off x="7376169" y="2411690"/>
              <a:ext cx="199176" cy="11199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7487F1D9-0EEC-FB9B-5DFC-ED08EFA8BE93}"/>
                </a:ext>
              </a:extLst>
            </p:cNvPr>
            <p:cNvSpPr/>
            <p:nvPr/>
          </p:nvSpPr>
          <p:spPr>
            <a:xfrm>
              <a:off x="6613697" y="2409129"/>
              <a:ext cx="199176" cy="11199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70E67C3E-9B7E-AA19-80B0-A985884D45F9}"/>
                </a:ext>
              </a:extLst>
            </p:cNvPr>
            <p:cNvSpPr txBox="1"/>
            <p:nvPr/>
          </p:nvSpPr>
          <p:spPr>
            <a:xfrm>
              <a:off x="5027503" y="1102467"/>
              <a:ext cx="2064190" cy="42294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err="1">
                  <a:solidFill>
                    <a:schemeClr val="bg2"/>
                  </a:solidFill>
                </a:rPr>
                <a:t>Vcx</a:t>
              </a:r>
              <a:r>
                <a:rPr lang="en-US" sz="2000" b="1">
                  <a:solidFill>
                    <a:schemeClr val="bg2"/>
                  </a:solidFill>
                </a:rPr>
                <a:t> Shapes</a:t>
              </a:r>
            </a:p>
          </p:txBody>
        </p:sp>
        <p:cxnSp>
          <p:nvCxnSpPr>
            <p:cNvPr id="64" name="Straight Arrow Connector 63">
              <a:extLst>
                <a:ext uri="{FF2B5EF4-FFF2-40B4-BE49-F238E27FC236}">
                  <a16:creationId xmlns:a16="http://schemas.microsoft.com/office/drawing/2014/main" id="{512974DD-95CE-E9A0-3E4A-A2788C6F5563}"/>
                </a:ext>
              </a:extLst>
            </p:cNvPr>
            <p:cNvCxnSpPr>
              <a:cxnSpLocks/>
              <a:endCxn id="61" idx="0"/>
            </p:cNvCxnSpPr>
            <p:nvPr/>
          </p:nvCxnSpPr>
          <p:spPr>
            <a:xfrm>
              <a:off x="6837358" y="1414305"/>
              <a:ext cx="638399" cy="997385"/>
            </a:xfrm>
            <a:prstGeom prst="straightConnector1">
              <a:avLst/>
            </a:prstGeom>
            <a:ln w="19050">
              <a:solidFill>
                <a:srgbClr val="86B3CA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Arrow Connector 66">
              <a:extLst>
                <a:ext uri="{FF2B5EF4-FFF2-40B4-BE49-F238E27FC236}">
                  <a16:creationId xmlns:a16="http://schemas.microsoft.com/office/drawing/2014/main" id="{A5AC218F-06AE-4618-2600-557A2378D1BC}"/>
                </a:ext>
              </a:extLst>
            </p:cNvPr>
            <p:cNvCxnSpPr>
              <a:cxnSpLocks/>
            </p:cNvCxnSpPr>
            <p:nvPr/>
          </p:nvCxnSpPr>
          <p:spPr>
            <a:xfrm>
              <a:off x="6606495" y="1466662"/>
              <a:ext cx="357038" cy="1207162"/>
            </a:xfrm>
            <a:prstGeom prst="straightConnector1">
              <a:avLst/>
            </a:prstGeom>
            <a:ln w="19050">
              <a:solidFill>
                <a:srgbClr val="86B3CA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Arrow Connector 69">
              <a:extLst>
                <a:ext uri="{FF2B5EF4-FFF2-40B4-BE49-F238E27FC236}">
                  <a16:creationId xmlns:a16="http://schemas.microsoft.com/office/drawing/2014/main" id="{B531B98A-0487-E4A3-BC31-8AF514748B65}"/>
                </a:ext>
              </a:extLst>
            </p:cNvPr>
            <p:cNvCxnSpPr>
              <a:cxnSpLocks/>
            </p:cNvCxnSpPr>
            <p:nvPr/>
          </p:nvCxnSpPr>
          <p:spPr>
            <a:xfrm>
              <a:off x="6428102" y="1478908"/>
              <a:ext cx="196499" cy="881572"/>
            </a:xfrm>
            <a:prstGeom prst="straightConnector1">
              <a:avLst/>
            </a:prstGeom>
            <a:ln w="19050">
              <a:solidFill>
                <a:srgbClr val="86B3CA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Arrow Connector 72">
              <a:extLst>
                <a:ext uri="{FF2B5EF4-FFF2-40B4-BE49-F238E27FC236}">
                  <a16:creationId xmlns:a16="http://schemas.microsoft.com/office/drawing/2014/main" id="{5E5E8EF1-1BF4-CF8E-5C4D-FA09A4A66E8B}"/>
                </a:ext>
              </a:extLst>
            </p:cNvPr>
            <p:cNvCxnSpPr>
              <a:cxnSpLocks/>
            </p:cNvCxnSpPr>
            <p:nvPr/>
          </p:nvCxnSpPr>
          <p:spPr>
            <a:xfrm>
              <a:off x="6204166" y="1492812"/>
              <a:ext cx="231068" cy="1437750"/>
            </a:xfrm>
            <a:prstGeom prst="straightConnector1">
              <a:avLst/>
            </a:prstGeom>
            <a:ln w="19050">
              <a:solidFill>
                <a:srgbClr val="86B3CA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93189B54-BC25-113A-5D01-5B882981A7BD}"/>
                </a:ext>
              </a:extLst>
            </p:cNvPr>
            <p:cNvSpPr/>
            <p:nvPr/>
          </p:nvSpPr>
          <p:spPr>
            <a:xfrm>
              <a:off x="9156450" y="4312492"/>
              <a:ext cx="199176" cy="11199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1A8FF1AE-44E6-C3CB-DC33-40952DE3920B}"/>
                </a:ext>
              </a:extLst>
            </p:cNvPr>
            <p:cNvSpPr/>
            <p:nvPr/>
          </p:nvSpPr>
          <p:spPr>
            <a:xfrm>
              <a:off x="9558197" y="4039729"/>
              <a:ext cx="199176" cy="11199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D48BCE00-ACF7-32A7-0D3B-A6AECC92C1C3}"/>
                </a:ext>
              </a:extLst>
            </p:cNvPr>
            <p:cNvSpPr/>
            <p:nvPr/>
          </p:nvSpPr>
          <p:spPr>
            <a:xfrm>
              <a:off x="10453359" y="3776994"/>
              <a:ext cx="199176" cy="11199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94BFF13C-573D-43BB-A7D2-8993DFEBF818}"/>
                </a:ext>
              </a:extLst>
            </p:cNvPr>
            <p:cNvSpPr/>
            <p:nvPr/>
          </p:nvSpPr>
          <p:spPr>
            <a:xfrm>
              <a:off x="10820024" y="3776994"/>
              <a:ext cx="199176" cy="11199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0DD39EBD-73F7-61B9-8683-B885A3BB28BA}"/>
                </a:ext>
              </a:extLst>
            </p:cNvPr>
            <p:cNvSpPr/>
            <p:nvPr/>
          </p:nvSpPr>
          <p:spPr>
            <a:xfrm>
              <a:off x="9137633" y="2952415"/>
              <a:ext cx="199176" cy="11199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11EFFB5F-B5A3-8CCA-CDA9-97645D2ABADB}"/>
                </a:ext>
              </a:extLst>
            </p:cNvPr>
            <p:cNvSpPr/>
            <p:nvPr/>
          </p:nvSpPr>
          <p:spPr>
            <a:xfrm>
              <a:off x="9539380" y="2679652"/>
              <a:ext cx="199176" cy="11199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E7B43AD7-45BB-F2BC-E019-8E40F66FE98C}"/>
                </a:ext>
              </a:extLst>
            </p:cNvPr>
            <p:cNvSpPr/>
            <p:nvPr/>
          </p:nvSpPr>
          <p:spPr>
            <a:xfrm>
              <a:off x="10434542" y="2416917"/>
              <a:ext cx="199176" cy="11199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9A4AE3B9-8476-A273-462E-B282650ECE50}"/>
                </a:ext>
              </a:extLst>
            </p:cNvPr>
            <p:cNvSpPr/>
            <p:nvPr/>
          </p:nvSpPr>
          <p:spPr>
            <a:xfrm>
              <a:off x="10801207" y="2416917"/>
              <a:ext cx="199176" cy="11199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8EB4327E-A60E-BDC9-B524-C6703F00D8B8}"/>
                </a:ext>
              </a:extLst>
            </p:cNvPr>
            <p:cNvSpPr/>
            <p:nvPr/>
          </p:nvSpPr>
          <p:spPr>
            <a:xfrm>
              <a:off x="1092927" y="3791138"/>
              <a:ext cx="199176" cy="11199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EE989C2F-8631-62B0-087A-ACD56D40C877}"/>
                </a:ext>
              </a:extLst>
            </p:cNvPr>
            <p:cNvSpPr/>
            <p:nvPr/>
          </p:nvSpPr>
          <p:spPr>
            <a:xfrm>
              <a:off x="1459592" y="3791138"/>
              <a:ext cx="199176" cy="11199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8804339C-3551-52BB-07CB-FCE3AF29B0DD}"/>
                </a:ext>
              </a:extLst>
            </p:cNvPr>
            <p:cNvSpPr/>
            <p:nvPr/>
          </p:nvSpPr>
          <p:spPr>
            <a:xfrm>
              <a:off x="1074110" y="2431061"/>
              <a:ext cx="199176" cy="11199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9A8F2BFD-4B4A-237F-115F-2C22527E1B8E}"/>
                </a:ext>
              </a:extLst>
            </p:cNvPr>
            <p:cNvSpPr/>
            <p:nvPr/>
          </p:nvSpPr>
          <p:spPr>
            <a:xfrm>
              <a:off x="1440775" y="2431061"/>
              <a:ext cx="199176" cy="11199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B9D3EF26-F356-6F38-2291-0149A8C4A1F5}"/>
                </a:ext>
              </a:extLst>
            </p:cNvPr>
            <p:cNvSpPr/>
            <p:nvPr/>
          </p:nvSpPr>
          <p:spPr>
            <a:xfrm>
              <a:off x="2328084" y="4310230"/>
              <a:ext cx="199176" cy="11199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65BB1765-4C05-77F2-5A50-38F3074F7DFD}"/>
                </a:ext>
              </a:extLst>
            </p:cNvPr>
            <p:cNvSpPr/>
            <p:nvPr/>
          </p:nvSpPr>
          <p:spPr>
            <a:xfrm>
              <a:off x="2729831" y="4037467"/>
              <a:ext cx="199176" cy="11199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7A0DF965-89AB-3BF9-B9FC-953C5D79E1A9}"/>
                </a:ext>
              </a:extLst>
            </p:cNvPr>
            <p:cNvSpPr/>
            <p:nvPr/>
          </p:nvSpPr>
          <p:spPr>
            <a:xfrm>
              <a:off x="2309267" y="2950153"/>
              <a:ext cx="199176" cy="11199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F397743D-45C3-9DEA-C0F4-70C2DE065EEC}"/>
                </a:ext>
              </a:extLst>
            </p:cNvPr>
            <p:cNvSpPr/>
            <p:nvPr/>
          </p:nvSpPr>
          <p:spPr>
            <a:xfrm>
              <a:off x="2711014" y="2677390"/>
              <a:ext cx="199176" cy="11199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" name="Title 1">
            <a:extLst>
              <a:ext uri="{FF2B5EF4-FFF2-40B4-BE49-F238E27FC236}">
                <a16:creationId xmlns:a16="http://schemas.microsoft.com/office/drawing/2014/main" id="{C0EE2E07-0694-0F93-C962-BA2DBCD84784}"/>
              </a:ext>
            </a:extLst>
          </p:cNvPr>
          <p:cNvSpPr txBox="1">
            <a:spLocks/>
          </p:cNvSpPr>
          <p:nvPr/>
        </p:nvSpPr>
        <p:spPr>
          <a:xfrm>
            <a:off x="381000" y="221694"/>
            <a:ext cx="10972800" cy="1199822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Routing Construction</a:t>
            </a:r>
          </a:p>
        </p:txBody>
      </p:sp>
    </p:spTree>
    <p:extLst>
      <p:ext uri="{BB962C8B-B14F-4D97-AF65-F5344CB8AC3E}">
        <p14:creationId xmlns:p14="http://schemas.microsoft.com/office/powerpoint/2010/main" val="27829001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1900D496-F681-69D0-0974-A213E8C9DA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829089"/>
            <a:ext cx="10972800" cy="1199822"/>
          </a:xfrm>
        </p:spPr>
        <p:txBody>
          <a:bodyPr>
            <a:normAutofit/>
          </a:bodyPr>
          <a:lstStyle/>
          <a:p>
            <a:pPr algn="ctr"/>
            <a:r>
              <a:rPr lang="en-US" sz="5400"/>
              <a:t>INPUT PARAMETERS</a:t>
            </a:r>
          </a:p>
        </p:txBody>
      </p:sp>
    </p:spTree>
    <p:extLst>
      <p:ext uri="{BB962C8B-B14F-4D97-AF65-F5344CB8AC3E}">
        <p14:creationId xmlns:p14="http://schemas.microsoft.com/office/powerpoint/2010/main" val="38115400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411FD70-29DB-651A-3BE6-C40234D86E17}"/>
              </a:ext>
            </a:extLst>
          </p:cNvPr>
          <p:cNvSpPr txBox="1">
            <a:spLocks/>
          </p:cNvSpPr>
          <p:nvPr/>
        </p:nvSpPr>
        <p:spPr>
          <a:xfrm>
            <a:off x="0" y="111967"/>
            <a:ext cx="11719249" cy="6270171"/>
          </a:xfrm>
          <a:prstGeom prst="rect">
            <a:avLst/>
          </a:prstGeom>
        </p:spPr>
        <p:txBody>
          <a:bodyPr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IntelOne Display Regular" panose="020B0503020203020204" pitchFamily="34" charset="0"/>
              <a:buChar char="•"/>
              <a:defRPr sz="2800" b="0" i="0" kern="1200">
                <a:solidFill>
                  <a:schemeClr val="tx1"/>
                </a:solidFill>
                <a:latin typeface="IntelOne Text Light" panose="020B0403020203020204" pitchFamily="34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IntelOne Display Regular" panose="020B0503020203020204" pitchFamily="34" charset="0"/>
              <a:buChar char="•"/>
              <a:defRPr sz="2400" b="0" i="0" kern="1200">
                <a:solidFill>
                  <a:schemeClr val="tx1"/>
                </a:solidFill>
                <a:latin typeface="IntelOne Text Light" panose="020B0403020203020204" pitchFamily="34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IntelOne Display Regular" panose="020B0503020203020204" pitchFamily="34" charset="0"/>
              <a:buChar char="•"/>
              <a:defRPr sz="2000" b="0" i="0" kern="1200">
                <a:solidFill>
                  <a:schemeClr val="tx1"/>
                </a:solidFill>
                <a:latin typeface="IntelOne Text Light" panose="020B0403020203020204" pitchFamily="34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IntelOne Display Regular" panose="020B0503020203020204" pitchFamily="34" charset="0"/>
              <a:buChar char="•"/>
              <a:defRPr sz="1800" b="0" i="0" kern="1200">
                <a:solidFill>
                  <a:schemeClr val="tx1"/>
                </a:solidFill>
                <a:latin typeface="IntelOne Text Light" panose="020B0403020203020204" pitchFamily="34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IntelOne Display Regular" panose="020B0503020203020204" pitchFamily="34" charset="0"/>
              <a:buChar char="•"/>
              <a:defRPr sz="1600" b="0" i="0" kern="1200">
                <a:solidFill>
                  <a:schemeClr val="tx1"/>
                </a:solidFill>
                <a:latin typeface="IntelOne Text Light" panose="020B0403020203020204" pitchFamily="34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IntelOne Display Regular" panose="020B0503020203020204" pitchFamily="34" charset="0"/>
              <a:buNone/>
            </a:pPr>
            <a:r>
              <a:rPr lang="en-US" b="1" i="1" u="sng" dirty="0">
                <a:latin typeface="+mj-lt"/>
                <a:ea typeface="+mj-ea"/>
                <a:cs typeface="+mj-cs"/>
              </a:rPr>
              <a:t>Unit Cell and Array Setup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i="1" dirty="0" err="1">
                <a:latin typeface="IntelOne Text Light" panose="020B0403020203020204" pitchFamily="34" charset="0"/>
                <a:cs typeface="IntelOne Display AR Bold" panose="020B0803020203020204" pitchFamily="34" charset="-78"/>
              </a:rPr>
              <a:t>CellHeight</a:t>
            </a:r>
            <a:r>
              <a:rPr lang="en-US" sz="2000" dirty="0">
                <a:latin typeface="IntelOne Text Light" panose="020B0403020203020204" pitchFamily="34" charset="0"/>
              </a:rPr>
              <a:t> (s</a:t>
            </a:r>
            <a:r>
              <a:rPr lang="en-US" sz="2000" dirty="0">
                <a:latin typeface="IntelOne Text Light" panose="020B0403020203020204" pitchFamily="34" charset="0"/>
                <a:sym typeface="Wingdings" panose="05000000000000000000" pitchFamily="2" charset="2"/>
              </a:rPr>
              <a:t>tring)  </a:t>
            </a:r>
            <a:r>
              <a:rPr lang="en-US" sz="2000" dirty="0">
                <a:latin typeface="IntelOne Text Light" panose="020B0403020203020204" pitchFamily="34" charset="0"/>
              </a:rPr>
              <a:t>Cell height of the structure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>
                <a:latin typeface="IntelOne Text Light" panose="020B0403020203020204" pitchFamily="34" charset="0"/>
                <a:sym typeface="Wingdings" panose="05000000000000000000" pitchFamily="2" charset="2"/>
              </a:rPr>
              <a:t>Legal Values: ch110, ch132, ch165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>
                <a:latin typeface="IntelOne Text Light" panose="020B0403020203020204" pitchFamily="34" charset="0"/>
                <a:sym typeface="Wingdings" panose="05000000000000000000" pitchFamily="2" charset="2"/>
              </a:rPr>
              <a:t>Example: “ch110”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i="1" dirty="0" err="1">
                <a:latin typeface="IntelOne Text Light" panose="020B0403020203020204" pitchFamily="34" charset="0"/>
                <a:cs typeface="IntelOne Display AR Bold" panose="020B0803020203020204" pitchFamily="34" charset="-78"/>
              </a:rPr>
              <a:t>PolyPitch</a:t>
            </a:r>
            <a:r>
              <a:rPr lang="en-US" sz="2000" b="1" dirty="0">
                <a:latin typeface="IntelOne Text Light" panose="020B0403020203020204" pitchFamily="34" charset="0"/>
              </a:rPr>
              <a:t> </a:t>
            </a:r>
            <a:r>
              <a:rPr lang="en-US" sz="2000" dirty="0">
                <a:latin typeface="IntelOne Text Light" panose="020B0403020203020204" pitchFamily="34" charset="0"/>
              </a:rPr>
              <a:t>(s</a:t>
            </a:r>
            <a:r>
              <a:rPr lang="en-US" sz="2000" dirty="0">
                <a:latin typeface="IntelOne Text Light" panose="020B0403020203020204" pitchFamily="34" charset="0"/>
                <a:sym typeface="Wingdings" panose="05000000000000000000" pitchFamily="2" charset="2"/>
              </a:rPr>
              <a:t>tring)  </a:t>
            </a:r>
            <a:r>
              <a:rPr lang="en-US" sz="2000" dirty="0">
                <a:latin typeface="IntelOne Text Light" panose="020B0403020203020204" pitchFamily="34" charset="0"/>
              </a:rPr>
              <a:t>Poly pitch of the structure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>
                <a:latin typeface="IntelOne Text Light" panose="020B0403020203020204" pitchFamily="34" charset="0"/>
              </a:rPr>
              <a:t>Legal Values: pp44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>
                <a:latin typeface="IntelOne Text Light" panose="020B0403020203020204" pitchFamily="34" charset="0"/>
                <a:sym typeface="Wingdings" panose="05000000000000000000" pitchFamily="2" charset="2"/>
              </a:rPr>
              <a:t>Example: “pp44”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i="1" dirty="0" err="1">
                <a:latin typeface="IntelOne Text Light" panose="020B0403020203020204" pitchFamily="34" charset="0"/>
              </a:rPr>
              <a:t>UnitCellSizeOgd</a:t>
            </a:r>
            <a:r>
              <a:rPr lang="en-US" sz="2000" b="1" i="1" dirty="0">
                <a:latin typeface="IntelOne Text Light" panose="020B0403020203020204" pitchFamily="34" charset="0"/>
              </a:rPr>
              <a:t>/</a:t>
            </a:r>
            <a:r>
              <a:rPr lang="en-US" sz="2000" b="1" i="1" dirty="0" err="1">
                <a:latin typeface="IntelOne Text Light" panose="020B0403020203020204" pitchFamily="34" charset="0"/>
              </a:rPr>
              <a:t>UnitCellSizePgd</a:t>
            </a:r>
            <a:r>
              <a:rPr lang="en-US" sz="2000" dirty="0">
                <a:latin typeface="IntelOne Text Light" panose="020B0403020203020204" pitchFamily="34" charset="0"/>
              </a:rPr>
              <a:t> (int)</a:t>
            </a:r>
            <a:r>
              <a:rPr lang="en-US" sz="2000" dirty="0">
                <a:latin typeface="IntelOne Text Light" panose="020B0403020203020204" pitchFamily="34" charset="0"/>
                <a:sym typeface="Wingdings" panose="05000000000000000000" pitchFamily="2" charset="2"/>
              </a:rPr>
              <a:t> </a:t>
            </a:r>
            <a:r>
              <a:rPr lang="en-US" sz="2000" dirty="0">
                <a:latin typeface="IntelOne Text Light" panose="020B0403020203020204" pitchFamily="34" charset="0"/>
              </a:rPr>
              <a:t> Number of poly pitches or cell heights in each unit cell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>
                <a:latin typeface="IntelOne Text Light" panose="020B0403020203020204" pitchFamily="34" charset="0"/>
              </a:rPr>
              <a:t>Example: 10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i="1" dirty="0" err="1">
                <a:latin typeface="IntelOne Text Light" panose="020B0403020203020204" pitchFamily="34" charset="0"/>
              </a:rPr>
              <a:t>ArraySizeOgd</a:t>
            </a:r>
            <a:r>
              <a:rPr lang="en-US" sz="2000" b="1" i="1" dirty="0">
                <a:latin typeface="IntelOne Text Light" panose="020B0403020203020204" pitchFamily="34" charset="0"/>
              </a:rPr>
              <a:t>/</a:t>
            </a:r>
            <a:r>
              <a:rPr lang="en-US" sz="2000" b="1" i="1" dirty="0" err="1">
                <a:latin typeface="IntelOne Text Light" panose="020B0403020203020204" pitchFamily="34" charset="0"/>
              </a:rPr>
              <a:t>ArraySizePgd</a:t>
            </a:r>
            <a:r>
              <a:rPr lang="en-US" sz="2000" i="1" dirty="0">
                <a:latin typeface="IntelOne Text Light" panose="020B0403020203020204" pitchFamily="34" charset="0"/>
              </a:rPr>
              <a:t> </a:t>
            </a:r>
            <a:r>
              <a:rPr lang="en-US" sz="2000" dirty="0">
                <a:latin typeface="IntelOne Text Light" panose="020B0403020203020204" pitchFamily="34" charset="0"/>
              </a:rPr>
              <a:t>(int)</a:t>
            </a:r>
            <a:r>
              <a:rPr lang="en-US" sz="2000" dirty="0">
                <a:latin typeface="IntelOne Text Light" panose="020B0403020203020204" pitchFamily="34" charset="0"/>
                <a:sym typeface="Wingdings" panose="05000000000000000000" pitchFamily="2" charset="2"/>
              </a:rPr>
              <a:t> </a:t>
            </a:r>
            <a:r>
              <a:rPr lang="en-US" sz="2000" dirty="0">
                <a:latin typeface="IntelOne Text Light" panose="020B0403020203020204" pitchFamily="34" charset="0"/>
              </a:rPr>
              <a:t> Number of arrays in the OGD/PGD direction.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>
                <a:latin typeface="IntelOne Text Light" panose="020B0403020203020204" pitchFamily="34" charset="0"/>
              </a:rPr>
              <a:t>Example: 2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i="1" dirty="0" err="1">
                <a:latin typeface="IntelOne Text Light" panose="020B0403020203020204" pitchFamily="34" charset="0"/>
              </a:rPr>
              <a:t>BufferSizeL</a:t>
            </a:r>
            <a:r>
              <a:rPr lang="en-US" sz="2000" b="1" i="1" dirty="0">
                <a:latin typeface="IntelOne Text Light" panose="020B0403020203020204" pitchFamily="34" charset="0"/>
              </a:rPr>
              <a:t>/</a:t>
            </a:r>
            <a:r>
              <a:rPr lang="en-US" sz="2000" b="1" i="1" dirty="0" err="1">
                <a:latin typeface="IntelOne Text Light" panose="020B0403020203020204" pitchFamily="34" charset="0"/>
              </a:rPr>
              <a:t>BufferSizeR</a:t>
            </a:r>
            <a:r>
              <a:rPr lang="en-US" sz="2000" b="1" i="1" dirty="0">
                <a:latin typeface="IntelOne Text Light" panose="020B0403020203020204" pitchFamily="34" charset="0"/>
              </a:rPr>
              <a:t>/</a:t>
            </a:r>
            <a:r>
              <a:rPr lang="en-US" sz="2000" b="1" i="1" dirty="0" err="1">
                <a:latin typeface="IntelOne Text Light" panose="020B0403020203020204" pitchFamily="34" charset="0"/>
              </a:rPr>
              <a:t>BufferSizeB</a:t>
            </a:r>
            <a:r>
              <a:rPr lang="en-US" sz="2000" b="1" i="1" dirty="0">
                <a:latin typeface="IntelOne Text Light" panose="020B0403020203020204" pitchFamily="34" charset="0"/>
              </a:rPr>
              <a:t>/</a:t>
            </a:r>
            <a:r>
              <a:rPr lang="en-US" sz="2000" b="1" i="1" dirty="0" err="1">
                <a:latin typeface="IntelOne Text Light" panose="020B0403020203020204" pitchFamily="34" charset="0"/>
              </a:rPr>
              <a:t>BufferSizeT</a:t>
            </a:r>
            <a:r>
              <a:rPr lang="en-US" sz="2000" b="1" dirty="0">
                <a:latin typeface="IntelOne Text Light" panose="020B0403020203020204" pitchFamily="34" charset="0"/>
              </a:rPr>
              <a:t> </a:t>
            </a:r>
            <a:r>
              <a:rPr lang="en-US" sz="2000" dirty="0">
                <a:latin typeface="IntelOne Text Light" panose="020B0403020203020204" pitchFamily="34" charset="0"/>
              </a:rPr>
              <a:t>(int) </a:t>
            </a:r>
            <a:r>
              <a:rPr lang="en-US" sz="2000" dirty="0">
                <a:latin typeface="IntelOne Text Light" panose="020B0403020203020204" pitchFamily="34" charset="0"/>
                <a:sym typeface="Wingdings" panose="05000000000000000000" pitchFamily="2" charset="2"/>
              </a:rPr>
              <a:t> Size of any FE buffer between the unit cell array and castle in every direction. In units of poly pitches or cell heights.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>
                <a:latin typeface="IntelOne Text Light" panose="020B0403020203020204" pitchFamily="34" charset="0"/>
                <a:sym typeface="Wingdings" panose="05000000000000000000" pitchFamily="2" charset="2"/>
              </a:rPr>
              <a:t>Example: 2</a:t>
            </a:r>
          </a:p>
        </p:txBody>
      </p:sp>
    </p:spTree>
    <p:extLst>
      <p:ext uri="{BB962C8B-B14F-4D97-AF65-F5344CB8AC3E}">
        <p14:creationId xmlns:p14="http://schemas.microsoft.com/office/powerpoint/2010/main" val="32638750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1CA611-13E7-3B72-B608-3944799A4C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E8FBAA7-C66E-AC93-D991-FAF7A8C402E0}"/>
              </a:ext>
            </a:extLst>
          </p:cNvPr>
          <p:cNvSpPr txBox="1">
            <a:spLocks/>
          </p:cNvSpPr>
          <p:nvPr/>
        </p:nvSpPr>
        <p:spPr>
          <a:xfrm>
            <a:off x="0" y="111967"/>
            <a:ext cx="11719249" cy="6270171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IntelOne Display Regular" panose="020B0503020203020204" pitchFamily="34" charset="0"/>
              <a:buChar char="•"/>
              <a:defRPr sz="2800" b="0" i="0" kern="1200">
                <a:solidFill>
                  <a:schemeClr val="tx1"/>
                </a:solidFill>
                <a:latin typeface="IntelOne Text Light" panose="020B0403020203020204" pitchFamily="34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IntelOne Display Regular" panose="020B0503020203020204" pitchFamily="34" charset="0"/>
              <a:buChar char="•"/>
              <a:defRPr sz="2400" b="0" i="0" kern="1200">
                <a:solidFill>
                  <a:schemeClr val="tx1"/>
                </a:solidFill>
                <a:latin typeface="IntelOne Text Light" panose="020B0403020203020204" pitchFamily="34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IntelOne Display Regular" panose="020B0503020203020204" pitchFamily="34" charset="0"/>
              <a:buChar char="•"/>
              <a:defRPr sz="2000" b="0" i="0" kern="1200">
                <a:solidFill>
                  <a:schemeClr val="tx1"/>
                </a:solidFill>
                <a:latin typeface="IntelOne Text Light" panose="020B0403020203020204" pitchFamily="34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IntelOne Display Regular" panose="020B0503020203020204" pitchFamily="34" charset="0"/>
              <a:buChar char="•"/>
              <a:defRPr sz="1800" b="0" i="0" kern="1200">
                <a:solidFill>
                  <a:schemeClr val="tx1"/>
                </a:solidFill>
                <a:latin typeface="IntelOne Text Light" panose="020B0403020203020204" pitchFamily="34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IntelOne Display Regular" panose="020B0503020203020204" pitchFamily="34" charset="0"/>
              <a:buChar char="•"/>
              <a:defRPr sz="1600" b="0" i="0" kern="1200">
                <a:solidFill>
                  <a:schemeClr val="tx1"/>
                </a:solidFill>
                <a:latin typeface="IntelOne Text Light" panose="020B0403020203020204" pitchFamily="34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IntelOne Display Regular" panose="020B0503020203020204" pitchFamily="34" charset="0"/>
              <a:buNone/>
            </a:pPr>
            <a:r>
              <a:rPr lang="en-US" b="1" i="1" u="sng" dirty="0">
                <a:latin typeface="+mj-lt"/>
                <a:ea typeface="+mj-ea"/>
                <a:cs typeface="+mj-cs"/>
              </a:rPr>
              <a:t>Unit Cell Inputs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i="1" dirty="0">
                <a:latin typeface="IntelOne Text Light" panose="020B0403020203020204" pitchFamily="34" charset="0"/>
                <a:cs typeface="IntelOne Display AR Bold" panose="020B0803020203020204" pitchFamily="34" charset="-78"/>
              </a:rPr>
              <a:t>Pattern Definitions: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i="1" dirty="0">
                <a:latin typeface="IntelOne Text Light" panose="020B0403020203020204" pitchFamily="34" charset="0"/>
                <a:cs typeface="IntelOne Display AR Bold" panose="020B0803020203020204" pitchFamily="34" charset="-78"/>
              </a:rPr>
              <a:t>Unit-level inputs define patterns inside the </a:t>
            </a:r>
            <a:r>
              <a:rPr lang="en-US" sz="1600" b="1" i="1" u="sng" dirty="0">
                <a:latin typeface="IntelOne Text Light" panose="020B0403020203020204" pitchFamily="34" charset="0"/>
                <a:cs typeface="IntelOne Display AR Bold" panose="020B0803020203020204" pitchFamily="34" charset="-78"/>
              </a:rPr>
              <a:t>unit cell.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i="1" dirty="0">
                <a:latin typeface="IntelOne Text Light" panose="020B0403020203020204" pitchFamily="34" charset="0"/>
                <a:cs typeface="IntelOne Display AR Bold" panose="020B0803020203020204" pitchFamily="34" charset="-78"/>
              </a:rPr>
              <a:t>Defined patterns are replicated identically across the unit cell array.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i="1" dirty="0">
                <a:latin typeface="IntelOne Text Light" panose="020B0403020203020204" pitchFamily="34" charset="0"/>
                <a:cs typeface="IntelOne Display AR Bold" panose="020B0803020203020204" pitchFamily="34" charset="-78"/>
              </a:rPr>
              <a:t>Inputs override global patterns where defined.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i="1" dirty="0">
                <a:latin typeface="IntelOne Text Light" panose="020B0403020203020204" pitchFamily="34" charset="0"/>
                <a:cs typeface="IntelOne Display AR Bold" panose="020B0803020203020204" pitchFamily="34" charset="-78"/>
              </a:rPr>
              <a:t>Undefined regions inherit default behavior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i="1" dirty="0" err="1"/>
              <a:t>DiffPatternUnit</a:t>
            </a:r>
            <a:r>
              <a:rPr lang="en-US" sz="2000" dirty="0"/>
              <a:t> (string)</a:t>
            </a:r>
            <a:r>
              <a:rPr lang="en-US" sz="2000" dirty="0">
                <a:sym typeface="Wingdings" panose="05000000000000000000" pitchFamily="2" charset="2"/>
              </a:rPr>
              <a:t> </a:t>
            </a:r>
            <a:r>
              <a:rPr lang="en-US" sz="2000" dirty="0"/>
              <a:t> Define the diffusion and </a:t>
            </a:r>
            <a:r>
              <a:rPr lang="en-US" sz="2000" dirty="0" err="1"/>
              <a:t>devflav</a:t>
            </a:r>
            <a:r>
              <a:rPr lang="en-US" sz="2000" dirty="0"/>
              <a:t> pattern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Note: Any space on diffusion tracks that is left undefined by this input will extend the outermost unit cell diffusion type to the edge of the buffer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/>
              <a:t>Format: x-pattern, y-pattern, width (0 indicates no diffusion and default indicates min diffusion width), </a:t>
            </a:r>
            <a:r>
              <a:rPr lang="en-US" sz="1800" dirty="0" err="1"/>
              <a:t>devflav</a:t>
            </a:r>
            <a:r>
              <a:rPr lang="en-US" sz="1800" dirty="0"/>
              <a:t> (optional when width of 0);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/>
              <a:t>Example: 0:10,0/3,0.03,plvt; 0:5,0:8[3],0,anystringbecausewidthiszero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i="1" dirty="0" err="1">
                <a:latin typeface="IntelOne Text Light"/>
              </a:rPr>
              <a:t>VcxPatternUnit</a:t>
            </a:r>
            <a:r>
              <a:rPr lang="en-US" sz="2000" dirty="0">
                <a:latin typeface="IntelOne Text Light"/>
              </a:rPr>
              <a:t> (string)</a:t>
            </a:r>
            <a:r>
              <a:rPr lang="en-US" sz="2000" dirty="0">
                <a:latin typeface="IntelOne Text Light"/>
                <a:sym typeface="Wingdings" panose="05000000000000000000" pitchFamily="2" charset="2"/>
              </a:rPr>
              <a:t> </a:t>
            </a:r>
            <a:r>
              <a:rPr lang="en-US" sz="2000" dirty="0">
                <a:latin typeface="IntelOne Text Light"/>
              </a:rPr>
              <a:t> Define vg/</a:t>
            </a:r>
            <a:r>
              <a:rPr lang="en-US" sz="2000" dirty="0" err="1">
                <a:latin typeface="IntelOne Text Light"/>
              </a:rPr>
              <a:t>vt</a:t>
            </a:r>
            <a:r>
              <a:rPr lang="en-US" sz="2000" dirty="0">
                <a:latin typeface="IntelOne Text Light"/>
              </a:rPr>
              <a:t> shapes</a:t>
            </a:r>
            <a:r>
              <a:rPr lang="en-US" sz="2000" dirty="0"/>
              <a:t> (</a:t>
            </a:r>
            <a:r>
              <a:rPr lang="en-US" sz="2000" dirty="0">
                <a:latin typeface="IntelOne Text Light"/>
              </a:rPr>
              <a:t>All input format for skew are optional. 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>
                <a:latin typeface="IntelOne Text Light"/>
              </a:rPr>
              <a:t>Format: via </a:t>
            </a:r>
            <a:r>
              <a:rPr lang="en-US" sz="1800" dirty="0" err="1">
                <a:latin typeface="IntelOne Text Light"/>
              </a:rPr>
              <a:t>layer,poly</a:t>
            </a:r>
            <a:r>
              <a:rPr lang="en-US" sz="1800" dirty="0">
                <a:latin typeface="IntelOne Text Light"/>
              </a:rPr>
              <a:t>/tcn track,m0 </a:t>
            </a:r>
            <a:r>
              <a:rPr lang="en-US" sz="1800" dirty="0" err="1">
                <a:latin typeface="IntelOne Text Light"/>
              </a:rPr>
              <a:t>track,via</a:t>
            </a:r>
            <a:r>
              <a:rPr lang="en-US" sz="1800" dirty="0">
                <a:latin typeface="IntelOne Text Light"/>
              </a:rPr>
              <a:t> width </a:t>
            </a:r>
            <a:r>
              <a:rPr lang="en-US" sz="1800" dirty="0" err="1">
                <a:latin typeface="IntelOne Text Light"/>
              </a:rPr>
              <a:t>ogd</a:t>
            </a:r>
            <a:r>
              <a:rPr lang="en-US" sz="1800" dirty="0">
                <a:latin typeface="IntelOne Text Light"/>
              </a:rPr>
              <a:t> (optional), via width </a:t>
            </a:r>
            <a:r>
              <a:rPr lang="en-US" sz="1800" dirty="0" err="1">
                <a:latin typeface="IntelOne Text Light"/>
              </a:rPr>
              <a:t>pgd</a:t>
            </a:r>
            <a:r>
              <a:rPr lang="en-US" sz="1800" dirty="0">
                <a:latin typeface="IntelOne Text Light"/>
              </a:rPr>
              <a:t> (optional)|cd skew X, cd skew Y, reg skew X, reg skew Y$&lt;net name&gt;(optional)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/>
              <a:t>Example: vt,3:5/8:10/13:15/18:20,0/7;vg,1,1|0.004,0,0,0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i="1" dirty="0" err="1"/>
              <a:t>PolyPlugsUnit</a:t>
            </a:r>
            <a:r>
              <a:rPr lang="en-US" sz="2000" dirty="0"/>
              <a:t> (string)</a:t>
            </a:r>
            <a:r>
              <a:rPr lang="en-US" sz="2000" dirty="0">
                <a:sym typeface="Wingdings" panose="05000000000000000000" pitchFamily="2" charset="2"/>
              </a:rPr>
              <a:t> </a:t>
            </a:r>
            <a:r>
              <a:rPr lang="en-US" sz="2000" dirty="0"/>
              <a:t> Define poly plugs</a:t>
            </a:r>
            <a:endParaRPr lang="en-US" sz="16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/>
              <a:t>Format: poly tracks, poly cut guide tracks;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/>
              <a:t>Example: 0/1/5/6,0:4;</a:t>
            </a:r>
            <a:endParaRPr lang="en-US" sz="2000" dirty="0">
              <a:latin typeface="IntelOne Text Light" panose="020B0403020203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1600" dirty="0">
              <a:latin typeface="IntelOne Text Light" panose="020B0403020203020204" pitchFamily="34" charset="0"/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6200550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382929-6A76-F80F-7287-663FBE55E4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7F8CAA2-B84C-0303-25E2-B4895BFB1F0C}"/>
              </a:ext>
            </a:extLst>
          </p:cNvPr>
          <p:cNvSpPr txBox="1">
            <a:spLocks/>
          </p:cNvSpPr>
          <p:nvPr/>
        </p:nvSpPr>
        <p:spPr>
          <a:xfrm>
            <a:off x="0" y="103175"/>
            <a:ext cx="11719249" cy="6270171"/>
          </a:xfrm>
          <a:prstGeom prst="rect">
            <a:avLst/>
          </a:prstGeom>
        </p:spPr>
        <p:txBody>
          <a:bodyPr lIns="91440" tIns="45720" rIns="91440" bIns="45720" anchor="ctr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IntelOne Display Regular" panose="020B0503020203020204" pitchFamily="34" charset="0"/>
              <a:buChar char="•"/>
              <a:defRPr sz="2800" b="0" i="0" kern="1200">
                <a:solidFill>
                  <a:schemeClr val="tx1"/>
                </a:solidFill>
                <a:latin typeface="IntelOne Text Light" panose="020B0403020203020204" pitchFamily="34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IntelOne Display Regular" panose="020B0503020203020204" pitchFamily="34" charset="0"/>
              <a:buChar char="•"/>
              <a:defRPr sz="2400" b="0" i="0" kern="1200">
                <a:solidFill>
                  <a:schemeClr val="tx1"/>
                </a:solidFill>
                <a:latin typeface="IntelOne Text Light" panose="020B0403020203020204" pitchFamily="34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IntelOne Display Regular" panose="020B0503020203020204" pitchFamily="34" charset="0"/>
              <a:buChar char="•"/>
              <a:defRPr sz="2000" b="0" i="0" kern="1200">
                <a:solidFill>
                  <a:schemeClr val="tx1"/>
                </a:solidFill>
                <a:latin typeface="IntelOne Text Light" panose="020B0403020203020204" pitchFamily="34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IntelOne Display Regular" panose="020B0503020203020204" pitchFamily="34" charset="0"/>
              <a:buChar char="•"/>
              <a:defRPr sz="1800" b="0" i="0" kern="1200">
                <a:solidFill>
                  <a:schemeClr val="tx1"/>
                </a:solidFill>
                <a:latin typeface="IntelOne Text Light" panose="020B0403020203020204" pitchFamily="34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IntelOne Display Regular" panose="020B0503020203020204" pitchFamily="34" charset="0"/>
              <a:buChar char="•"/>
              <a:defRPr sz="1600" b="0" i="0" kern="1200">
                <a:solidFill>
                  <a:schemeClr val="tx1"/>
                </a:solidFill>
                <a:latin typeface="IntelOne Text Light" panose="020B0403020203020204" pitchFamily="34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IntelOne Display Regular" panose="020B0503020203020204" pitchFamily="34" charset="0"/>
              <a:buNone/>
            </a:pPr>
            <a:r>
              <a:rPr lang="en-US" b="1" i="1" u="sng" dirty="0">
                <a:latin typeface="+mj-lt"/>
                <a:ea typeface="+mj-ea"/>
                <a:cs typeface="+mj-cs"/>
              </a:rPr>
              <a:t>Unit Cell Inputs (cont.)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i="1" dirty="0" err="1">
                <a:latin typeface="IntelOne Text Light"/>
              </a:rPr>
              <a:t>TcnPlugsUnit</a:t>
            </a:r>
            <a:r>
              <a:rPr lang="en-US" sz="2000" dirty="0">
                <a:latin typeface="IntelOne Text Light"/>
              </a:rPr>
              <a:t> (string)</a:t>
            </a:r>
            <a:r>
              <a:rPr lang="en-US" sz="2000" dirty="0">
                <a:latin typeface="IntelOne Text Light"/>
                <a:sym typeface="Wingdings" panose="05000000000000000000" pitchFamily="2" charset="2"/>
              </a:rPr>
              <a:t> </a:t>
            </a:r>
            <a:r>
              <a:rPr lang="en-US" sz="2000" dirty="0">
                <a:latin typeface="IntelOne Text Light"/>
              </a:rPr>
              <a:t> Define tcn plugs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/>
              <a:t>Format: tcn tracks, tcn cut guide tracks;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/>
              <a:t>Example: 0/1/5/6,0:4;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i="1" dirty="0" err="1">
                <a:latin typeface="IntelOne Text Light"/>
              </a:rPr>
              <a:t>TcnDepopUnit</a:t>
            </a:r>
            <a:r>
              <a:rPr lang="en-US" sz="2000" dirty="0">
                <a:latin typeface="IntelOne Text Light"/>
              </a:rPr>
              <a:t> (string)</a:t>
            </a:r>
            <a:r>
              <a:rPr lang="en-US" sz="2000" dirty="0">
                <a:latin typeface="IntelOne Text Light"/>
                <a:sym typeface="Wingdings" panose="05000000000000000000" pitchFamily="2" charset="2"/>
              </a:rPr>
              <a:t> </a:t>
            </a:r>
            <a:r>
              <a:rPr lang="en-US" sz="2000" dirty="0">
                <a:latin typeface="IntelOne Text Light"/>
              </a:rPr>
              <a:t> Define tcn </a:t>
            </a:r>
            <a:r>
              <a:rPr lang="en-US" sz="2000" dirty="0" err="1">
                <a:latin typeface="IntelOne Text Light"/>
              </a:rPr>
              <a:t>depop</a:t>
            </a:r>
            <a:r>
              <a:rPr lang="en-US" sz="2000" dirty="0">
                <a:latin typeface="IntelOne Text Light"/>
              </a:rPr>
              <a:t> selection</a:t>
            </a:r>
            <a:endParaRPr lang="en-US" sz="1600" dirty="0">
              <a:latin typeface="IntelOne Text Light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>
                <a:latin typeface="IntelOne Text Light"/>
              </a:rPr>
              <a:t>Format: tcn track, diffusion track;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/>
              <a:t>Example: 0/1/5/6,0:4;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i="1" dirty="0" err="1">
                <a:latin typeface="IntelOne Text Light"/>
              </a:rPr>
              <a:t>VcrPatternUnit</a:t>
            </a:r>
            <a:r>
              <a:rPr lang="en-US" sz="2000" dirty="0">
                <a:latin typeface="IntelOne Text Light"/>
              </a:rPr>
              <a:t> (string)</a:t>
            </a:r>
            <a:r>
              <a:rPr lang="en-US" sz="2000" dirty="0">
                <a:latin typeface="IntelOne Text Light"/>
                <a:sym typeface="Wingdings" panose="05000000000000000000" pitchFamily="2" charset="2"/>
              </a:rPr>
              <a:t> </a:t>
            </a:r>
            <a:r>
              <a:rPr lang="en-US" sz="2000" dirty="0">
                <a:latin typeface="IntelOne Text Light"/>
              </a:rPr>
              <a:t> Define </a:t>
            </a:r>
            <a:r>
              <a:rPr lang="en-US" sz="2000" dirty="0" err="1">
                <a:latin typeface="IntelOne Text Light"/>
              </a:rPr>
              <a:t>vcr</a:t>
            </a:r>
            <a:r>
              <a:rPr lang="en-US" sz="2000" dirty="0">
                <a:latin typeface="IntelOne Text Light"/>
              </a:rPr>
              <a:t> shapes</a:t>
            </a:r>
            <a:r>
              <a:rPr lang="en-US" sz="2000" dirty="0"/>
              <a:t> (</a:t>
            </a:r>
            <a:r>
              <a:rPr lang="en-US" sz="2000" dirty="0">
                <a:latin typeface="IntelOne Text Light"/>
              </a:rPr>
              <a:t>All input format for skew are optional. 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>
                <a:latin typeface="IntelOne Text Light"/>
              </a:rPr>
              <a:t>Format: tcn track, m0 (power) </a:t>
            </a:r>
            <a:r>
              <a:rPr lang="en-US" sz="1800" dirty="0" err="1">
                <a:latin typeface="IntelOne Text Light"/>
              </a:rPr>
              <a:t>track|cd</a:t>
            </a:r>
            <a:r>
              <a:rPr lang="en-US" sz="1800" dirty="0">
                <a:latin typeface="IntelOne Text Light"/>
              </a:rPr>
              <a:t> skew X, cd skew Y, reg skew X, reg skew;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/>
              <a:t>Example: 2:6,2;0:3,1;6:11,3:4|0,0.002,0,0;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i="1" dirty="0" err="1">
                <a:latin typeface="IntelOne Text Light"/>
              </a:rPr>
              <a:t>VcrnubPatternUnit</a:t>
            </a:r>
            <a:r>
              <a:rPr lang="en-US" sz="2000" dirty="0">
                <a:latin typeface="IntelOne Text Light"/>
              </a:rPr>
              <a:t> (string)</a:t>
            </a:r>
            <a:r>
              <a:rPr lang="en-US" sz="2000" dirty="0">
                <a:latin typeface="IntelOne Text Light"/>
                <a:sym typeface="Wingdings" panose="05000000000000000000" pitchFamily="2" charset="2"/>
              </a:rPr>
              <a:t> </a:t>
            </a:r>
            <a:r>
              <a:rPr lang="en-US" sz="2000" dirty="0">
                <a:latin typeface="IntelOne Text Light"/>
              </a:rPr>
              <a:t> Define </a:t>
            </a:r>
            <a:r>
              <a:rPr lang="en-US" sz="2000" dirty="0" err="1">
                <a:latin typeface="IntelOne Text Light"/>
              </a:rPr>
              <a:t>vcrnub</a:t>
            </a:r>
            <a:r>
              <a:rPr lang="en-US" sz="2000" dirty="0">
                <a:latin typeface="IntelOne Text Light"/>
              </a:rPr>
              <a:t> shapes </a:t>
            </a:r>
            <a:r>
              <a:rPr lang="en-US" sz="2000" dirty="0"/>
              <a:t>(</a:t>
            </a:r>
            <a:r>
              <a:rPr lang="en-US" sz="2000" dirty="0">
                <a:latin typeface="IntelOne Text Light"/>
              </a:rPr>
              <a:t>All input format for skew are optional. 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>
                <a:latin typeface="IntelOne Text Light"/>
              </a:rPr>
              <a:t>Format: poly track,m0 (power) track, nub direction (top, bottom, or both) |cd skew X, cd skew Y, reg skew X, reg skew;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/>
              <a:t>Example: 3:5,2,top;2,1,bottom;7:10,3:4,both|0,0.005,0,0;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i="1" dirty="0" err="1">
                <a:latin typeface="IntelOne Text Light"/>
              </a:rPr>
              <a:t>TcnExtensionUnit</a:t>
            </a:r>
            <a:r>
              <a:rPr lang="en-US" sz="2000" dirty="0">
                <a:latin typeface="IntelOne Text Light"/>
              </a:rPr>
              <a:t> (string)</a:t>
            </a:r>
            <a:r>
              <a:rPr lang="en-US" sz="2000" dirty="0">
                <a:latin typeface="IntelOne Text Light"/>
                <a:sym typeface="Wingdings" panose="05000000000000000000" pitchFamily="2" charset="2"/>
              </a:rPr>
              <a:t> </a:t>
            </a:r>
            <a:r>
              <a:rPr lang="en-US" sz="2000" dirty="0">
                <a:latin typeface="IntelOne Text Light"/>
              </a:rPr>
              <a:t> To extend specific tcns which are facing the </a:t>
            </a:r>
            <a:r>
              <a:rPr lang="en-US" sz="2000" dirty="0" err="1">
                <a:latin typeface="IntelOne Text Light"/>
              </a:rPr>
              <a:t>vcrnub</a:t>
            </a:r>
            <a:endParaRPr lang="en-US" sz="2000" dirty="0">
              <a:latin typeface="IntelOne Text Light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>
                <a:latin typeface="IntelOne Text Light"/>
              </a:rPr>
              <a:t>Note: To be called </a:t>
            </a:r>
            <a:r>
              <a:rPr lang="en-US" sz="1600" b="1" i="1" u="sng" dirty="0">
                <a:latin typeface="IntelOne Text Light"/>
              </a:rPr>
              <a:t>ONLY</a:t>
            </a:r>
            <a:r>
              <a:rPr lang="en-US" sz="1600" dirty="0">
                <a:latin typeface="IntelOne Text Light"/>
              </a:rPr>
              <a:t> after the tcn and </a:t>
            </a:r>
            <a:r>
              <a:rPr lang="en-US" sz="1600" dirty="0" err="1">
                <a:latin typeface="IntelOne Text Light"/>
              </a:rPr>
              <a:t>vcrnub</a:t>
            </a:r>
            <a:r>
              <a:rPr lang="en-US" sz="1600" dirty="0">
                <a:latin typeface="IntelOne Text Light"/>
              </a:rPr>
              <a:t> shapes are finalized. Converting them is not necessary before the function call.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>
                <a:latin typeface="IntelOne Text Light"/>
              </a:rPr>
              <a:t>Format: tcn track, m0 (power) track;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/>
              <a:t>Example: 3:5,2;2,1;8:4;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i="1" dirty="0">
                <a:latin typeface="IntelOne Text Light"/>
              </a:rPr>
              <a:t>M0CutPatternUnit</a:t>
            </a:r>
            <a:r>
              <a:rPr lang="en-US" sz="2000" dirty="0">
                <a:latin typeface="IntelOne Text Light"/>
              </a:rPr>
              <a:t> (string)</a:t>
            </a:r>
            <a:r>
              <a:rPr lang="en-US" sz="2000" dirty="0">
                <a:latin typeface="IntelOne Text Light"/>
                <a:sym typeface="Wingdings" panose="05000000000000000000" pitchFamily="2" charset="2"/>
              </a:rPr>
              <a:t> </a:t>
            </a:r>
            <a:r>
              <a:rPr lang="en-US" sz="2000" dirty="0">
                <a:latin typeface="IntelOne Text Light"/>
              </a:rPr>
              <a:t> Define m0 cuts. This depends on cd; space; in </a:t>
            </a:r>
            <a:r>
              <a:rPr lang="en-US" sz="2000" b="1" i="1" u="sng" dirty="0">
                <a:latin typeface="IntelOne Text Light"/>
              </a:rPr>
              <a:t>M0CutLegoPattern</a:t>
            </a:r>
            <a:r>
              <a:rPr lang="en-US" sz="2000" dirty="0">
                <a:latin typeface="IntelOne Text Light"/>
              </a:rPr>
              <a:t> (slide #15).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Format: m0 cut guide tracks , m0 tracks;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Example: 0/1/5/6,0:4;</a:t>
            </a:r>
            <a:endParaRPr lang="en-US" sz="1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i="1" dirty="0" err="1"/>
              <a:t>FtiTracksUnit</a:t>
            </a:r>
            <a:r>
              <a:rPr lang="en-US" sz="2000" dirty="0"/>
              <a:t> (string)</a:t>
            </a:r>
            <a:r>
              <a:rPr lang="en-US" sz="2000" dirty="0">
                <a:sym typeface="Wingdings" panose="05000000000000000000" pitchFamily="2" charset="2"/>
              </a:rPr>
              <a:t> </a:t>
            </a:r>
            <a:r>
              <a:rPr lang="en-US" sz="2000" dirty="0"/>
              <a:t> Define </a:t>
            </a:r>
            <a:r>
              <a:rPr lang="en-US" sz="2000" dirty="0" err="1"/>
              <a:t>fti</a:t>
            </a:r>
            <a:r>
              <a:rPr lang="en-US" sz="2000" dirty="0"/>
              <a:t> shapes</a:t>
            </a:r>
            <a:endParaRPr lang="en-US" sz="16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/>
              <a:t>Format: poly tracks, diff tracks;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/>
              <a:t>Example: 0/1/5/6,0:4;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8857612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C5E003-F543-9760-C9A4-136A06D964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56D15C5-EEE6-7CAF-560A-B794C3536831}"/>
              </a:ext>
            </a:extLst>
          </p:cNvPr>
          <p:cNvSpPr txBox="1">
            <a:spLocks/>
          </p:cNvSpPr>
          <p:nvPr/>
        </p:nvSpPr>
        <p:spPr>
          <a:xfrm>
            <a:off x="0" y="111967"/>
            <a:ext cx="11719249" cy="6270171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IntelOne Display Regular" panose="020B0503020203020204" pitchFamily="34" charset="0"/>
              <a:buChar char="•"/>
              <a:defRPr sz="2800" b="0" i="0" kern="1200">
                <a:solidFill>
                  <a:schemeClr val="tx1"/>
                </a:solidFill>
                <a:latin typeface="IntelOne Text Light" panose="020B0403020203020204" pitchFamily="34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IntelOne Display Regular" panose="020B0503020203020204" pitchFamily="34" charset="0"/>
              <a:buChar char="•"/>
              <a:defRPr sz="2400" b="0" i="0" kern="1200">
                <a:solidFill>
                  <a:schemeClr val="tx1"/>
                </a:solidFill>
                <a:latin typeface="IntelOne Text Light" panose="020B0403020203020204" pitchFamily="34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IntelOne Display Regular" panose="020B0503020203020204" pitchFamily="34" charset="0"/>
              <a:buChar char="•"/>
              <a:defRPr sz="2000" b="0" i="0" kern="1200">
                <a:solidFill>
                  <a:schemeClr val="tx1"/>
                </a:solidFill>
                <a:latin typeface="IntelOne Text Light" panose="020B0403020203020204" pitchFamily="34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IntelOne Display Regular" panose="020B0503020203020204" pitchFamily="34" charset="0"/>
              <a:buChar char="•"/>
              <a:defRPr sz="1800" b="0" i="0" kern="1200">
                <a:solidFill>
                  <a:schemeClr val="tx1"/>
                </a:solidFill>
                <a:latin typeface="IntelOne Text Light" panose="020B0403020203020204" pitchFamily="34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IntelOne Display Regular" panose="020B0503020203020204" pitchFamily="34" charset="0"/>
              <a:buChar char="•"/>
              <a:defRPr sz="1600" b="0" i="0" kern="1200">
                <a:solidFill>
                  <a:schemeClr val="tx1"/>
                </a:solidFill>
                <a:latin typeface="IntelOne Text Light" panose="020B0403020203020204" pitchFamily="34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IntelOne Display Regular" panose="020B0503020203020204" pitchFamily="34" charset="0"/>
              <a:buNone/>
            </a:pPr>
            <a:r>
              <a:rPr lang="en-US" b="1" i="1" u="sng" dirty="0">
                <a:latin typeface="+mj-lt"/>
                <a:ea typeface="+mj-ea"/>
                <a:cs typeface="+mj-cs"/>
              </a:rPr>
              <a:t>Global Inputs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i="1" dirty="0">
                <a:latin typeface="IntelOne Text Light" panose="020B0403020203020204" pitchFamily="34" charset="0"/>
                <a:cs typeface="IntelOne Display AR Bold" panose="020B0803020203020204" pitchFamily="34" charset="-78"/>
              </a:rPr>
              <a:t>Pattern Setup: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i="1" dirty="0">
                <a:latin typeface="IntelOne Text Light" panose="020B0403020203020204" pitchFamily="34" charset="0"/>
                <a:cs typeface="IntelOne Display AR Bold" panose="020B0803020203020204" pitchFamily="34" charset="-78"/>
              </a:rPr>
              <a:t>Global inputs apply outside unit cell regions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i="1" dirty="0">
                <a:latin typeface="IntelOne Text Light" panose="020B0403020203020204" pitchFamily="34" charset="0"/>
                <a:cs typeface="IntelOne Display AR Bold" panose="020B0803020203020204" pitchFamily="34" charset="-78"/>
              </a:rPr>
              <a:t>Used primarily for buffer area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i="1" dirty="0">
                <a:latin typeface="IntelOne Text Light" panose="020B0403020203020204" pitchFamily="34" charset="0"/>
                <a:cs typeface="IntelOne Display AR Bold" panose="020B0803020203020204" pitchFamily="34" charset="-78"/>
              </a:rPr>
              <a:t>Ignored whenever unit cell inputs are defined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i="1" dirty="0">
                <a:latin typeface="IntelOne Text Light" panose="020B0403020203020204" pitchFamily="34" charset="0"/>
                <a:cs typeface="IntelOne Display AR Bold" panose="020B0803020203020204" pitchFamily="34" charset="-78"/>
              </a:rPr>
              <a:t>Using negative indexing is helpful when defining global inputs. By adding negative indexing to the end of track ranges, patterns may not have to change when increasing size of structures.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i="1" dirty="0">
                <a:latin typeface="IntelOne Text Light" panose="020B0403020203020204" pitchFamily="34" charset="0"/>
                <a:cs typeface="IntelOne Display AR Bold" panose="020B0803020203020204" pitchFamily="34" charset="-78"/>
              </a:rPr>
              <a:t>The intention will be to have the buffer area around unit cells to be DRC clean by using default values in these global inputs.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i="1" dirty="0" err="1"/>
              <a:t>DiffPatternGlobal</a:t>
            </a:r>
            <a:r>
              <a:rPr lang="en-US" sz="2000" dirty="0"/>
              <a:t> (string)</a:t>
            </a:r>
            <a:r>
              <a:rPr lang="en-US" sz="2000" dirty="0">
                <a:sym typeface="Wingdings" panose="05000000000000000000" pitchFamily="2" charset="2"/>
              </a:rPr>
              <a:t> </a:t>
            </a:r>
            <a:r>
              <a:rPr lang="en-US" sz="2000" dirty="0"/>
              <a:t> Define the diffusion and </a:t>
            </a:r>
            <a:r>
              <a:rPr lang="en-US" sz="2000" dirty="0" err="1"/>
              <a:t>devflav</a:t>
            </a:r>
            <a:r>
              <a:rPr lang="en-US" sz="2000" dirty="0"/>
              <a:t> pattern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/>
              <a:t>Format: x-pattern, y-pattern, width (0 indicates no diffusion and default indicates min diffusion width), </a:t>
            </a:r>
            <a:r>
              <a:rPr lang="en-US" sz="1800" dirty="0" err="1"/>
              <a:t>devflav</a:t>
            </a:r>
            <a:r>
              <a:rPr lang="en-US" sz="1800" dirty="0"/>
              <a:t> (optional when width of 0);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/>
              <a:t>Example: 0:10,0/3,0.03,plvt; 0:5,0:8[3],0,anystringbecausewidthiszero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i="1" dirty="0" err="1"/>
              <a:t>VcxPatternGlobal</a:t>
            </a:r>
            <a:r>
              <a:rPr lang="en-US" sz="2000" b="1" i="1" dirty="0"/>
              <a:t> </a:t>
            </a:r>
            <a:r>
              <a:rPr lang="en-US" sz="2000" dirty="0"/>
              <a:t>(string)</a:t>
            </a:r>
            <a:r>
              <a:rPr lang="en-US" sz="2000" dirty="0">
                <a:sym typeface="Wingdings" panose="05000000000000000000" pitchFamily="2" charset="2"/>
              </a:rPr>
              <a:t> </a:t>
            </a:r>
            <a:r>
              <a:rPr lang="en-US" sz="2000" dirty="0"/>
              <a:t> Define vg/</a:t>
            </a:r>
            <a:r>
              <a:rPr lang="en-US" sz="2000" dirty="0" err="1"/>
              <a:t>vt</a:t>
            </a:r>
            <a:r>
              <a:rPr lang="en-US" sz="2000" dirty="0"/>
              <a:t> shapes (</a:t>
            </a:r>
            <a:r>
              <a:rPr lang="en-US" sz="2000" dirty="0">
                <a:latin typeface="IntelOne Text Light"/>
              </a:rPr>
              <a:t>All input format for skew are optional. )</a:t>
            </a:r>
            <a:endParaRPr lang="en-US" sz="20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/>
              <a:t>Format: via </a:t>
            </a:r>
            <a:r>
              <a:rPr lang="en-US" sz="1800" dirty="0" err="1"/>
              <a:t>layer,poly</a:t>
            </a:r>
            <a:r>
              <a:rPr lang="en-US" sz="1800" dirty="0"/>
              <a:t>/tcn track,m0 </a:t>
            </a:r>
            <a:r>
              <a:rPr lang="en-US" sz="1800" dirty="0" err="1"/>
              <a:t>track,via</a:t>
            </a:r>
            <a:r>
              <a:rPr lang="en-US" sz="1800" dirty="0"/>
              <a:t> width </a:t>
            </a:r>
            <a:r>
              <a:rPr lang="en-US" sz="1800" dirty="0" err="1"/>
              <a:t>ogd</a:t>
            </a:r>
            <a:r>
              <a:rPr lang="en-US" sz="1800" dirty="0"/>
              <a:t> (optional), via width </a:t>
            </a:r>
            <a:r>
              <a:rPr lang="en-US" sz="1800" dirty="0" err="1"/>
              <a:t>pgd</a:t>
            </a:r>
            <a:r>
              <a:rPr lang="en-US" sz="1800" dirty="0"/>
              <a:t> (optional)</a:t>
            </a:r>
            <a:r>
              <a:rPr lang="en-US" sz="1800" dirty="0">
                <a:latin typeface="IntelOne Text Light"/>
              </a:rPr>
              <a:t>|cd skew X, cd skew Y, reg skew X, reg skew Y$&lt;net name&gt;(optional)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/>
              <a:t>Example: vt,3:5/8:10/13:15/18:20,0/7;vg,1,1|0.004,0,0,0;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i="1" dirty="0" err="1"/>
              <a:t>PolyPlugsGlobal</a:t>
            </a:r>
            <a:r>
              <a:rPr lang="en-US" sz="2000" dirty="0"/>
              <a:t> (string)</a:t>
            </a:r>
            <a:r>
              <a:rPr lang="en-US" sz="2000" dirty="0">
                <a:sym typeface="Wingdings" panose="05000000000000000000" pitchFamily="2" charset="2"/>
              </a:rPr>
              <a:t> </a:t>
            </a:r>
            <a:r>
              <a:rPr lang="en-US" sz="2000" dirty="0"/>
              <a:t> Define poly plugs</a:t>
            </a:r>
            <a:endParaRPr lang="en-US" sz="16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/>
              <a:t>Format: poly tracks, poly cut guide tracks;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/>
              <a:t>Example: 0/1/5/6,0:4;</a:t>
            </a:r>
            <a:endParaRPr lang="en-US" sz="2000" dirty="0">
              <a:latin typeface="IntelOne Text Light" panose="020B0403020203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1600" dirty="0">
              <a:latin typeface="IntelOne Text Light" panose="020B0403020203020204" pitchFamily="34" charset="0"/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3274399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E68B31-2A10-5D0D-5DD8-24AE5FEA7D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18DEBA1-EE83-3D90-BDD4-EC1BD770BD94}"/>
              </a:ext>
            </a:extLst>
          </p:cNvPr>
          <p:cNvSpPr txBox="1">
            <a:spLocks/>
          </p:cNvSpPr>
          <p:nvPr/>
        </p:nvSpPr>
        <p:spPr>
          <a:xfrm>
            <a:off x="0" y="111967"/>
            <a:ext cx="11719249" cy="6270171"/>
          </a:xfrm>
          <a:prstGeom prst="rect">
            <a:avLst/>
          </a:prstGeom>
        </p:spPr>
        <p:txBody>
          <a:bodyPr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IntelOne Display Regular" panose="020B0503020203020204" pitchFamily="34" charset="0"/>
              <a:buChar char="•"/>
              <a:defRPr sz="2800" b="0" i="0" kern="1200">
                <a:solidFill>
                  <a:schemeClr val="tx1"/>
                </a:solidFill>
                <a:latin typeface="IntelOne Text Light" panose="020B0403020203020204" pitchFamily="34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IntelOne Display Regular" panose="020B0503020203020204" pitchFamily="34" charset="0"/>
              <a:buChar char="•"/>
              <a:defRPr sz="2400" b="0" i="0" kern="1200">
                <a:solidFill>
                  <a:schemeClr val="tx1"/>
                </a:solidFill>
                <a:latin typeface="IntelOne Text Light" panose="020B0403020203020204" pitchFamily="34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IntelOne Display Regular" panose="020B0503020203020204" pitchFamily="34" charset="0"/>
              <a:buChar char="•"/>
              <a:defRPr sz="2000" b="0" i="0" kern="1200">
                <a:solidFill>
                  <a:schemeClr val="tx1"/>
                </a:solidFill>
                <a:latin typeface="IntelOne Text Light" panose="020B0403020203020204" pitchFamily="34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IntelOne Display Regular" panose="020B0503020203020204" pitchFamily="34" charset="0"/>
              <a:buChar char="•"/>
              <a:defRPr sz="1800" b="0" i="0" kern="1200">
                <a:solidFill>
                  <a:schemeClr val="tx1"/>
                </a:solidFill>
                <a:latin typeface="IntelOne Text Light" panose="020B0403020203020204" pitchFamily="34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IntelOne Display Regular" panose="020B0503020203020204" pitchFamily="34" charset="0"/>
              <a:buChar char="•"/>
              <a:defRPr sz="1600" b="0" i="0" kern="1200">
                <a:solidFill>
                  <a:schemeClr val="tx1"/>
                </a:solidFill>
                <a:latin typeface="IntelOne Text Light" panose="020B0403020203020204" pitchFamily="34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IntelOne Display Regular" panose="020B0503020203020204" pitchFamily="34" charset="0"/>
              <a:buNone/>
            </a:pPr>
            <a:r>
              <a:rPr lang="en-US" b="1" i="1" u="sng" dirty="0">
                <a:latin typeface="+mj-lt"/>
                <a:ea typeface="+mj-ea"/>
                <a:cs typeface="+mj-cs"/>
              </a:rPr>
              <a:t>Global Inputs (cont.)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i="1" dirty="0" err="1"/>
              <a:t>TcnPlugsGlobal</a:t>
            </a:r>
            <a:r>
              <a:rPr lang="en-US" sz="2000" dirty="0"/>
              <a:t> (string)</a:t>
            </a:r>
            <a:r>
              <a:rPr lang="en-US" sz="2000" dirty="0">
                <a:sym typeface="Wingdings" panose="05000000000000000000" pitchFamily="2" charset="2"/>
              </a:rPr>
              <a:t> </a:t>
            </a:r>
            <a:r>
              <a:rPr lang="en-US" sz="2000" dirty="0"/>
              <a:t> Define tcn plugs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/>
              <a:t>Format: tcn tracks, tcn cut guide tracks;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/>
              <a:t>Example: 0/1/5/6,0:4;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i="1" dirty="0" err="1"/>
              <a:t>TcnDepopGlobal</a:t>
            </a:r>
            <a:r>
              <a:rPr lang="en-US" sz="2000" dirty="0"/>
              <a:t> (string)</a:t>
            </a:r>
            <a:r>
              <a:rPr lang="en-US" sz="2000" dirty="0">
                <a:sym typeface="Wingdings" panose="05000000000000000000" pitchFamily="2" charset="2"/>
              </a:rPr>
              <a:t> </a:t>
            </a:r>
            <a:r>
              <a:rPr lang="en-US" sz="2000" dirty="0"/>
              <a:t> Define tcn </a:t>
            </a:r>
            <a:r>
              <a:rPr lang="en-US" sz="2000" dirty="0" err="1"/>
              <a:t>depop</a:t>
            </a:r>
            <a:r>
              <a:rPr lang="en-US" sz="2000" dirty="0"/>
              <a:t> selection</a:t>
            </a:r>
            <a:endParaRPr lang="en-US" sz="16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/>
              <a:t>Format: tcn track, diffusion track;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/>
              <a:t>Example: 0/1/5/6,0:4; </a:t>
            </a:r>
            <a:r>
              <a:rPr lang="en-US" sz="2000" b="1" i="1" dirty="0" err="1">
                <a:latin typeface="IntelOne Text Light"/>
              </a:rPr>
              <a:t>VcrPatternGlobal</a:t>
            </a:r>
            <a:r>
              <a:rPr lang="en-US" sz="2000" dirty="0">
                <a:latin typeface="IntelOne Text Light"/>
              </a:rPr>
              <a:t> (string)</a:t>
            </a:r>
            <a:r>
              <a:rPr lang="en-US" sz="2000" dirty="0">
                <a:latin typeface="IntelOne Text Light"/>
                <a:sym typeface="Wingdings" panose="05000000000000000000" pitchFamily="2" charset="2"/>
              </a:rPr>
              <a:t> </a:t>
            </a:r>
            <a:r>
              <a:rPr lang="en-US" sz="2000" dirty="0">
                <a:latin typeface="IntelOne Text Light"/>
              </a:rPr>
              <a:t> Define </a:t>
            </a:r>
            <a:r>
              <a:rPr lang="en-US" sz="2000" dirty="0" err="1">
                <a:latin typeface="IntelOne Text Light"/>
              </a:rPr>
              <a:t>vcr</a:t>
            </a:r>
            <a:r>
              <a:rPr lang="en-US" sz="2000" dirty="0">
                <a:latin typeface="IntelOne Text Light"/>
              </a:rPr>
              <a:t> shapes</a:t>
            </a:r>
            <a:r>
              <a:rPr lang="en-US" sz="2000" dirty="0"/>
              <a:t> (</a:t>
            </a:r>
            <a:r>
              <a:rPr lang="en-US" sz="2000" dirty="0">
                <a:latin typeface="IntelOne Text Light"/>
              </a:rPr>
              <a:t>All input format for skew are optional. 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>
                <a:latin typeface="IntelOne Text Light"/>
              </a:rPr>
              <a:t>Format: tcn track, m0 (power) </a:t>
            </a:r>
            <a:r>
              <a:rPr lang="en-US" sz="1800" dirty="0" err="1">
                <a:latin typeface="IntelOne Text Light"/>
              </a:rPr>
              <a:t>track|cd</a:t>
            </a:r>
            <a:r>
              <a:rPr lang="en-US" sz="1800" dirty="0">
                <a:latin typeface="IntelOne Text Light"/>
              </a:rPr>
              <a:t> skew X, cd skew Y, reg skew X, reg skew;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/>
              <a:t>Example: 2:6,2;0:3,1;6:11,3:4|0,0.002,0,0;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i="1" dirty="0" err="1">
                <a:latin typeface="IntelOne Text Light"/>
              </a:rPr>
              <a:t>VcrnubPatternGlobal</a:t>
            </a:r>
            <a:r>
              <a:rPr lang="en-US" sz="2000" dirty="0">
                <a:latin typeface="IntelOne Text Light"/>
              </a:rPr>
              <a:t> (string)</a:t>
            </a:r>
            <a:r>
              <a:rPr lang="en-US" sz="2000" dirty="0">
                <a:latin typeface="IntelOne Text Light"/>
                <a:sym typeface="Wingdings" panose="05000000000000000000" pitchFamily="2" charset="2"/>
              </a:rPr>
              <a:t> </a:t>
            </a:r>
            <a:r>
              <a:rPr lang="en-US" sz="2000" dirty="0">
                <a:latin typeface="IntelOne Text Light"/>
              </a:rPr>
              <a:t> Define </a:t>
            </a:r>
            <a:r>
              <a:rPr lang="en-US" sz="2000" dirty="0" err="1">
                <a:latin typeface="IntelOne Text Light"/>
              </a:rPr>
              <a:t>vcrnub</a:t>
            </a:r>
            <a:r>
              <a:rPr lang="en-US" sz="2000" dirty="0">
                <a:latin typeface="IntelOne Text Light"/>
              </a:rPr>
              <a:t> shapes</a:t>
            </a:r>
            <a:r>
              <a:rPr lang="en-US" sz="2000" dirty="0"/>
              <a:t> (</a:t>
            </a:r>
            <a:r>
              <a:rPr lang="en-US" sz="2000" dirty="0">
                <a:latin typeface="IntelOne Text Light"/>
              </a:rPr>
              <a:t>All input format for skew are optional. 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>
                <a:latin typeface="IntelOne Text Light"/>
              </a:rPr>
              <a:t>Format: poly track,m0 (power) track, nub direction (top, bottom, or both)|cd skew X, cd skew Y, reg skew X, reg skew;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/>
              <a:t>Example: 3:5,2,top;2,1,bottom;7:10,3:4,both|0,0,0,0.004;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i="1" dirty="0" err="1">
                <a:latin typeface="IntelOne Text Light"/>
              </a:rPr>
              <a:t>TcnExtensionGlobal</a:t>
            </a:r>
            <a:r>
              <a:rPr lang="en-US" sz="2000" dirty="0">
                <a:latin typeface="IntelOne Text Light"/>
              </a:rPr>
              <a:t> (string)</a:t>
            </a:r>
            <a:r>
              <a:rPr lang="en-US" sz="2000" dirty="0">
                <a:latin typeface="IntelOne Text Light"/>
                <a:sym typeface="Wingdings" panose="05000000000000000000" pitchFamily="2" charset="2"/>
              </a:rPr>
              <a:t> </a:t>
            </a:r>
            <a:r>
              <a:rPr lang="en-US" sz="2000" dirty="0">
                <a:latin typeface="IntelOne Text Light"/>
              </a:rPr>
              <a:t> To extend specific tcns which are facing the </a:t>
            </a:r>
            <a:r>
              <a:rPr lang="en-US" sz="2000" dirty="0" err="1">
                <a:latin typeface="IntelOne Text Light"/>
              </a:rPr>
              <a:t>vcrnub</a:t>
            </a:r>
            <a:endParaRPr lang="en-US" sz="2000" dirty="0">
              <a:latin typeface="IntelOne Text Light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>
                <a:latin typeface="IntelOne Text Light"/>
              </a:rPr>
              <a:t>Note: To be called </a:t>
            </a:r>
            <a:r>
              <a:rPr lang="en-US" sz="1600" b="1" i="1" u="sng" dirty="0">
                <a:latin typeface="IntelOne Text Light"/>
              </a:rPr>
              <a:t>ONLY</a:t>
            </a:r>
            <a:r>
              <a:rPr lang="en-US" sz="1600" dirty="0">
                <a:latin typeface="IntelOne Text Light"/>
              </a:rPr>
              <a:t> after the tcn and </a:t>
            </a:r>
            <a:r>
              <a:rPr lang="en-US" sz="1600" dirty="0" err="1">
                <a:latin typeface="IntelOne Text Light"/>
              </a:rPr>
              <a:t>vcrnub</a:t>
            </a:r>
            <a:r>
              <a:rPr lang="en-US" sz="1600" dirty="0">
                <a:latin typeface="IntelOne Text Light"/>
              </a:rPr>
              <a:t> shapes are finalized. Converting them is not necessary before the function call.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>
                <a:latin typeface="IntelOne Text Light"/>
              </a:rPr>
              <a:t>Format: tcn track, m0 (power) track;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/>
              <a:t>Example: 3:5,2;2,1;8,4;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i="1" dirty="0"/>
              <a:t>M0CutPatternGlobal</a:t>
            </a:r>
            <a:r>
              <a:rPr lang="en-US" sz="2000" dirty="0"/>
              <a:t> (string)</a:t>
            </a:r>
            <a:r>
              <a:rPr lang="en-US" sz="2000" dirty="0">
                <a:sym typeface="Wingdings" panose="05000000000000000000" pitchFamily="2" charset="2"/>
              </a:rPr>
              <a:t> </a:t>
            </a:r>
            <a:r>
              <a:rPr lang="en-US" sz="2000" dirty="0"/>
              <a:t> Define m0 cuts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Format: m0 cut guide tracks, m0 tracks;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Example: 0/1/5/6,0:4;</a:t>
            </a:r>
            <a:endParaRPr lang="en-US" sz="1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i="1" dirty="0" err="1"/>
              <a:t>FtiTracksGlobal</a:t>
            </a:r>
            <a:r>
              <a:rPr lang="en-US" sz="2000" dirty="0"/>
              <a:t> (string)</a:t>
            </a:r>
            <a:r>
              <a:rPr lang="en-US" sz="2000" dirty="0">
                <a:sym typeface="Wingdings" panose="05000000000000000000" pitchFamily="2" charset="2"/>
              </a:rPr>
              <a:t> </a:t>
            </a:r>
            <a:r>
              <a:rPr lang="en-US" sz="2000" dirty="0"/>
              <a:t> Define </a:t>
            </a:r>
            <a:r>
              <a:rPr lang="en-US" sz="2000" dirty="0" err="1"/>
              <a:t>fti</a:t>
            </a:r>
            <a:r>
              <a:rPr lang="en-US" sz="2000" dirty="0"/>
              <a:t> shapes</a:t>
            </a:r>
            <a:endParaRPr lang="en-US" sz="16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/>
              <a:t>Format: poly tracks, diff tracks;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/>
              <a:t>Example: 0/1/5/6,0:4;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4406956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411FD70-29DB-651A-3BE6-C40234D86E17}"/>
              </a:ext>
            </a:extLst>
          </p:cNvPr>
          <p:cNvSpPr txBox="1">
            <a:spLocks/>
          </p:cNvSpPr>
          <p:nvPr/>
        </p:nvSpPr>
        <p:spPr>
          <a:xfrm>
            <a:off x="0" y="121906"/>
            <a:ext cx="11719249" cy="6270171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IntelOne Display Regular" panose="020B0503020203020204" pitchFamily="34" charset="0"/>
              <a:buChar char="•"/>
              <a:defRPr sz="2800" b="0" i="0" kern="1200">
                <a:solidFill>
                  <a:schemeClr val="tx1"/>
                </a:solidFill>
                <a:latin typeface="IntelOne Text Light" panose="020B0403020203020204" pitchFamily="34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IntelOne Display Regular" panose="020B0503020203020204" pitchFamily="34" charset="0"/>
              <a:buChar char="•"/>
              <a:defRPr sz="2400" b="0" i="0" kern="1200">
                <a:solidFill>
                  <a:schemeClr val="tx1"/>
                </a:solidFill>
                <a:latin typeface="IntelOne Text Light" panose="020B0403020203020204" pitchFamily="34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IntelOne Display Regular" panose="020B0503020203020204" pitchFamily="34" charset="0"/>
              <a:buChar char="•"/>
              <a:defRPr sz="2000" b="0" i="0" kern="1200">
                <a:solidFill>
                  <a:schemeClr val="tx1"/>
                </a:solidFill>
                <a:latin typeface="IntelOne Text Light" panose="020B0403020203020204" pitchFamily="34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IntelOne Display Regular" panose="020B0503020203020204" pitchFamily="34" charset="0"/>
              <a:buChar char="•"/>
              <a:defRPr sz="1800" b="0" i="0" kern="1200">
                <a:solidFill>
                  <a:schemeClr val="tx1"/>
                </a:solidFill>
                <a:latin typeface="IntelOne Text Light" panose="020B0403020203020204" pitchFamily="34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IntelOne Display Regular" panose="020B0503020203020204" pitchFamily="34" charset="0"/>
              <a:buChar char="•"/>
              <a:defRPr sz="1600" b="0" i="0" kern="1200">
                <a:solidFill>
                  <a:schemeClr val="tx1"/>
                </a:solidFill>
                <a:latin typeface="IntelOne Text Light" panose="020B0403020203020204" pitchFamily="34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i="1" u="sng" dirty="0">
                <a:latin typeface="+mj-lt"/>
                <a:ea typeface="+mj-ea"/>
                <a:cs typeface="+mj-cs"/>
              </a:rPr>
              <a:t>Metal Lego Pattern Definition: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400" i="1" dirty="0">
              <a:latin typeface="IntelOne Display Medium"/>
              <a:cs typeface="IntelOne Display AR Bold" panose="020B0803020203020204" pitchFamily="34" charset="-78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i="1" dirty="0">
                <a:latin typeface="IntelOne Display Medium"/>
                <a:cs typeface="IntelOne Display AR Bold" panose="020B0803020203020204" pitchFamily="34" charset="-78"/>
              </a:rPr>
              <a:t>M0LegoPattern</a:t>
            </a:r>
            <a:r>
              <a:rPr lang="en-US" sz="2400" dirty="0">
                <a:latin typeface="IntelOne Text Light"/>
              </a:rPr>
              <a:t> (s</a:t>
            </a:r>
            <a:r>
              <a:rPr lang="en-US" sz="2400" dirty="0">
                <a:latin typeface="IntelOne Text Light"/>
                <a:sym typeface="Wingdings" panose="05000000000000000000" pitchFamily="2" charset="2"/>
              </a:rPr>
              <a:t>tring)  M0 Lego Pattern Definition</a:t>
            </a:r>
            <a:endParaRPr lang="en-US" sz="2400" dirty="0">
              <a:latin typeface="IntelOne Text Light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100" b="1" i="1" u="sng" dirty="0">
                <a:latin typeface="IntelOne Text Light"/>
                <a:sym typeface="Wingdings" panose="05000000000000000000" pitchFamily="2" charset="2"/>
              </a:rPr>
              <a:t>In x81rb, only fixed </a:t>
            </a:r>
            <a:r>
              <a:rPr lang="en-US" sz="2100" b="1" i="1" u="sng" dirty="0" err="1">
                <a:latin typeface="IntelOne Text Light"/>
                <a:sym typeface="Wingdings" panose="05000000000000000000" pitchFamily="2" charset="2"/>
              </a:rPr>
              <a:t>cd;spc</a:t>
            </a:r>
            <a:r>
              <a:rPr lang="en-US" sz="2100" b="1" i="1" u="sng" dirty="0">
                <a:latin typeface="IntelOne Text Light"/>
                <a:sym typeface="Wingdings" panose="05000000000000000000" pitchFamily="2" charset="2"/>
              </a:rPr>
              <a:t>; allowed by SDR are permitted</a:t>
            </a:r>
            <a:r>
              <a:rPr lang="en-US" sz="2100" dirty="0">
                <a:latin typeface="IntelOne Text Light"/>
                <a:sym typeface="Wingdings" panose="05000000000000000000" pitchFamily="2" charset="2"/>
              </a:rPr>
              <a:t>, so the Lego pattern does not operate arbitrarily. Updates are planned for the future (x81z or x81a).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100" dirty="0">
                <a:latin typeface="IntelOne Text Light"/>
                <a:sym typeface="Wingdings" panose="05000000000000000000" pitchFamily="2" charset="2"/>
              </a:rPr>
              <a:t>Leaving it </a:t>
            </a:r>
            <a:r>
              <a:rPr lang="en-US" sz="2100" b="1" i="1" u="sng" dirty="0">
                <a:latin typeface="IntelOne Text Light"/>
                <a:sym typeface="Wingdings" panose="05000000000000000000" pitchFamily="2" charset="2"/>
              </a:rPr>
              <a:t>blank</a:t>
            </a:r>
            <a:r>
              <a:rPr lang="en-US" sz="2100" dirty="0">
                <a:latin typeface="IntelOne Text Light"/>
                <a:sym typeface="Wingdings" panose="05000000000000000000" pitchFamily="2" charset="2"/>
              </a:rPr>
              <a:t> draws </a:t>
            </a:r>
            <a:r>
              <a:rPr lang="en-US" sz="2100" b="1" i="1" u="sng" dirty="0">
                <a:latin typeface="IntelOne Text Light"/>
                <a:sym typeface="Wingdings" panose="05000000000000000000" pitchFamily="2" charset="2"/>
              </a:rPr>
              <a:t>the default </a:t>
            </a:r>
            <a:r>
              <a:rPr lang="en-US" sz="2100" b="1" i="1" u="sng" dirty="0" err="1">
                <a:latin typeface="IntelOne Text Light"/>
                <a:sym typeface="Wingdings" panose="05000000000000000000" pitchFamily="2" charset="2"/>
              </a:rPr>
              <a:t>lego</a:t>
            </a:r>
            <a:r>
              <a:rPr lang="en-US" sz="2100" b="1" i="1" u="sng" dirty="0">
                <a:latin typeface="IntelOne Text Light"/>
                <a:sym typeface="Wingdings" panose="05000000000000000000" pitchFamily="2" charset="2"/>
              </a:rPr>
              <a:t> pattern</a:t>
            </a:r>
            <a:r>
              <a:rPr lang="en-US" sz="2100" dirty="0">
                <a:latin typeface="IntelOne Text Light"/>
                <a:sym typeface="Wingdings" panose="05000000000000000000" pitchFamily="2" charset="2"/>
              </a:rPr>
              <a:t> for the specified </a:t>
            </a:r>
            <a:r>
              <a:rPr lang="en-US" sz="2100" dirty="0" err="1">
                <a:latin typeface="IntelOne Text Light"/>
                <a:sym typeface="Wingdings" panose="05000000000000000000" pitchFamily="2" charset="2"/>
              </a:rPr>
              <a:t>cellHeight</a:t>
            </a:r>
            <a:endParaRPr lang="en-US" sz="2100" dirty="0">
              <a:latin typeface="IntelOne Text Light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100" b="1" dirty="0">
                <a:latin typeface="IntelOne Text Light"/>
                <a:sym typeface="Wingdings" panose="05000000000000000000" pitchFamily="2" charset="2"/>
              </a:rPr>
              <a:t>Format</a:t>
            </a:r>
            <a:r>
              <a:rPr lang="en-US" sz="2100" dirty="0">
                <a:latin typeface="IntelOne Text Light"/>
                <a:sym typeface="Wingdings" panose="05000000000000000000" pitchFamily="2" charset="2"/>
              </a:rPr>
              <a:t>: </a:t>
            </a:r>
            <a:r>
              <a:rPr lang="en-US" sz="2100" dirty="0" err="1">
                <a:latin typeface="IntelOne Text Light"/>
                <a:sym typeface="Wingdings" panose="05000000000000000000" pitchFamily="2" charset="2"/>
              </a:rPr>
              <a:t>cd;spc;cd;spc</a:t>
            </a:r>
            <a:r>
              <a:rPr lang="en-US" sz="2100" dirty="0">
                <a:latin typeface="IntelOne Text Light"/>
                <a:sym typeface="Wingdings" panose="05000000000000000000" pitchFamily="2" charset="2"/>
              </a:rPr>
              <a:t>…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100" dirty="0"/>
              <a:t>Example: 0.017;0.009;0.012;0.009;0.012;0.009;0.012;0.009;0.012;0.009;</a:t>
            </a:r>
            <a:endParaRPr lang="en-US" sz="2100" dirty="0">
              <a:latin typeface="IntelOne Text Light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100" dirty="0">
                <a:latin typeface="IntelOne Text Light"/>
                <a:sym typeface="Wingdings" panose="05000000000000000000" pitchFamily="2" charset="2"/>
              </a:rPr>
              <a:t>Guides drawn can be seen using m0;tccGuide1</a:t>
            </a:r>
            <a:endParaRPr lang="en-US" sz="2100" dirty="0">
              <a:latin typeface="IntelOne Text Light"/>
            </a:endParaRPr>
          </a:p>
          <a:p>
            <a:pPr marL="457200" lvl="1" indent="0">
              <a:buNone/>
            </a:pPr>
            <a:endParaRPr lang="en-US" sz="2100" i="1" dirty="0">
              <a:latin typeface="IntelOne Display Medium" panose="020B0703020203020204" pitchFamily="34" charset="0"/>
              <a:cs typeface="IntelOne Display AR Bold" panose="020B0803020203020204" pitchFamily="34" charset="-78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i="1" dirty="0">
                <a:latin typeface="IntelOne Display Medium"/>
                <a:cs typeface="IntelOne Display AR Bold" panose="020B0803020203020204" pitchFamily="34" charset="-78"/>
              </a:rPr>
              <a:t>M0CutLegoPattern </a:t>
            </a:r>
            <a:r>
              <a:rPr lang="en-US" sz="2400" dirty="0">
                <a:latin typeface="IntelOne Text Light"/>
              </a:rPr>
              <a:t>(string) </a:t>
            </a:r>
            <a:r>
              <a:rPr lang="en-US" sz="2400" dirty="0">
                <a:latin typeface="IntelOne Text Light"/>
                <a:sym typeface="Wingdings" panose="05000000000000000000" pitchFamily="2" charset="2"/>
              </a:rPr>
              <a:t> M0 Cut Lego Pattern Definition</a:t>
            </a:r>
            <a:endParaRPr lang="en-US" sz="1600" dirty="0">
              <a:latin typeface="IntelOne Text Light"/>
              <a:sym typeface="Wingdings" panose="05000000000000000000" pitchFamily="2" charset="2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100" dirty="0">
                <a:latin typeface="IntelOne Text Light"/>
                <a:sym typeface="Wingdings" panose="05000000000000000000" pitchFamily="2" charset="2"/>
              </a:rPr>
              <a:t>This Lego pattern serves as the cut guides for M0 (visible using m0;tccGuide2) that determine where M0 cuts are placed.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100" dirty="0">
                <a:latin typeface="IntelOne Text Light"/>
                <a:sym typeface="Wingdings" panose="05000000000000000000" pitchFamily="2" charset="2"/>
              </a:rPr>
              <a:t>Leaving this </a:t>
            </a:r>
            <a:r>
              <a:rPr lang="en-US" sz="2100" b="1" i="1" u="sng" dirty="0">
                <a:latin typeface="IntelOne Text Light"/>
                <a:sym typeface="Wingdings" panose="05000000000000000000" pitchFamily="2" charset="2"/>
              </a:rPr>
              <a:t>blank</a:t>
            </a:r>
            <a:r>
              <a:rPr lang="en-US" sz="2100" dirty="0">
                <a:latin typeface="IntelOne Text Light"/>
                <a:sym typeface="Wingdings" panose="05000000000000000000" pitchFamily="2" charset="2"/>
              </a:rPr>
              <a:t> draws </a:t>
            </a:r>
            <a:r>
              <a:rPr lang="en-US" sz="2100" b="1" i="1" u="sng" dirty="0">
                <a:latin typeface="IntelOne Text Light"/>
                <a:sym typeface="Wingdings" panose="05000000000000000000" pitchFamily="2" charset="2"/>
              </a:rPr>
              <a:t>the default cut </a:t>
            </a:r>
            <a:r>
              <a:rPr lang="en-US" sz="2100" b="1" i="1" u="sng" dirty="0" err="1">
                <a:latin typeface="IntelOne Text Light"/>
                <a:sym typeface="Wingdings" panose="05000000000000000000" pitchFamily="2" charset="2"/>
              </a:rPr>
              <a:t>lego</a:t>
            </a:r>
            <a:r>
              <a:rPr lang="en-US" sz="2100" b="1" i="1" u="sng" dirty="0">
                <a:latin typeface="IntelOne Text Light"/>
                <a:sym typeface="Wingdings" panose="05000000000000000000" pitchFamily="2" charset="2"/>
              </a:rPr>
              <a:t> pattern</a:t>
            </a:r>
            <a:r>
              <a:rPr lang="en-US" sz="2100" dirty="0">
                <a:latin typeface="IntelOne Text Light"/>
                <a:sym typeface="Wingdings" panose="05000000000000000000" pitchFamily="2" charset="2"/>
              </a:rPr>
              <a:t> for the specified </a:t>
            </a:r>
            <a:r>
              <a:rPr lang="en-US" sz="2100" dirty="0" err="1">
                <a:latin typeface="IntelOne Text Light"/>
                <a:sym typeface="Wingdings" panose="05000000000000000000" pitchFamily="2" charset="2"/>
              </a:rPr>
              <a:t>cellHeight</a:t>
            </a:r>
            <a:r>
              <a:rPr lang="en-US" sz="2100" dirty="0">
                <a:latin typeface="IntelOne Text Light"/>
                <a:sym typeface="Wingdings" panose="05000000000000000000" pitchFamily="2" charset="2"/>
              </a:rPr>
              <a:t>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100" b="1" dirty="0">
                <a:latin typeface="IntelOne Text Light"/>
                <a:sym typeface="Wingdings" panose="05000000000000000000" pitchFamily="2" charset="2"/>
              </a:rPr>
              <a:t>Format</a:t>
            </a:r>
            <a:r>
              <a:rPr lang="en-US" sz="2100" dirty="0">
                <a:latin typeface="IntelOne Text Light"/>
                <a:sym typeface="Wingdings" panose="05000000000000000000" pitchFamily="2" charset="2"/>
              </a:rPr>
              <a:t>: </a:t>
            </a:r>
            <a:r>
              <a:rPr lang="en-US" sz="2100" dirty="0" err="1">
                <a:latin typeface="IntelOne Text Light"/>
                <a:sym typeface="Wingdings" panose="05000000000000000000" pitchFamily="2" charset="2"/>
              </a:rPr>
              <a:t>cd;spc;cd;spc</a:t>
            </a:r>
            <a:r>
              <a:rPr lang="en-US" sz="2100" dirty="0">
                <a:latin typeface="IntelOne Text Light"/>
                <a:sym typeface="Wingdings" panose="05000000000000000000" pitchFamily="2" charset="2"/>
              </a:rPr>
              <a:t>…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100" dirty="0">
                <a:latin typeface="IntelOne Text Light"/>
                <a:sym typeface="Wingdings" panose="05000000000000000000" pitchFamily="2" charset="2"/>
              </a:rPr>
              <a:t>The actual cuts are applied through the </a:t>
            </a:r>
            <a:r>
              <a:rPr lang="en-US" sz="2100" b="1" i="1" u="sng" dirty="0">
                <a:latin typeface="IntelOne Text Light"/>
                <a:sym typeface="Wingdings" panose="05000000000000000000" pitchFamily="2" charset="2"/>
              </a:rPr>
              <a:t>M0CutPatternUnit/M0CutPatternGlobal</a:t>
            </a:r>
            <a:r>
              <a:rPr lang="en-US" sz="2100" dirty="0">
                <a:latin typeface="IntelOne Text Light"/>
                <a:sym typeface="Wingdings" panose="05000000000000000000" pitchFamily="2" charset="2"/>
              </a:rPr>
              <a:t> parameters. 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sz="2100" dirty="0">
              <a:latin typeface="IntelOne Text Light"/>
            </a:endParaRPr>
          </a:p>
          <a:p>
            <a:pPr marL="457200" lvl="1" indent="0">
              <a:buNone/>
            </a:pPr>
            <a:endParaRPr lang="en-US" sz="2100" dirty="0">
              <a:latin typeface="IntelOne Text Light"/>
            </a:endParaRPr>
          </a:p>
          <a:p>
            <a:pPr marL="457200" lvl="1" indent="0">
              <a:buNone/>
            </a:pPr>
            <a:endParaRPr lang="en-US" dirty="0">
              <a:latin typeface="IntelOne Text Light"/>
            </a:endParaRPr>
          </a:p>
        </p:txBody>
      </p:sp>
    </p:spTree>
    <p:extLst>
      <p:ext uri="{BB962C8B-B14F-4D97-AF65-F5344CB8AC3E}">
        <p14:creationId xmlns:p14="http://schemas.microsoft.com/office/powerpoint/2010/main" val="36215839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411FD70-29DB-651A-3BE6-C40234D86E17}"/>
              </a:ext>
            </a:extLst>
          </p:cNvPr>
          <p:cNvSpPr txBox="1">
            <a:spLocks/>
          </p:cNvSpPr>
          <p:nvPr/>
        </p:nvSpPr>
        <p:spPr>
          <a:xfrm>
            <a:off x="0" y="111967"/>
            <a:ext cx="11719249" cy="6270171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IntelOne Display Regular" panose="020B0503020203020204" pitchFamily="34" charset="0"/>
              <a:buChar char="•"/>
              <a:defRPr sz="2800" b="0" i="0" kern="1200">
                <a:solidFill>
                  <a:schemeClr val="tx1"/>
                </a:solidFill>
                <a:latin typeface="IntelOne Text Light" panose="020B0403020203020204" pitchFamily="34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IntelOne Display Regular" panose="020B0503020203020204" pitchFamily="34" charset="0"/>
              <a:buChar char="•"/>
              <a:defRPr sz="2400" b="0" i="0" kern="1200">
                <a:solidFill>
                  <a:schemeClr val="tx1"/>
                </a:solidFill>
                <a:latin typeface="IntelOne Text Light" panose="020B0403020203020204" pitchFamily="34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IntelOne Display Regular" panose="020B0503020203020204" pitchFamily="34" charset="0"/>
              <a:buChar char="•"/>
              <a:defRPr sz="2000" b="0" i="0" kern="1200">
                <a:solidFill>
                  <a:schemeClr val="tx1"/>
                </a:solidFill>
                <a:latin typeface="IntelOne Text Light" panose="020B0403020203020204" pitchFamily="34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IntelOne Display Regular" panose="020B0503020203020204" pitchFamily="34" charset="0"/>
              <a:buChar char="•"/>
              <a:defRPr sz="1800" b="0" i="0" kern="1200">
                <a:solidFill>
                  <a:schemeClr val="tx1"/>
                </a:solidFill>
                <a:latin typeface="IntelOne Text Light" panose="020B0403020203020204" pitchFamily="34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IntelOne Display Regular" panose="020B0503020203020204" pitchFamily="34" charset="0"/>
              <a:buChar char="•"/>
              <a:defRPr sz="1600" b="0" i="0" kern="1200">
                <a:solidFill>
                  <a:schemeClr val="tx1"/>
                </a:solidFill>
                <a:latin typeface="IntelOne Text Light" panose="020B0403020203020204" pitchFamily="34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i="1" u="sng" dirty="0">
                <a:latin typeface="+mj-lt"/>
                <a:ea typeface="+mj-ea"/>
                <a:cs typeface="+mj-cs"/>
              </a:rPr>
              <a:t>Active M0 Track Selection:</a:t>
            </a:r>
            <a:endParaRPr lang="en-US" dirty="0">
              <a:sym typeface="Wingdings" panose="05000000000000000000" pitchFamily="2" charset="2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sym typeface="Wingdings" panose="05000000000000000000" pitchFamily="2" charset="2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i="1" dirty="0" err="1"/>
              <a:t>DFActiveTracks</a:t>
            </a:r>
            <a:r>
              <a:rPr lang="en-US" sz="2400" dirty="0"/>
              <a:t> (string)</a:t>
            </a:r>
            <a:endParaRPr lang="en-US" sz="2400" b="1" i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i="1" dirty="0" err="1"/>
              <a:t>SFActiveTracks</a:t>
            </a:r>
            <a:r>
              <a:rPr lang="en-US" sz="2400" dirty="0"/>
              <a:t> (string)</a:t>
            </a:r>
            <a:endParaRPr lang="en-US" sz="2400" b="1" i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i="1" dirty="0" err="1"/>
              <a:t>GFActiveTracks</a:t>
            </a:r>
            <a:r>
              <a:rPr lang="en-US" sz="2400" dirty="0"/>
              <a:t> (string)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i="1" dirty="0"/>
              <a:t>TAP2ActiveTracks</a:t>
            </a:r>
            <a:r>
              <a:rPr lang="en-US" sz="2400" dirty="0"/>
              <a:t> (string)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i="1" dirty="0" err="1"/>
              <a:t>TAPActiveTracks</a:t>
            </a:r>
            <a:r>
              <a:rPr lang="en-US" sz="2400" dirty="0"/>
              <a:t> (string)</a:t>
            </a:r>
          </a:p>
          <a:p>
            <a:pPr marL="457200" lvl="1" indent="0">
              <a:buNone/>
            </a:pPr>
            <a:r>
              <a:rPr lang="en-US" sz="2000" dirty="0">
                <a:sym typeface="Wingdings" panose="05000000000000000000" pitchFamily="2" charset="2"/>
              </a:rPr>
              <a:t> </a:t>
            </a:r>
            <a:r>
              <a:rPr lang="en-US" sz="2000" dirty="0"/>
              <a:t>Specifies which M0 tracks connect to routing jumpers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/>
              <a:t>Note: Layer is determined by parsing the pin inputs on the next slide.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/>
              <a:t>Format: </a:t>
            </a:r>
            <a:r>
              <a:rPr lang="en-US" sz="2000" dirty="0" err="1"/>
              <a:t>trackPattern</a:t>
            </a:r>
            <a:endParaRPr lang="en-US" sz="20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/>
              <a:t>Example: 2 (or) 0;4;7 (or) 1:8[3]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8517533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7CC5AB-0392-7F9E-EFEA-D3521BF18F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4BD8F2E-68CC-E307-6919-F2DEAEDCF7BA}"/>
              </a:ext>
            </a:extLst>
          </p:cNvPr>
          <p:cNvSpPr txBox="1">
            <a:spLocks/>
          </p:cNvSpPr>
          <p:nvPr/>
        </p:nvSpPr>
        <p:spPr>
          <a:xfrm>
            <a:off x="0" y="111967"/>
            <a:ext cx="11719249" cy="6270171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IntelOne Display Regular" panose="020B0503020203020204" pitchFamily="34" charset="0"/>
              <a:buChar char="•"/>
              <a:defRPr sz="2800" b="0" i="0" kern="1200">
                <a:solidFill>
                  <a:schemeClr val="tx1"/>
                </a:solidFill>
                <a:latin typeface="IntelOne Text Light" panose="020B0403020203020204" pitchFamily="34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IntelOne Display Regular" panose="020B0503020203020204" pitchFamily="34" charset="0"/>
              <a:buChar char="•"/>
              <a:defRPr sz="2400" b="0" i="0" kern="1200">
                <a:solidFill>
                  <a:schemeClr val="tx1"/>
                </a:solidFill>
                <a:latin typeface="IntelOne Text Light" panose="020B0403020203020204" pitchFamily="34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IntelOne Display Regular" panose="020B0503020203020204" pitchFamily="34" charset="0"/>
              <a:buChar char="•"/>
              <a:defRPr sz="2000" b="0" i="0" kern="1200">
                <a:solidFill>
                  <a:schemeClr val="tx1"/>
                </a:solidFill>
                <a:latin typeface="IntelOne Text Light" panose="020B0403020203020204" pitchFamily="34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IntelOne Display Regular" panose="020B0503020203020204" pitchFamily="34" charset="0"/>
              <a:buChar char="•"/>
              <a:defRPr sz="1800" b="0" i="0" kern="1200">
                <a:solidFill>
                  <a:schemeClr val="tx1"/>
                </a:solidFill>
                <a:latin typeface="IntelOne Text Light" panose="020B0403020203020204" pitchFamily="34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IntelOne Display Regular" panose="020B0503020203020204" pitchFamily="34" charset="0"/>
              <a:buChar char="•"/>
              <a:defRPr sz="1600" b="0" i="0" kern="1200">
                <a:solidFill>
                  <a:schemeClr val="tx1"/>
                </a:solidFill>
                <a:latin typeface="IntelOne Text Light" panose="020B0403020203020204" pitchFamily="34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i="1" u="sng" dirty="0">
                <a:latin typeface="+mj-lt"/>
                <a:ea typeface="+mj-ea"/>
                <a:cs typeface="+mj-cs"/>
              </a:rPr>
              <a:t>Pin Setup</a:t>
            </a:r>
            <a:endParaRPr lang="en-US" dirty="0">
              <a:sym typeface="Wingdings" panose="05000000000000000000" pitchFamily="2" charset="2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1100" dirty="0">
              <a:sym typeface="Wingdings" panose="05000000000000000000" pitchFamily="2" charset="2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i="1" dirty="0"/>
              <a:t>DF/SF/GF/TAP2/TAPData</a:t>
            </a:r>
            <a:r>
              <a:rPr lang="en-US" sz="2400" dirty="0"/>
              <a:t> (string)</a:t>
            </a:r>
          </a:p>
          <a:p>
            <a:pPr lvl="1">
              <a:buFont typeface="Wingdings" panose="05000000000000000000" pitchFamily="2" charset="2"/>
              <a:buChar char="à"/>
            </a:pPr>
            <a:r>
              <a:rPr lang="en-US" sz="2000" dirty="0"/>
              <a:t> Defines routing from FE through M0 and M1 to pins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/>
              <a:t>Track Layer: A Layer which are used from the structure to jumper (bus) layer or Pin directly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/>
              <a:t>Bus Layer: A Layer to bus from the track layer to Pin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/>
              <a:t>Jumper Side: L/R/T/B for jumper location or A (Active Lay) to directly connect to Pin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/>
              <a:t>Track Range: In units of jumper tracks, width of pin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/>
              <a:t>Pin Position: </a:t>
            </a:r>
            <a:r>
              <a:rPr lang="en-US" sz="2000" dirty="0">
                <a:latin typeface="IntelOne Text Light"/>
              </a:rPr>
              <a:t>L/R/T/B for routing pin location on left, right, top, or bottom of the structure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/>
              <a:t>Format: 	</a:t>
            </a:r>
            <a:r>
              <a:rPr lang="en-US" sz="2000" dirty="0" err="1"/>
              <a:t>TrackLay</a:t>
            </a:r>
            <a:r>
              <a:rPr lang="en-US" sz="2000" dirty="0"/>
              <a:t>, </a:t>
            </a:r>
            <a:r>
              <a:rPr lang="en-US" sz="2000" dirty="0" err="1"/>
              <a:t>BusLay</a:t>
            </a:r>
            <a:r>
              <a:rPr lang="en-US" sz="2000" dirty="0"/>
              <a:t>, Jumper Side(L/R/T/B/A), Track Range, </a:t>
            </a:r>
            <a:r>
              <a:rPr lang="en-US" sz="2000" dirty="0" err="1"/>
              <a:t>PinPos</a:t>
            </a:r>
            <a:r>
              <a:rPr lang="en-US" sz="2000" dirty="0"/>
              <a:t>(L/R/T/B)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/>
              <a:t>Example: m0,m0,A,r0:0,R </a:t>
            </a:r>
            <a:r>
              <a:rPr lang="en-US" sz="2000" dirty="0">
                <a:sym typeface="Wingdings" panose="05000000000000000000" pitchFamily="2" charset="2"/>
              </a:rPr>
              <a:t> m0 bussing using the active track</a:t>
            </a:r>
            <a:br>
              <a:rPr lang="en-US" sz="2000" dirty="0">
                <a:sym typeface="Wingdings" panose="05000000000000000000" pitchFamily="2" charset="2"/>
              </a:rPr>
            </a:br>
            <a:r>
              <a:rPr lang="en-US" sz="2000" dirty="0">
                <a:sym typeface="Wingdings" panose="05000000000000000000" pitchFamily="2" charset="2"/>
              </a:rPr>
              <a:t>		m0,m1,R,0:2,T  m1 bussing using jumper on the right side (at Castle region)</a:t>
            </a:r>
            <a:endParaRPr lang="en-US" sz="1200" dirty="0"/>
          </a:p>
          <a:p>
            <a:pPr lvl="1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0363D03-0779-1212-C7EA-0196C0E20DB0}"/>
              </a:ext>
            </a:extLst>
          </p:cNvPr>
          <p:cNvGrpSpPr/>
          <p:nvPr/>
        </p:nvGrpSpPr>
        <p:grpSpPr>
          <a:xfrm>
            <a:off x="2130938" y="4389014"/>
            <a:ext cx="2788083" cy="1958490"/>
            <a:chOff x="1938383" y="4731808"/>
            <a:chExt cx="2304201" cy="1618586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051C0081-5543-04FB-5D4A-1A73C6A55F0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38383" y="4731808"/>
              <a:ext cx="2304201" cy="1618586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9882C49-A8EE-7333-675F-7515063685E2}"/>
                </a:ext>
              </a:extLst>
            </p:cNvPr>
            <p:cNvSpPr/>
            <p:nvPr/>
          </p:nvSpPr>
          <p:spPr>
            <a:xfrm>
              <a:off x="4040255" y="5034515"/>
              <a:ext cx="173598" cy="1052082"/>
            </a:xfrm>
            <a:prstGeom prst="rect">
              <a:avLst/>
            </a:prstGeom>
            <a:solidFill>
              <a:schemeClr val="bg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b="1" i="1" u="sng" dirty="0">
                  <a:solidFill>
                    <a:srgbClr val="FF0000"/>
                  </a:solidFill>
                </a:rPr>
                <a:t>PIN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5D1501CF-BC11-3222-A912-7AD6FDA96242}"/>
                </a:ext>
              </a:extLst>
            </p:cNvPr>
            <p:cNvSpPr/>
            <p:nvPr/>
          </p:nvSpPr>
          <p:spPr>
            <a:xfrm>
              <a:off x="1940375" y="6118782"/>
              <a:ext cx="2302209" cy="22445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dirty="0">
                  <a:solidFill>
                    <a:schemeClr val="tx1"/>
                  </a:solidFill>
                </a:rPr>
                <a:t>Example1 (M0 bus)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DF6F3756-4154-E683-55E9-0C7531D88980}"/>
              </a:ext>
            </a:extLst>
          </p:cNvPr>
          <p:cNvGrpSpPr/>
          <p:nvPr/>
        </p:nvGrpSpPr>
        <p:grpSpPr>
          <a:xfrm>
            <a:off x="7268510" y="4271883"/>
            <a:ext cx="2790142" cy="2066958"/>
            <a:chOff x="4810626" y="4635005"/>
            <a:chExt cx="2305903" cy="1708230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6BFB8DC7-80EA-A716-4A34-F0444AA6A43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810626" y="4724649"/>
              <a:ext cx="2304201" cy="1618586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310A39E-FC5F-6647-6659-8EF5F711050B}"/>
                </a:ext>
              </a:extLst>
            </p:cNvPr>
            <p:cNvSpPr/>
            <p:nvPr/>
          </p:nvSpPr>
          <p:spPr>
            <a:xfrm>
              <a:off x="6400263" y="4635005"/>
              <a:ext cx="494071" cy="158125"/>
            </a:xfrm>
            <a:prstGeom prst="rect">
              <a:avLst/>
            </a:prstGeom>
            <a:solidFill>
              <a:schemeClr val="bg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b="1" i="1" u="sng" dirty="0">
                  <a:solidFill>
                    <a:srgbClr val="FF0000"/>
                  </a:solidFill>
                </a:rPr>
                <a:t>PIN</a:t>
              </a: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227A4316-7F1A-8E67-0BA9-B2A4281C2C4C}"/>
                </a:ext>
              </a:extLst>
            </p:cNvPr>
            <p:cNvCxnSpPr>
              <a:cxnSpLocks/>
              <a:stCxn id="7" idx="1"/>
            </p:cNvCxnSpPr>
            <p:nvPr/>
          </p:nvCxnSpPr>
          <p:spPr>
            <a:xfrm>
              <a:off x="6400263" y="4714068"/>
              <a:ext cx="57305" cy="7906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0A824A53-C31E-4AF7-8041-11F1AFEC6099}"/>
                </a:ext>
              </a:extLst>
            </p:cNvPr>
            <p:cNvSpPr/>
            <p:nvPr/>
          </p:nvSpPr>
          <p:spPr>
            <a:xfrm>
              <a:off x="4814320" y="6113847"/>
              <a:ext cx="2302209" cy="22445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dirty="0">
                  <a:solidFill>
                    <a:schemeClr val="tx1"/>
                  </a:solidFill>
                </a:rPr>
                <a:t>Example2 (M1 bus)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809674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411FD70-29DB-651A-3BE6-C40234D86E17}"/>
              </a:ext>
            </a:extLst>
          </p:cNvPr>
          <p:cNvSpPr txBox="1">
            <a:spLocks/>
          </p:cNvSpPr>
          <p:nvPr/>
        </p:nvSpPr>
        <p:spPr>
          <a:xfrm>
            <a:off x="0" y="121906"/>
            <a:ext cx="11719249" cy="6270171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IntelOne Display Regular" panose="020B0503020203020204" pitchFamily="34" charset="0"/>
              <a:buChar char="•"/>
              <a:defRPr sz="2800" b="0" i="0" kern="1200">
                <a:solidFill>
                  <a:schemeClr val="tx1"/>
                </a:solidFill>
                <a:latin typeface="IntelOne Text Light" panose="020B0403020203020204" pitchFamily="34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IntelOne Display Regular" panose="020B0503020203020204" pitchFamily="34" charset="0"/>
              <a:buChar char="•"/>
              <a:defRPr sz="2400" b="0" i="0" kern="1200">
                <a:solidFill>
                  <a:schemeClr val="tx1"/>
                </a:solidFill>
                <a:latin typeface="IntelOne Text Light" panose="020B0403020203020204" pitchFamily="34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IntelOne Display Regular" panose="020B0503020203020204" pitchFamily="34" charset="0"/>
              <a:buChar char="•"/>
              <a:defRPr sz="2000" b="0" i="0" kern="1200">
                <a:solidFill>
                  <a:schemeClr val="tx1"/>
                </a:solidFill>
                <a:latin typeface="IntelOne Text Light" panose="020B0403020203020204" pitchFamily="34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IntelOne Display Regular" panose="020B0503020203020204" pitchFamily="34" charset="0"/>
              <a:buChar char="•"/>
              <a:defRPr sz="1800" b="0" i="0" kern="1200">
                <a:solidFill>
                  <a:schemeClr val="tx1"/>
                </a:solidFill>
                <a:latin typeface="IntelOne Text Light" panose="020B0403020203020204" pitchFamily="34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IntelOne Display Regular" panose="020B0503020203020204" pitchFamily="34" charset="0"/>
              <a:buChar char="•"/>
              <a:defRPr sz="1600" b="0" i="0" kern="1200">
                <a:solidFill>
                  <a:schemeClr val="tx1"/>
                </a:solidFill>
                <a:latin typeface="IntelOne Text Light" panose="020B0403020203020204" pitchFamily="34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IntelOne Display Regular" panose="020B0503020203020204" pitchFamily="34" charset="0"/>
              <a:buNone/>
            </a:pPr>
            <a:r>
              <a:rPr lang="en-US" b="1" i="1" u="sng" dirty="0">
                <a:latin typeface="+mj-lt"/>
                <a:ea typeface="+mj-ea"/>
                <a:cs typeface="+mj-cs"/>
              </a:rPr>
              <a:t>Miscellaneous: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sz="2100" dirty="0">
              <a:latin typeface="IntelOne Text Light" panose="020B0403020203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i="1" dirty="0">
                <a:latin typeface="IntelOne Display Medium" panose="020B0703020203020204" pitchFamily="34" charset="0"/>
                <a:cs typeface="IntelOne Display AR Bold" panose="020B0803020203020204" pitchFamily="34" charset="-78"/>
              </a:rPr>
              <a:t>DrawMiscIDsUnit</a:t>
            </a:r>
            <a:r>
              <a:rPr lang="en-US" sz="2400" dirty="0">
                <a:latin typeface="IntelOne Text Light" panose="020B0403020203020204" pitchFamily="34" charset="0"/>
                <a:sym typeface="Wingdings" panose="05000000000000000000" pitchFamily="2" charset="2"/>
              </a:rPr>
              <a:t>  (string)  Desired boxes can be drawn within the unit cell by utilizing layer and purpose from valid LPPs.</a:t>
            </a:r>
            <a:endParaRPr lang="en-US" sz="24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b="1" dirty="0">
                <a:latin typeface="IntelOne Text Light" panose="020B0403020203020204" pitchFamily="34" charset="0"/>
                <a:sym typeface="Wingdings" panose="05000000000000000000" pitchFamily="2" charset="2"/>
              </a:rPr>
              <a:t>Format</a:t>
            </a:r>
            <a:r>
              <a:rPr lang="en-US" sz="2000" dirty="0">
                <a:latin typeface="IntelOne Text Light" panose="020B0403020203020204" pitchFamily="34" charset="0"/>
                <a:sym typeface="Wingdings" panose="05000000000000000000" pitchFamily="2" charset="2"/>
              </a:rPr>
              <a:t>: layer, purpose, </a:t>
            </a:r>
            <a:r>
              <a:rPr lang="en-US" sz="2000" dirty="0" err="1">
                <a:latin typeface="IntelOne Text Light" panose="020B0403020203020204" pitchFamily="34" charset="0"/>
                <a:sym typeface="Wingdings" panose="05000000000000000000" pitchFamily="2" charset="2"/>
              </a:rPr>
              <a:t>polyRange</a:t>
            </a:r>
            <a:r>
              <a:rPr lang="en-US" sz="2000" dirty="0">
                <a:latin typeface="IntelOne Text Light" panose="020B0403020203020204" pitchFamily="34" charset="0"/>
                <a:sym typeface="Wingdings" panose="05000000000000000000" pitchFamily="2" charset="2"/>
              </a:rPr>
              <a:t>, </a:t>
            </a:r>
            <a:r>
              <a:rPr lang="en-US" sz="2000" dirty="0" err="1">
                <a:latin typeface="IntelOne Text Light" panose="020B0403020203020204" pitchFamily="34" charset="0"/>
                <a:sym typeface="Wingdings" panose="05000000000000000000" pitchFamily="2" charset="2"/>
              </a:rPr>
              <a:t>diffRange</a:t>
            </a:r>
            <a:r>
              <a:rPr lang="en-US" sz="2000" dirty="0">
                <a:latin typeface="IntelOne Text Light" panose="020B0403020203020204" pitchFamily="34" charset="0"/>
                <a:sym typeface="Wingdings" panose="05000000000000000000" pitchFamily="2" charset="2"/>
              </a:rPr>
              <a:t>, </a:t>
            </a:r>
            <a:r>
              <a:rPr lang="en-US" sz="2000" dirty="0" err="1">
                <a:latin typeface="IntelOne Text Light" panose="020B0403020203020204" pitchFamily="34" charset="0"/>
                <a:sym typeface="Wingdings" panose="05000000000000000000" pitchFamily="2" charset="2"/>
              </a:rPr>
              <a:t>growLeft</a:t>
            </a:r>
            <a:r>
              <a:rPr lang="en-US" sz="2000" dirty="0">
                <a:latin typeface="IntelOne Text Light" panose="020B0403020203020204" pitchFamily="34" charset="0"/>
                <a:sym typeface="Wingdings" panose="05000000000000000000" pitchFamily="2" charset="2"/>
              </a:rPr>
              <a:t>, </a:t>
            </a:r>
            <a:r>
              <a:rPr lang="en-US" sz="2000" dirty="0" err="1">
                <a:latin typeface="IntelOne Text Light" panose="020B0403020203020204" pitchFamily="34" charset="0"/>
                <a:sym typeface="Wingdings" panose="05000000000000000000" pitchFamily="2" charset="2"/>
              </a:rPr>
              <a:t>growRight</a:t>
            </a:r>
            <a:r>
              <a:rPr lang="en-US" sz="2000" dirty="0">
                <a:latin typeface="IntelOne Text Light" panose="020B0403020203020204" pitchFamily="34" charset="0"/>
                <a:sym typeface="Wingdings" panose="05000000000000000000" pitchFamily="2" charset="2"/>
              </a:rPr>
              <a:t>, </a:t>
            </a:r>
            <a:r>
              <a:rPr lang="en-US" sz="2000" dirty="0" err="1">
                <a:latin typeface="IntelOne Text Light" panose="020B0403020203020204" pitchFamily="34" charset="0"/>
                <a:sym typeface="Wingdings" panose="05000000000000000000" pitchFamily="2" charset="2"/>
              </a:rPr>
              <a:t>growTop</a:t>
            </a:r>
            <a:r>
              <a:rPr lang="en-US" sz="2000" dirty="0">
                <a:latin typeface="IntelOne Text Light" panose="020B0403020203020204" pitchFamily="34" charset="0"/>
                <a:sym typeface="Wingdings" panose="05000000000000000000" pitchFamily="2" charset="2"/>
              </a:rPr>
              <a:t>, </a:t>
            </a:r>
            <a:r>
              <a:rPr lang="en-US" sz="2000" dirty="0" err="1">
                <a:latin typeface="IntelOne Text Light" panose="020B0403020203020204" pitchFamily="34" charset="0"/>
                <a:sym typeface="Wingdings" panose="05000000000000000000" pitchFamily="2" charset="2"/>
              </a:rPr>
              <a:t>growBottom</a:t>
            </a:r>
            <a:endParaRPr lang="en-US" sz="2000" dirty="0">
              <a:latin typeface="IntelOne Text Light" panose="020B0403020203020204" pitchFamily="34" charset="0"/>
              <a:sym typeface="Wingdings" panose="05000000000000000000" pitchFamily="2" charset="2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>
                <a:latin typeface="IntelOne Text Light" panose="020B0403020203020204" pitchFamily="34" charset="0"/>
                <a:sym typeface="Wingdings" panose="05000000000000000000" pitchFamily="2" charset="2"/>
              </a:rPr>
              <a:t>All formats for </a:t>
            </a:r>
            <a:r>
              <a:rPr lang="en-US" sz="2000" b="1" i="1" u="sng" dirty="0">
                <a:latin typeface="IntelOne Text Light" panose="020B0403020203020204" pitchFamily="34" charset="0"/>
                <a:sym typeface="Wingdings" panose="05000000000000000000" pitchFamily="2" charset="2"/>
              </a:rPr>
              <a:t>grows are optional </a:t>
            </a:r>
            <a:r>
              <a:rPr lang="en-US" sz="2000" dirty="0">
                <a:latin typeface="IntelOne Text Light" panose="020B0403020203020204" pitchFamily="34" charset="0"/>
                <a:sym typeface="Wingdings" panose="05000000000000000000" pitchFamily="2" charset="2"/>
              </a:rPr>
              <a:t>but require all 4-side values when user wants to apply it.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 err="1">
                <a:latin typeface="IntelOne Text Light" panose="020B0403020203020204" pitchFamily="34" charset="0"/>
                <a:sym typeface="Wingdings" panose="05000000000000000000" pitchFamily="2" charset="2"/>
              </a:rPr>
              <a:t>polyRange</a:t>
            </a:r>
            <a:r>
              <a:rPr lang="en-US" sz="2000" dirty="0">
                <a:latin typeface="IntelOne Text Light" panose="020B0403020203020204" pitchFamily="34" charset="0"/>
                <a:sym typeface="Wingdings" panose="05000000000000000000" pitchFamily="2" charset="2"/>
              </a:rPr>
              <a:t> and </a:t>
            </a:r>
            <a:r>
              <a:rPr lang="en-US" sz="2000" dirty="0" err="1">
                <a:latin typeface="IntelOne Text Light" panose="020B0403020203020204" pitchFamily="34" charset="0"/>
                <a:sym typeface="Wingdings" panose="05000000000000000000" pitchFamily="2" charset="2"/>
              </a:rPr>
              <a:t>diffRange</a:t>
            </a:r>
            <a:r>
              <a:rPr lang="en-US" sz="2000" dirty="0">
                <a:latin typeface="IntelOne Text Light" panose="020B0403020203020204" pitchFamily="34" charset="0"/>
                <a:sym typeface="Wingdings" panose="05000000000000000000" pitchFamily="2" charset="2"/>
              </a:rPr>
              <a:t> can be either </a:t>
            </a:r>
            <a:r>
              <a:rPr lang="en-US" sz="2000" dirty="0" err="1">
                <a:latin typeface="IntelOne Text Light" panose="020B0403020203020204" pitchFamily="34" charset="0"/>
                <a:sym typeface="Wingdings" panose="05000000000000000000" pitchFamily="2" charset="2"/>
              </a:rPr>
              <a:t>startRange</a:t>
            </a:r>
            <a:r>
              <a:rPr lang="en-US" sz="2000" dirty="0">
                <a:latin typeface="IntelOne Text Light" panose="020B0403020203020204" pitchFamily="34" charset="0"/>
                <a:sym typeface="Wingdings" panose="05000000000000000000" pitchFamily="2" charset="2"/>
              </a:rPr>
              <a:t> : </a:t>
            </a:r>
            <a:r>
              <a:rPr lang="en-US" sz="2000" dirty="0" err="1">
                <a:latin typeface="IntelOne Text Light" panose="020B0403020203020204" pitchFamily="34" charset="0"/>
                <a:sym typeface="Wingdings" panose="05000000000000000000" pitchFamily="2" charset="2"/>
              </a:rPr>
              <a:t>endRange</a:t>
            </a:r>
            <a:r>
              <a:rPr lang="en-US" sz="2000" dirty="0">
                <a:latin typeface="IntelOne Text Light" panose="020B0403020203020204" pitchFamily="34" charset="0"/>
                <a:sym typeface="Wingdings" panose="05000000000000000000" pitchFamily="2" charset="2"/>
              </a:rPr>
              <a:t> (or) </a:t>
            </a:r>
            <a:r>
              <a:rPr lang="en-US" sz="2000" dirty="0" err="1">
                <a:latin typeface="IntelOne Text Light" panose="020B0403020203020204" pitchFamily="34" charset="0"/>
                <a:sym typeface="Wingdings" panose="05000000000000000000" pitchFamily="2" charset="2"/>
              </a:rPr>
              <a:t>trackNumber</a:t>
            </a:r>
            <a:r>
              <a:rPr lang="en-US" sz="2000" dirty="0">
                <a:latin typeface="IntelOne Text Light" panose="020B0403020203020204" pitchFamily="34" charset="0"/>
                <a:sym typeface="Wingdings" panose="05000000000000000000" pitchFamily="2" charset="2"/>
              </a:rPr>
              <a:t> ([ </a:t>
            </a:r>
            <a:r>
              <a:rPr lang="en-US" sz="2000">
                <a:latin typeface="IntelOne Text Light" panose="020B0403020203020204" pitchFamily="34" charset="0"/>
                <a:sym typeface="Wingdings" panose="05000000000000000000" pitchFamily="2" charset="2"/>
              </a:rPr>
              <a:t>] is </a:t>
            </a:r>
            <a:r>
              <a:rPr lang="en-US" sz="2000" dirty="0">
                <a:latin typeface="IntelOne Text Light" panose="020B0403020203020204" pitchFamily="34" charset="0"/>
                <a:sym typeface="Wingdings" panose="05000000000000000000" pitchFamily="2" charset="2"/>
              </a:rPr>
              <a:t>not available)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>
                <a:latin typeface="IntelOne Text Light" panose="020B0403020203020204" pitchFamily="34" charset="0"/>
                <a:sym typeface="Wingdings" panose="05000000000000000000" pitchFamily="2" charset="2"/>
              </a:rPr>
              <a:t>LPPs are case-sensitive. Multiple LPPs can be separated by a semi-colon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i="1" dirty="0" err="1">
                <a:latin typeface="IntelOne Display Medium" panose="020B0703020203020204" pitchFamily="34" charset="0"/>
                <a:cs typeface="IntelOne Display AR Bold" panose="020B0803020203020204" pitchFamily="34" charset="-78"/>
              </a:rPr>
              <a:t>DrawMiscIDsGlobal</a:t>
            </a:r>
            <a:r>
              <a:rPr lang="en-US" sz="2400" dirty="0">
                <a:latin typeface="IntelOne Text Light" panose="020B0403020203020204" pitchFamily="34" charset="0"/>
                <a:sym typeface="Wingdings" panose="05000000000000000000" pitchFamily="2" charset="2"/>
              </a:rPr>
              <a:t>  (string)  Desired boxes can be drawn within the buffer by utilizing layer and purpose from valid LPPs.</a:t>
            </a:r>
            <a:endParaRPr lang="en-US" sz="24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b="1" dirty="0">
                <a:latin typeface="IntelOne Text Light" panose="020B0403020203020204" pitchFamily="34" charset="0"/>
                <a:sym typeface="Wingdings" panose="05000000000000000000" pitchFamily="2" charset="2"/>
              </a:rPr>
              <a:t>Format</a:t>
            </a:r>
            <a:r>
              <a:rPr lang="en-US" sz="2000" dirty="0">
                <a:latin typeface="IntelOne Text Light" panose="020B0403020203020204" pitchFamily="34" charset="0"/>
                <a:sym typeface="Wingdings" panose="05000000000000000000" pitchFamily="2" charset="2"/>
              </a:rPr>
              <a:t>: layer, purpose, </a:t>
            </a:r>
            <a:r>
              <a:rPr lang="en-US" sz="2000" dirty="0" err="1">
                <a:latin typeface="IntelOne Text Light" panose="020B0403020203020204" pitchFamily="34" charset="0"/>
                <a:sym typeface="Wingdings" panose="05000000000000000000" pitchFamily="2" charset="2"/>
              </a:rPr>
              <a:t>polyRange</a:t>
            </a:r>
            <a:r>
              <a:rPr lang="en-US" sz="2000" dirty="0">
                <a:latin typeface="IntelOne Text Light" panose="020B0403020203020204" pitchFamily="34" charset="0"/>
                <a:sym typeface="Wingdings" panose="05000000000000000000" pitchFamily="2" charset="2"/>
              </a:rPr>
              <a:t>, </a:t>
            </a:r>
            <a:r>
              <a:rPr lang="en-US" sz="2000" dirty="0" err="1">
                <a:latin typeface="IntelOne Text Light" panose="020B0403020203020204" pitchFamily="34" charset="0"/>
                <a:sym typeface="Wingdings" panose="05000000000000000000" pitchFamily="2" charset="2"/>
              </a:rPr>
              <a:t>diffRange</a:t>
            </a:r>
            <a:r>
              <a:rPr lang="en-US" sz="2000" dirty="0">
                <a:latin typeface="IntelOne Text Light" panose="020B0403020203020204" pitchFamily="34" charset="0"/>
                <a:sym typeface="Wingdings" panose="05000000000000000000" pitchFamily="2" charset="2"/>
              </a:rPr>
              <a:t>, </a:t>
            </a:r>
            <a:r>
              <a:rPr lang="en-US" sz="2000" dirty="0" err="1">
                <a:latin typeface="IntelOne Text Light" panose="020B0403020203020204" pitchFamily="34" charset="0"/>
                <a:sym typeface="Wingdings" panose="05000000000000000000" pitchFamily="2" charset="2"/>
              </a:rPr>
              <a:t>growLeft</a:t>
            </a:r>
            <a:r>
              <a:rPr lang="en-US" sz="2000" dirty="0">
                <a:latin typeface="IntelOne Text Light" panose="020B0403020203020204" pitchFamily="34" charset="0"/>
                <a:sym typeface="Wingdings" panose="05000000000000000000" pitchFamily="2" charset="2"/>
              </a:rPr>
              <a:t>, </a:t>
            </a:r>
            <a:r>
              <a:rPr lang="en-US" sz="2000" dirty="0" err="1">
                <a:latin typeface="IntelOne Text Light" panose="020B0403020203020204" pitchFamily="34" charset="0"/>
                <a:sym typeface="Wingdings" panose="05000000000000000000" pitchFamily="2" charset="2"/>
              </a:rPr>
              <a:t>growRight</a:t>
            </a:r>
            <a:r>
              <a:rPr lang="en-US" sz="2000" dirty="0">
                <a:latin typeface="IntelOne Text Light" panose="020B0403020203020204" pitchFamily="34" charset="0"/>
                <a:sym typeface="Wingdings" panose="05000000000000000000" pitchFamily="2" charset="2"/>
              </a:rPr>
              <a:t>, </a:t>
            </a:r>
            <a:r>
              <a:rPr lang="en-US" sz="2000" dirty="0" err="1">
                <a:latin typeface="IntelOne Text Light" panose="020B0403020203020204" pitchFamily="34" charset="0"/>
                <a:sym typeface="Wingdings" panose="05000000000000000000" pitchFamily="2" charset="2"/>
              </a:rPr>
              <a:t>growTop</a:t>
            </a:r>
            <a:r>
              <a:rPr lang="en-US" sz="2000" dirty="0">
                <a:latin typeface="IntelOne Text Light" panose="020B0403020203020204" pitchFamily="34" charset="0"/>
                <a:sym typeface="Wingdings" panose="05000000000000000000" pitchFamily="2" charset="2"/>
              </a:rPr>
              <a:t>, </a:t>
            </a:r>
            <a:r>
              <a:rPr lang="en-US" sz="2000" dirty="0" err="1">
                <a:latin typeface="IntelOne Text Light" panose="020B0403020203020204" pitchFamily="34" charset="0"/>
                <a:sym typeface="Wingdings" panose="05000000000000000000" pitchFamily="2" charset="2"/>
              </a:rPr>
              <a:t>growBottom</a:t>
            </a:r>
            <a:r>
              <a:rPr lang="en-US" sz="2000" dirty="0">
                <a:latin typeface="IntelOne Text Light" panose="020B0403020203020204" pitchFamily="34" charset="0"/>
                <a:sym typeface="Wingdings" panose="05000000000000000000" pitchFamily="2" charset="2"/>
              </a:rPr>
              <a:t> | </a:t>
            </a:r>
            <a:r>
              <a:rPr lang="en-US" sz="2000" dirty="0" err="1">
                <a:latin typeface="IntelOne Text Light" panose="020B0403020203020204" pitchFamily="34" charset="0"/>
                <a:sym typeface="Wingdings" panose="05000000000000000000" pitchFamily="2" charset="2"/>
              </a:rPr>
              <a:t>repeat_X</a:t>
            </a:r>
            <a:r>
              <a:rPr lang="en-US" sz="2000" dirty="0">
                <a:latin typeface="IntelOne Text Light" panose="020B0403020203020204" pitchFamily="34" charset="0"/>
                <a:sym typeface="Wingdings" panose="05000000000000000000" pitchFamily="2" charset="2"/>
              </a:rPr>
              <a:t>, </a:t>
            </a:r>
            <a:r>
              <a:rPr lang="en-US" sz="2000" dirty="0" err="1">
                <a:latin typeface="IntelOne Text Light" panose="020B0403020203020204" pitchFamily="34" charset="0"/>
                <a:sym typeface="Wingdings" panose="05000000000000000000" pitchFamily="2" charset="2"/>
              </a:rPr>
              <a:t>repeat_Y</a:t>
            </a:r>
            <a:r>
              <a:rPr lang="en-US" sz="2000" dirty="0">
                <a:latin typeface="IntelOne Text Light" panose="020B0403020203020204" pitchFamily="34" charset="0"/>
                <a:sym typeface="Wingdings" panose="05000000000000000000" pitchFamily="2" charset="2"/>
              </a:rPr>
              <a:t>, </a:t>
            </a:r>
            <a:r>
              <a:rPr lang="en-US" sz="2000" dirty="0" err="1">
                <a:latin typeface="IntelOne Text Light" panose="020B0403020203020204" pitchFamily="34" charset="0"/>
                <a:sym typeface="Wingdings" panose="05000000000000000000" pitchFamily="2" charset="2"/>
              </a:rPr>
              <a:t>Dist_X</a:t>
            </a:r>
            <a:r>
              <a:rPr lang="en-US" sz="2000" dirty="0">
                <a:latin typeface="IntelOne Text Light" panose="020B0403020203020204" pitchFamily="34" charset="0"/>
                <a:sym typeface="Wingdings" panose="05000000000000000000" pitchFamily="2" charset="2"/>
              </a:rPr>
              <a:t>, </a:t>
            </a:r>
            <a:r>
              <a:rPr lang="en-US" sz="2000" dirty="0" err="1">
                <a:latin typeface="IntelOne Text Light" panose="020B0403020203020204" pitchFamily="34" charset="0"/>
                <a:sym typeface="Wingdings" panose="05000000000000000000" pitchFamily="2" charset="2"/>
              </a:rPr>
              <a:t>Dist_Y</a:t>
            </a:r>
            <a:endParaRPr lang="en-US" sz="2000" dirty="0">
              <a:latin typeface="IntelOne Text Light" panose="020B0403020203020204" pitchFamily="34" charset="0"/>
              <a:sym typeface="Wingdings" panose="05000000000000000000" pitchFamily="2" charset="2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>
                <a:latin typeface="IntelOne Text Light" panose="020B0403020203020204" pitchFamily="34" charset="0"/>
                <a:sym typeface="Wingdings" panose="05000000000000000000" pitchFamily="2" charset="2"/>
              </a:rPr>
              <a:t>All formats for </a:t>
            </a:r>
            <a:r>
              <a:rPr lang="en-US" sz="1900" b="1" i="1" u="sng" dirty="0">
                <a:latin typeface="IntelOne Text Light" panose="020B0403020203020204" pitchFamily="34" charset="0"/>
                <a:sym typeface="Wingdings" panose="05000000000000000000" pitchFamily="2" charset="2"/>
              </a:rPr>
              <a:t>grows and repeats are optional </a:t>
            </a:r>
            <a:r>
              <a:rPr lang="en-US" sz="2000" dirty="0">
                <a:latin typeface="IntelOne Text Light" panose="020B0403020203020204" pitchFamily="34" charset="0"/>
                <a:sym typeface="Wingdings" panose="05000000000000000000" pitchFamily="2" charset="2"/>
              </a:rPr>
              <a:t>but require all 4-side values when user wants to apply it.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 err="1">
                <a:latin typeface="IntelOne Text Light" panose="020B0403020203020204" pitchFamily="34" charset="0"/>
                <a:sym typeface="Wingdings" panose="05000000000000000000" pitchFamily="2" charset="2"/>
              </a:rPr>
              <a:t>polyRange</a:t>
            </a:r>
            <a:r>
              <a:rPr lang="en-US" sz="2000" dirty="0">
                <a:latin typeface="IntelOne Text Light" panose="020B0403020203020204" pitchFamily="34" charset="0"/>
                <a:sym typeface="Wingdings" panose="05000000000000000000" pitchFamily="2" charset="2"/>
              </a:rPr>
              <a:t> and </a:t>
            </a:r>
            <a:r>
              <a:rPr lang="en-US" sz="2000" dirty="0" err="1">
                <a:latin typeface="IntelOne Text Light" panose="020B0403020203020204" pitchFamily="34" charset="0"/>
                <a:sym typeface="Wingdings" panose="05000000000000000000" pitchFamily="2" charset="2"/>
              </a:rPr>
              <a:t>diffRange</a:t>
            </a:r>
            <a:r>
              <a:rPr lang="en-US" sz="2000" dirty="0">
                <a:latin typeface="IntelOne Text Light" panose="020B0403020203020204" pitchFamily="34" charset="0"/>
                <a:sym typeface="Wingdings" panose="05000000000000000000" pitchFamily="2" charset="2"/>
              </a:rPr>
              <a:t> can be either </a:t>
            </a:r>
            <a:r>
              <a:rPr lang="en-US" sz="2000" dirty="0" err="1">
                <a:latin typeface="IntelOne Text Light" panose="020B0403020203020204" pitchFamily="34" charset="0"/>
                <a:sym typeface="Wingdings" panose="05000000000000000000" pitchFamily="2" charset="2"/>
              </a:rPr>
              <a:t>startRange</a:t>
            </a:r>
            <a:r>
              <a:rPr lang="en-US" sz="2000" dirty="0">
                <a:latin typeface="IntelOne Text Light" panose="020B0403020203020204" pitchFamily="34" charset="0"/>
                <a:sym typeface="Wingdings" panose="05000000000000000000" pitchFamily="2" charset="2"/>
              </a:rPr>
              <a:t> : </a:t>
            </a:r>
            <a:r>
              <a:rPr lang="en-US" sz="2000" dirty="0" err="1">
                <a:latin typeface="IntelOne Text Light" panose="020B0403020203020204" pitchFamily="34" charset="0"/>
                <a:sym typeface="Wingdings" panose="05000000000000000000" pitchFamily="2" charset="2"/>
              </a:rPr>
              <a:t>endRange</a:t>
            </a:r>
            <a:r>
              <a:rPr lang="en-US" sz="2000" dirty="0">
                <a:latin typeface="IntelOne Text Light" panose="020B0403020203020204" pitchFamily="34" charset="0"/>
                <a:sym typeface="Wingdings" panose="05000000000000000000" pitchFamily="2" charset="2"/>
              </a:rPr>
              <a:t> (or) </a:t>
            </a:r>
            <a:r>
              <a:rPr lang="en-US" sz="2000" dirty="0" err="1">
                <a:latin typeface="IntelOne Text Light" panose="020B0403020203020204" pitchFamily="34" charset="0"/>
                <a:sym typeface="Wingdings" panose="05000000000000000000" pitchFamily="2" charset="2"/>
              </a:rPr>
              <a:t>trackNumber</a:t>
            </a:r>
            <a:r>
              <a:rPr lang="en-US" sz="2000" dirty="0">
                <a:latin typeface="IntelOne Text Light" panose="020B0403020203020204" pitchFamily="34" charset="0"/>
                <a:sym typeface="Wingdings" panose="05000000000000000000" pitchFamily="2" charset="2"/>
              </a:rPr>
              <a:t> (/, [ ] are not available)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>
                <a:latin typeface="IntelOne Text Light" panose="020B0403020203020204" pitchFamily="34" charset="0"/>
                <a:sym typeface="Wingdings" panose="05000000000000000000" pitchFamily="2" charset="2"/>
              </a:rPr>
              <a:t>LPPs are case-sensitive. Multiple LPPs can be separated by a semi-colon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>
                <a:latin typeface="IntelOne Text Light" panose="020B0403020203020204" pitchFamily="34" charset="0"/>
                <a:sym typeface="Wingdings" panose="05000000000000000000" pitchFamily="2" charset="2"/>
              </a:rPr>
              <a:t>Example: epiblock,id,3:5,6:6|20,1,0.012,0 (It will draw 20 boxes in a row (6), with 12nm distance)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i="1" dirty="0" err="1">
                <a:latin typeface="IntelOne Display Medium" panose="020B0703020203020204" pitchFamily="34" charset="0"/>
                <a:cs typeface="IntelOne Display AR Bold" panose="020B0803020203020204" pitchFamily="34" charset="-78"/>
              </a:rPr>
              <a:t>DeleteLpps</a:t>
            </a:r>
            <a:r>
              <a:rPr lang="en-US" sz="2400" dirty="0">
                <a:latin typeface="IntelOne Text Light" panose="020B0403020203020204" pitchFamily="34" charset="0"/>
              </a:rPr>
              <a:t> (s</a:t>
            </a:r>
            <a:r>
              <a:rPr lang="en-US" sz="2400" dirty="0">
                <a:latin typeface="IntelOne Text Light" panose="020B0403020203020204" pitchFamily="34" charset="0"/>
                <a:sym typeface="Wingdings" panose="05000000000000000000" pitchFamily="2" charset="2"/>
              </a:rPr>
              <a:t>tring)  Delete specified LPPs from the structure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>
                <a:latin typeface="IntelOne Text Light" panose="020B0403020203020204" pitchFamily="34" charset="0"/>
                <a:sym typeface="Wingdings" panose="05000000000000000000" pitchFamily="2" charset="2"/>
              </a:rPr>
              <a:t>Format: layer1:purpose1; layer2:purpose2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>
                <a:latin typeface="IntelOne Text Light" panose="020B0403020203020204" pitchFamily="34" charset="0"/>
                <a:sym typeface="Wingdings" panose="05000000000000000000" pitchFamily="2" charset="2"/>
              </a:rPr>
              <a:t>LPPs are case-sensitive. Multiple LPPs can be separated by ;</a:t>
            </a:r>
          </a:p>
        </p:txBody>
      </p:sp>
    </p:spTree>
    <p:extLst>
      <p:ext uri="{BB962C8B-B14F-4D97-AF65-F5344CB8AC3E}">
        <p14:creationId xmlns:p14="http://schemas.microsoft.com/office/powerpoint/2010/main" val="12100930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BBAC45-247B-134B-DF82-3B7F228B0F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361FEA0-FE8A-921E-BD64-83B1DE89A414}"/>
              </a:ext>
            </a:extLst>
          </p:cNvPr>
          <p:cNvSpPr txBox="1">
            <a:spLocks/>
          </p:cNvSpPr>
          <p:nvPr/>
        </p:nvSpPr>
        <p:spPr>
          <a:xfrm>
            <a:off x="0" y="121906"/>
            <a:ext cx="11719249" cy="6270171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IntelOne Display Regular" panose="020B0503020203020204" pitchFamily="34" charset="0"/>
              <a:buChar char="•"/>
              <a:defRPr sz="2800" b="0" i="0" kern="1200">
                <a:solidFill>
                  <a:schemeClr val="tx1"/>
                </a:solidFill>
                <a:latin typeface="IntelOne Text Light" panose="020B0403020203020204" pitchFamily="34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IntelOne Display Regular" panose="020B0503020203020204" pitchFamily="34" charset="0"/>
              <a:buChar char="•"/>
              <a:defRPr sz="2400" b="0" i="0" kern="1200">
                <a:solidFill>
                  <a:schemeClr val="tx1"/>
                </a:solidFill>
                <a:latin typeface="IntelOne Text Light" panose="020B0403020203020204" pitchFamily="34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IntelOne Display Regular" panose="020B0503020203020204" pitchFamily="34" charset="0"/>
              <a:buChar char="•"/>
              <a:defRPr sz="2000" b="0" i="0" kern="1200">
                <a:solidFill>
                  <a:schemeClr val="tx1"/>
                </a:solidFill>
                <a:latin typeface="IntelOne Text Light" panose="020B0403020203020204" pitchFamily="34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IntelOne Display Regular" panose="020B0503020203020204" pitchFamily="34" charset="0"/>
              <a:buChar char="•"/>
              <a:defRPr sz="1800" b="0" i="0" kern="1200">
                <a:solidFill>
                  <a:schemeClr val="tx1"/>
                </a:solidFill>
                <a:latin typeface="IntelOne Text Light" panose="020B0403020203020204" pitchFamily="34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IntelOne Display Regular" panose="020B0503020203020204" pitchFamily="34" charset="0"/>
              <a:buChar char="•"/>
              <a:defRPr sz="1600" b="0" i="0" kern="1200">
                <a:solidFill>
                  <a:schemeClr val="tx1"/>
                </a:solidFill>
                <a:latin typeface="IntelOne Text Light" panose="020B0403020203020204" pitchFamily="34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IntelOne Display Regular" panose="020B0503020203020204" pitchFamily="34" charset="0"/>
              <a:buNone/>
            </a:pPr>
            <a:r>
              <a:rPr lang="en-US" b="1" i="1" u="sng" dirty="0">
                <a:latin typeface="+mj-lt"/>
                <a:ea typeface="+mj-ea"/>
                <a:cs typeface="+mj-cs"/>
              </a:rPr>
              <a:t>TSDR Skews: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sz="2100" dirty="0">
              <a:latin typeface="IntelOne Text Light" panose="020B0403020203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900" i="1" dirty="0" err="1">
                <a:latin typeface="IntelOne Display Medium" panose="020B0703020203020204" pitchFamily="34" charset="0"/>
                <a:cs typeface="IntelOne Display AR Bold" panose="020B0803020203020204" pitchFamily="34" charset="-78"/>
              </a:rPr>
              <a:t>PolyCdSkew</a:t>
            </a:r>
            <a:r>
              <a:rPr lang="en-US" sz="1900" i="1" dirty="0">
                <a:latin typeface="IntelOne Display Medium" panose="020B0703020203020204" pitchFamily="34" charset="0"/>
                <a:cs typeface="IntelOne Display AR Bold" panose="020B0803020203020204" pitchFamily="34" charset="-78"/>
              </a:rPr>
              <a:t> </a:t>
            </a:r>
            <a:r>
              <a:rPr lang="en-US" sz="1900" dirty="0">
                <a:latin typeface="IntelOne Text Light" panose="020B0403020203020204" pitchFamily="34" charset="0"/>
              </a:rPr>
              <a:t>(string) </a:t>
            </a:r>
            <a:r>
              <a:rPr lang="en-US" sz="1900" dirty="0">
                <a:latin typeface="IntelOne Text Light" panose="020B0403020203020204" pitchFamily="34" charset="0"/>
                <a:sym typeface="Wingdings" panose="05000000000000000000" pitchFamily="2" charset="2"/>
              </a:rPr>
              <a:t> </a:t>
            </a:r>
            <a:r>
              <a:rPr lang="en-US" sz="1900" dirty="0">
                <a:latin typeface="IntelOne Text Light" panose="020B0403020203020204" pitchFamily="34" charset="0"/>
              </a:rPr>
              <a:t>Poly CD for Poly Pitch/CD Skews.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900" dirty="0">
                <a:latin typeface="IntelOne Text Light" panose="020B0403020203020204" pitchFamily="34" charset="0"/>
              </a:rPr>
              <a:t>Pitch is determined from the </a:t>
            </a:r>
            <a:r>
              <a:rPr lang="en-US" sz="1900" dirty="0" err="1">
                <a:latin typeface="IntelOne Text Light" panose="020B0403020203020204" pitchFamily="34" charset="0"/>
              </a:rPr>
              <a:t>PolyPitch</a:t>
            </a:r>
            <a:r>
              <a:rPr lang="en-US" sz="1900" dirty="0">
                <a:latin typeface="IntelOne Text Light" panose="020B0403020203020204" pitchFamily="34" charset="0"/>
              </a:rPr>
              <a:t> parameter.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900" dirty="0">
                <a:latin typeface="IntelOne Text Light" panose="020B0403020203020204" pitchFamily="34" charset="0"/>
              </a:rPr>
              <a:t>Format: Example: floating point value for poly CD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900" i="1" dirty="0" err="1">
                <a:latin typeface="IntelOne Display Medium" panose="020B0703020203020204" pitchFamily="34" charset="0"/>
                <a:cs typeface="IntelOne Display AR Bold" panose="020B0803020203020204" pitchFamily="34" charset="-78"/>
              </a:rPr>
              <a:t>FTICdMisregSkew</a:t>
            </a:r>
            <a:r>
              <a:rPr lang="en-US" sz="1900" dirty="0">
                <a:latin typeface="IntelOne Text Light" panose="020B0403020203020204" pitchFamily="34" charset="0"/>
                <a:sym typeface="Wingdings" panose="05000000000000000000" pitchFamily="2" charset="2"/>
              </a:rPr>
              <a:t> (string)  FTI CD and </a:t>
            </a:r>
            <a:r>
              <a:rPr lang="en-US" sz="1900" dirty="0" err="1">
                <a:latin typeface="IntelOne Text Light" panose="020B0403020203020204" pitchFamily="34" charset="0"/>
                <a:sym typeface="Wingdings" panose="05000000000000000000" pitchFamily="2" charset="2"/>
              </a:rPr>
              <a:t>Misreg</a:t>
            </a:r>
            <a:r>
              <a:rPr lang="en-US" sz="1900" dirty="0">
                <a:latin typeface="IntelOne Text Light" panose="020B0403020203020204" pitchFamily="34" charset="0"/>
                <a:sym typeface="Wingdings" panose="05000000000000000000" pitchFamily="2" charset="2"/>
              </a:rPr>
              <a:t> Skew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900" dirty="0">
                <a:latin typeface="IntelOne Text Light" panose="020B0403020203020204" pitchFamily="34" charset="0"/>
                <a:sym typeface="Wingdings" panose="05000000000000000000" pitchFamily="2" charset="2"/>
              </a:rPr>
              <a:t>Format: FTIGrow_Ogd,FTIGrow_Pgd,FTI,Misreg_Ogd,FTIMisreg_Pgd,Draw_NoDepop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900" dirty="0">
                <a:latin typeface="IntelOne Text Light" panose="020B0403020203020204" pitchFamily="34" charset="0"/>
                <a:sym typeface="Wingdings" panose="05000000000000000000" pitchFamily="2" charset="2"/>
              </a:rPr>
              <a:t>Example: 0,0.0035, 0,0,Y (or) 0,0,-0.006,0,Y (or) 0,0,0,0,N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900" dirty="0" err="1">
                <a:latin typeface="IntelOne Text Light"/>
                <a:sym typeface="Wingdings" panose="05000000000000000000" pitchFamily="2" charset="2"/>
              </a:rPr>
              <a:t>TSDRNoDepop</a:t>
            </a:r>
            <a:r>
              <a:rPr lang="en-US" sz="1900" dirty="0">
                <a:latin typeface="IntelOne Text Light"/>
                <a:sym typeface="Wingdings" panose="05000000000000000000" pitchFamily="2" charset="2"/>
              </a:rPr>
              <a:t> drawn can be seen using </a:t>
            </a:r>
            <a:r>
              <a:rPr lang="en-US" sz="1900" dirty="0" err="1">
                <a:latin typeface="IntelOne Text Light"/>
                <a:sym typeface="Wingdings" panose="05000000000000000000" pitchFamily="2" charset="2"/>
              </a:rPr>
              <a:t>fti;TSDRNoDepop</a:t>
            </a:r>
            <a:endParaRPr lang="en-US" sz="1900" dirty="0">
              <a:latin typeface="IntelOne Text Light"/>
              <a:sym typeface="Wingdings" panose="05000000000000000000" pitchFamily="2" charset="2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900" i="1" dirty="0" err="1">
                <a:latin typeface="IntelOne Display Medium" panose="020B0703020203020204" pitchFamily="34" charset="0"/>
                <a:cs typeface="IntelOne Display AR Bold" panose="020B0803020203020204" pitchFamily="34" charset="-78"/>
              </a:rPr>
              <a:t>TCNCdSkew</a:t>
            </a:r>
            <a:r>
              <a:rPr lang="en-US" sz="1900" i="1" dirty="0">
                <a:latin typeface="IntelOne Display Medium" panose="020B0703020203020204" pitchFamily="34" charset="0"/>
                <a:cs typeface="IntelOne Display AR Bold" panose="020B0803020203020204" pitchFamily="34" charset="-78"/>
              </a:rPr>
              <a:t> </a:t>
            </a:r>
            <a:r>
              <a:rPr lang="en-US" sz="1900" dirty="0">
                <a:latin typeface="IntelOne Text Light" panose="020B0403020203020204" pitchFamily="34" charset="0"/>
              </a:rPr>
              <a:t>(string) </a:t>
            </a:r>
            <a:r>
              <a:rPr lang="en-US" sz="1900" dirty="0">
                <a:latin typeface="IntelOne Text Light" panose="020B0403020203020204" pitchFamily="34" charset="0"/>
                <a:sym typeface="Wingdings" panose="05000000000000000000" pitchFamily="2" charset="2"/>
              </a:rPr>
              <a:t> TCN</a:t>
            </a:r>
            <a:r>
              <a:rPr lang="en-US" sz="1900" dirty="0">
                <a:latin typeface="IntelOne Text Light" panose="020B0403020203020204" pitchFamily="34" charset="0"/>
              </a:rPr>
              <a:t> CD for Poly Pitch/CD Skews.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900" dirty="0">
                <a:latin typeface="IntelOne Text Light" panose="020B0403020203020204" pitchFamily="34" charset="0"/>
              </a:rPr>
              <a:t>Pitch is determined from the </a:t>
            </a:r>
            <a:r>
              <a:rPr lang="en-US" sz="1900" dirty="0" err="1">
                <a:latin typeface="IntelOne Text Light" panose="020B0403020203020204" pitchFamily="34" charset="0"/>
              </a:rPr>
              <a:t>PolyPitch</a:t>
            </a:r>
            <a:r>
              <a:rPr lang="en-US" sz="1900" dirty="0">
                <a:latin typeface="IntelOne Text Light" panose="020B0403020203020204" pitchFamily="34" charset="0"/>
              </a:rPr>
              <a:t> parameter.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900" dirty="0">
                <a:latin typeface="IntelOne Text Light" panose="020B0403020203020204" pitchFamily="34" charset="0"/>
              </a:rPr>
              <a:t>Format: Example: floating point value for poly CD</a:t>
            </a:r>
            <a:endParaRPr lang="en-US" sz="1900" dirty="0">
              <a:latin typeface="IntelOne Text Ligh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900" i="1" dirty="0" err="1">
                <a:latin typeface="IntelOne Display Medium" panose="020B0703020203020204" pitchFamily="34" charset="0"/>
                <a:cs typeface="IntelOne Display AR Bold" panose="020B0803020203020204" pitchFamily="34" charset="-78"/>
              </a:rPr>
              <a:t>SFTSkew</a:t>
            </a:r>
            <a:r>
              <a:rPr lang="en-US" sz="1900" dirty="0"/>
              <a:t> (s</a:t>
            </a:r>
            <a:r>
              <a:rPr lang="en-US" sz="1900" dirty="0">
                <a:sym typeface="Wingdings" panose="05000000000000000000" pitchFamily="2" charset="2"/>
              </a:rPr>
              <a:t>tring)  </a:t>
            </a:r>
            <a:r>
              <a:rPr lang="en-US" sz="1900" dirty="0" err="1">
                <a:sym typeface="Wingdings" panose="05000000000000000000" pitchFamily="2" charset="2"/>
              </a:rPr>
              <a:t>Forksheet</a:t>
            </a:r>
            <a:r>
              <a:rPr lang="en-US" sz="1900" dirty="0">
                <a:sym typeface="Wingdings" panose="05000000000000000000" pitchFamily="2" charset="2"/>
              </a:rPr>
              <a:t> Skew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900" dirty="0">
                <a:sym typeface="Wingdings" panose="05000000000000000000" pitchFamily="2" charset="2"/>
              </a:rPr>
              <a:t>Format: </a:t>
            </a:r>
            <a:r>
              <a:rPr lang="en-US" sz="1900" dirty="0" err="1">
                <a:sym typeface="Wingdings" panose="05000000000000000000" pitchFamily="2" charset="2"/>
              </a:rPr>
              <a:t>DprCd,FlcCd,SpineCd</a:t>
            </a:r>
            <a:r>
              <a:rPr lang="en-US" sz="1900" dirty="0">
                <a:sym typeface="Wingdings" panose="05000000000000000000" pitchFamily="2" charset="2"/>
              </a:rPr>
              <a:t>, Y or N to replace </a:t>
            </a:r>
            <a:r>
              <a:rPr lang="en-US" sz="1900" dirty="0" err="1">
                <a:sym typeface="Wingdings" panose="05000000000000000000" pitchFamily="2" charset="2"/>
              </a:rPr>
              <a:t>FLC_mask</a:t>
            </a:r>
            <a:r>
              <a:rPr lang="en-US" sz="1900" dirty="0">
                <a:sym typeface="Wingdings" panose="05000000000000000000" pitchFamily="2" charset="2"/>
              </a:rPr>
              <a:t> with </a:t>
            </a:r>
            <a:r>
              <a:rPr lang="en-US" sz="1900" dirty="0" err="1">
                <a:sym typeface="Wingdings" panose="05000000000000000000" pitchFamily="2" charset="2"/>
              </a:rPr>
              <a:t>PXL_mask</a:t>
            </a:r>
            <a:r>
              <a:rPr lang="en-US" sz="1900" dirty="0">
                <a:sym typeface="Wingdings" panose="05000000000000000000" pitchFamily="2" charset="2"/>
              </a:rPr>
              <a:t>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900" dirty="0"/>
              <a:t>Spine will not be drawn as a physical layer (We need it for determining the space between </a:t>
            </a:r>
            <a:r>
              <a:rPr lang="en-US" sz="1900" dirty="0" err="1"/>
              <a:t>DPR_mask</a:t>
            </a:r>
            <a:r>
              <a:rPr lang="en-US" sz="1900" dirty="0"/>
              <a:t>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900" dirty="0"/>
              <a:t>The rest of the masks (PXL, GLK, TLK) will be automatically drawn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900" i="1" dirty="0" err="1">
                <a:latin typeface="IntelOne Display Medium" panose="020B0703020203020204" pitchFamily="34" charset="0"/>
                <a:cs typeface="IntelOne Display AR Bold" panose="020B0803020203020204" pitchFamily="34" charset="-78"/>
              </a:rPr>
              <a:t>TallCellSkew</a:t>
            </a:r>
            <a:r>
              <a:rPr lang="en-US" sz="1900" dirty="0"/>
              <a:t> (s</a:t>
            </a:r>
            <a:r>
              <a:rPr lang="en-US" sz="1900" dirty="0">
                <a:sym typeface="Wingdings" panose="05000000000000000000" pitchFamily="2" charset="2"/>
              </a:rPr>
              <a:t>tring)  </a:t>
            </a:r>
            <a:r>
              <a:rPr lang="en-US" sz="1900" dirty="0" err="1">
                <a:sym typeface="Wingdings" panose="05000000000000000000" pitchFamily="2" charset="2"/>
              </a:rPr>
              <a:t>TallCell</a:t>
            </a:r>
            <a:r>
              <a:rPr lang="en-US" sz="1900" dirty="0">
                <a:sym typeface="Wingdings" panose="05000000000000000000" pitchFamily="2" charset="2"/>
              </a:rPr>
              <a:t> Skew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900" dirty="0">
                <a:sym typeface="Wingdings" panose="05000000000000000000" pitchFamily="2" charset="2"/>
              </a:rPr>
              <a:t>Format: </a:t>
            </a:r>
            <a:r>
              <a:rPr lang="en-US" sz="1900" dirty="0" err="1"/>
              <a:t>dprCd,wideDprCd</a:t>
            </a:r>
            <a:r>
              <a:rPr lang="en-US" sz="1900" dirty="0"/>
              <a:t> [CD for Regular </a:t>
            </a:r>
            <a:r>
              <a:rPr lang="en-US" sz="1900" dirty="0" err="1"/>
              <a:t>DPR_mask</a:t>
            </a:r>
            <a:r>
              <a:rPr lang="en-US" sz="1900" dirty="0"/>
              <a:t> and Wide </a:t>
            </a:r>
            <a:r>
              <a:rPr lang="en-US" sz="1900" dirty="0" err="1"/>
              <a:t>DPR_mask</a:t>
            </a:r>
            <a:r>
              <a:rPr lang="en-US" sz="1900" dirty="0"/>
              <a:t>]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900" dirty="0"/>
              <a:t>The rest of the masks (PXL, GLK, TLK) will be automatically drawn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32C3988-7B47-8E0B-1A0A-C6F506949350}"/>
              </a:ext>
            </a:extLst>
          </p:cNvPr>
          <p:cNvSpPr/>
          <p:nvPr/>
        </p:nvSpPr>
        <p:spPr>
          <a:xfrm>
            <a:off x="1617803" y="2164177"/>
            <a:ext cx="8427627" cy="2245696"/>
          </a:xfrm>
          <a:prstGeom prst="rect">
            <a:avLst/>
          </a:prstGeom>
          <a:ln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update needed</a:t>
            </a:r>
          </a:p>
        </p:txBody>
      </p:sp>
    </p:spTree>
    <p:extLst>
      <p:ext uri="{BB962C8B-B14F-4D97-AF65-F5344CB8AC3E}">
        <p14:creationId xmlns:p14="http://schemas.microsoft.com/office/powerpoint/2010/main" val="33787305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E2D7AF-9902-643F-0582-E1A8DF358C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0F71BE0-1F84-3176-8975-CDD07A7A7443}"/>
              </a:ext>
            </a:extLst>
          </p:cNvPr>
          <p:cNvSpPr txBox="1">
            <a:spLocks/>
          </p:cNvSpPr>
          <p:nvPr/>
        </p:nvSpPr>
        <p:spPr>
          <a:xfrm>
            <a:off x="0" y="121906"/>
            <a:ext cx="11719249" cy="6270171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IntelOne Display Regular" panose="020B0503020203020204" pitchFamily="34" charset="0"/>
              <a:buChar char="•"/>
              <a:defRPr sz="2800" b="0" i="0" kern="1200">
                <a:solidFill>
                  <a:schemeClr val="tx1"/>
                </a:solidFill>
                <a:latin typeface="IntelOne Text Light" panose="020B0403020203020204" pitchFamily="34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IntelOne Display Regular" panose="020B0503020203020204" pitchFamily="34" charset="0"/>
              <a:buChar char="•"/>
              <a:defRPr sz="2400" b="0" i="0" kern="1200">
                <a:solidFill>
                  <a:schemeClr val="tx1"/>
                </a:solidFill>
                <a:latin typeface="IntelOne Text Light" panose="020B0403020203020204" pitchFamily="34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IntelOne Display Regular" panose="020B0503020203020204" pitchFamily="34" charset="0"/>
              <a:buChar char="•"/>
              <a:defRPr sz="2000" b="0" i="0" kern="1200">
                <a:solidFill>
                  <a:schemeClr val="tx1"/>
                </a:solidFill>
                <a:latin typeface="IntelOne Text Light" panose="020B0403020203020204" pitchFamily="34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IntelOne Display Regular" panose="020B0503020203020204" pitchFamily="34" charset="0"/>
              <a:buChar char="•"/>
              <a:defRPr sz="1800" b="0" i="0" kern="1200">
                <a:solidFill>
                  <a:schemeClr val="tx1"/>
                </a:solidFill>
                <a:latin typeface="IntelOne Text Light" panose="020B0403020203020204" pitchFamily="34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IntelOne Display Regular" panose="020B0503020203020204" pitchFamily="34" charset="0"/>
              <a:buChar char="•"/>
              <a:defRPr sz="1600" b="0" i="0" kern="1200">
                <a:solidFill>
                  <a:schemeClr val="tx1"/>
                </a:solidFill>
                <a:latin typeface="IntelOne Text Light" panose="020B0403020203020204" pitchFamily="34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IntelOne Display Regular" panose="020B0503020203020204" pitchFamily="34" charset="0"/>
              <a:buNone/>
            </a:pPr>
            <a:r>
              <a:rPr lang="en-US" b="1" i="1" u="sng" dirty="0">
                <a:latin typeface="+mj-lt"/>
                <a:ea typeface="+mj-ea"/>
                <a:cs typeface="+mj-cs"/>
              </a:rPr>
              <a:t>TSDR Skews: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sz="2100" dirty="0">
              <a:latin typeface="IntelOne Text Light" panose="020B0403020203020204" pitchFamily="34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800" i="1" dirty="0" err="1">
                <a:latin typeface="IntelOne Display Medium" panose="020B0703020203020204" pitchFamily="34" charset="0"/>
                <a:cs typeface="IntelOne Display AR Bold" panose="020B0803020203020204" pitchFamily="34" charset="-78"/>
              </a:rPr>
              <a:t>DPRSkew</a:t>
            </a:r>
            <a:r>
              <a:rPr lang="en-US" sz="1800" dirty="0"/>
              <a:t> (s</a:t>
            </a:r>
            <a:r>
              <a:rPr lang="en-US" sz="1800" dirty="0">
                <a:sym typeface="Wingdings" panose="05000000000000000000" pitchFamily="2" charset="2"/>
              </a:rPr>
              <a:t>tring)  DPR CD and </a:t>
            </a:r>
            <a:r>
              <a:rPr lang="en-US" sz="1800" dirty="0" err="1">
                <a:sym typeface="Wingdings" panose="05000000000000000000" pitchFamily="2" charset="2"/>
              </a:rPr>
              <a:t>Misreg</a:t>
            </a:r>
            <a:r>
              <a:rPr lang="en-US" sz="1800" dirty="0">
                <a:sym typeface="Wingdings" panose="05000000000000000000" pitchFamily="2" charset="2"/>
              </a:rPr>
              <a:t> Skew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>
                <a:sym typeface="Wingdings" panose="05000000000000000000" pitchFamily="2" charset="2"/>
              </a:rPr>
              <a:t>Format: </a:t>
            </a:r>
            <a:r>
              <a:rPr lang="en-US" sz="1800" dirty="0" err="1"/>
              <a:t>DprCd,DprMisreg</a:t>
            </a:r>
            <a:endParaRPr lang="en-US" sz="1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800" i="1" dirty="0" err="1">
                <a:latin typeface="IntelOne Display Medium" panose="020B0703020203020204" pitchFamily="34" charset="0"/>
                <a:cs typeface="IntelOne Display AR Bold" panose="020B0803020203020204" pitchFamily="34" charset="-78"/>
              </a:rPr>
              <a:t>PXLSkew</a:t>
            </a:r>
            <a:r>
              <a:rPr lang="en-US" sz="1800" dirty="0"/>
              <a:t> (s</a:t>
            </a:r>
            <a:r>
              <a:rPr lang="en-US" sz="1800" dirty="0">
                <a:sym typeface="Wingdings" panose="05000000000000000000" pitchFamily="2" charset="2"/>
              </a:rPr>
              <a:t>tring)  PXL CD and </a:t>
            </a:r>
            <a:r>
              <a:rPr lang="en-US" sz="1800" dirty="0" err="1">
                <a:sym typeface="Wingdings" panose="05000000000000000000" pitchFamily="2" charset="2"/>
              </a:rPr>
              <a:t>Misreg</a:t>
            </a:r>
            <a:r>
              <a:rPr lang="en-US" sz="1800" dirty="0">
                <a:sym typeface="Wingdings" panose="05000000000000000000" pitchFamily="2" charset="2"/>
              </a:rPr>
              <a:t> Skew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>
                <a:sym typeface="Wingdings" panose="05000000000000000000" pitchFamily="2" charset="2"/>
              </a:rPr>
              <a:t>Format: </a:t>
            </a:r>
            <a:r>
              <a:rPr lang="en-US" sz="1800" dirty="0" err="1"/>
              <a:t>PxlCd,PxlMisreg,DprCd</a:t>
            </a:r>
            <a:r>
              <a:rPr lang="en-US" sz="1800" dirty="0"/>
              <a:t> [CD for </a:t>
            </a:r>
            <a:r>
              <a:rPr lang="en-US" sz="1800" dirty="0" err="1"/>
              <a:t>PXL_mask</a:t>
            </a:r>
            <a:r>
              <a:rPr lang="en-US" sz="1800" dirty="0"/>
              <a:t>, </a:t>
            </a:r>
            <a:r>
              <a:rPr lang="en-US" sz="1800" dirty="0" err="1"/>
              <a:t>Misreg</a:t>
            </a:r>
            <a:r>
              <a:rPr lang="en-US" sz="1800" dirty="0"/>
              <a:t> value for </a:t>
            </a:r>
            <a:r>
              <a:rPr lang="en-US" sz="1800" dirty="0" err="1"/>
              <a:t>PXL_mask</a:t>
            </a:r>
            <a:r>
              <a:rPr lang="en-US" sz="1800" dirty="0"/>
              <a:t> and CD for </a:t>
            </a:r>
            <a:r>
              <a:rPr lang="en-US" sz="1800" dirty="0" err="1"/>
              <a:t>FLC_mask</a:t>
            </a:r>
            <a:r>
              <a:rPr lang="en-US" sz="1800" dirty="0"/>
              <a:t>]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/>
              <a:t>The rest of the masks (GLK, TLK) will be automatically drawn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i="1" dirty="0" err="1">
                <a:latin typeface="IntelOne Display Medium" panose="020B0703020203020204" pitchFamily="34" charset="0"/>
                <a:cs typeface="IntelOne Display AR Bold" panose="020B0803020203020204" pitchFamily="34" charset="-78"/>
              </a:rPr>
              <a:t>IdLayerBasedSkew</a:t>
            </a:r>
            <a:r>
              <a:rPr lang="en-US" sz="1800" dirty="0"/>
              <a:t> (s</a:t>
            </a:r>
            <a:r>
              <a:rPr lang="en-US" sz="1800" dirty="0">
                <a:sym typeface="Wingdings" panose="05000000000000000000" pitchFamily="2" charset="2"/>
              </a:rPr>
              <a:t>tring)  PXL CD and </a:t>
            </a:r>
            <a:r>
              <a:rPr lang="en-US" sz="1800" dirty="0" err="1">
                <a:sym typeface="Wingdings" panose="05000000000000000000" pitchFamily="2" charset="2"/>
              </a:rPr>
              <a:t>Misreg</a:t>
            </a:r>
            <a:r>
              <a:rPr lang="en-US" sz="1800" dirty="0">
                <a:sym typeface="Wingdings" panose="05000000000000000000" pitchFamily="2" charset="2"/>
              </a:rPr>
              <a:t> Skew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>
                <a:sym typeface="Wingdings" panose="05000000000000000000" pitchFamily="2" charset="2"/>
              </a:rPr>
              <a:t>Format: </a:t>
            </a:r>
            <a:r>
              <a:rPr lang="en-US" sz="1800" dirty="0" err="1"/>
              <a:t>PxlCd,PxlMisreg,DprCd</a:t>
            </a:r>
            <a:r>
              <a:rPr lang="en-US" sz="1800" dirty="0"/>
              <a:t> [CD for </a:t>
            </a:r>
            <a:r>
              <a:rPr lang="en-US" sz="1800" dirty="0" err="1"/>
              <a:t>PXL_mask</a:t>
            </a:r>
            <a:r>
              <a:rPr lang="en-US" sz="1800" dirty="0"/>
              <a:t>, </a:t>
            </a:r>
            <a:r>
              <a:rPr lang="en-US" sz="1800" dirty="0" err="1"/>
              <a:t>Misreg</a:t>
            </a:r>
            <a:r>
              <a:rPr lang="en-US" sz="1800" dirty="0"/>
              <a:t> value for </a:t>
            </a:r>
            <a:r>
              <a:rPr lang="en-US" sz="1800" dirty="0" err="1"/>
              <a:t>PXL_mask</a:t>
            </a:r>
            <a:r>
              <a:rPr lang="en-US" sz="1800" dirty="0"/>
              <a:t> and CD for </a:t>
            </a:r>
            <a:r>
              <a:rPr lang="en-US" sz="1800" dirty="0" err="1"/>
              <a:t>FLC_mask</a:t>
            </a:r>
            <a:r>
              <a:rPr lang="en-US" sz="1800" dirty="0"/>
              <a:t>]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/>
              <a:t>The rest of the masks (GLK, TLK) will be automatically drawn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i="1" dirty="0" err="1">
                <a:latin typeface="IntelOne Display Medium" panose="020B0703020203020204" pitchFamily="34" charset="0"/>
                <a:cs typeface="IntelOne Display AR Bold" panose="020B0803020203020204" pitchFamily="34" charset="-78"/>
              </a:rPr>
              <a:t>GLKSkew</a:t>
            </a:r>
            <a:r>
              <a:rPr lang="en-US" sz="1800" dirty="0"/>
              <a:t> (s</a:t>
            </a:r>
            <a:r>
              <a:rPr lang="en-US" sz="1800" dirty="0">
                <a:sym typeface="Wingdings" panose="05000000000000000000" pitchFamily="2" charset="2"/>
              </a:rPr>
              <a:t>tring)  GLK CD and </a:t>
            </a:r>
            <a:r>
              <a:rPr lang="en-US" sz="1800" dirty="0" err="1">
                <a:sym typeface="Wingdings" panose="05000000000000000000" pitchFamily="2" charset="2"/>
              </a:rPr>
              <a:t>Misreg</a:t>
            </a:r>
            <a:r>
              <a:rPr lang="en-US" sz="1800" dirty="0">
                <a:sym typeface="Wingdings" panose="05000000000000000000" pitchFamily="2" charset="2"/>
              </a:rPr>
              <a:t> Skew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>
                <a:sym typeface="Wingdings" panose="05000000000000000000" pitchFamily="2" charset="2"/>
              </a:rPr>
              <a:t>Skews Poly plugs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>
                <a:sym typeface="Wingdings" panose="05000000000000000000" pitchFamily="2" charset="2"/>
              </a:rPr>
              <a:t>Format: </a:t>
            </a:r>
            <a:r>
              <a:rPr lang="en-US" sz="1800" dirty="0" err="1">
                <a:sym typeface="Wingdings" panose="05000000000000000000" pitchFamily="2" charset="2"/>
              </a:rPr>
              <a:t>GLK</a:t>
            </a:r>
            <a:r>
              <a:rPr lang="en-US" sz="1800" dirty="0" err="1"/>
              <a:t>Grow_Ogd,GLKGrow_Pgd,GLKMisreg_Ogd,GLKMisreg_Pgd</a:t>
            </a:r>
            <a:endParaRPr lang="en-US" sz="1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800" i="1" dirty="0" err="1">
                <a:latin typeface="IntelOne Display Medium" panose="020B0703020203020204" pitchFamily="34" charset="0"/>
                <a:cs typeface="IntelOne Display AR Bold" panose="020B0803020203020204" pitchFamily="34" charset="-78"/>
              </a:rPr>
              <a:t>TLKSkew</a:t>
            </a:r>
            <a:r>
              <a:rPr lang="en-US" sz="1800" dirty="0"/>
              <a:t> (s</a:t>
            </a:r>
            <a:r>
              <a:rPr lang="en-US" sz="1800" dirty="0">
                <a:sym typeface="Wingdings" panose="05000000000000000000" pitchFamily="2" charset="2"/>
              </a:rPr>
              <a:t>tring)  TLK CD and </a:t>
            </a:r>
            <a:r>
              <a:rPr lang="en-US" sz="1800" dirty="0" err="1">
                <a:sym typeface="Wingdings" panose="05000000000000000000" pitchFamily="2" charset="2"/>
              </a:rPr>
              <a:t>Misreg</a:t>
            </a:r>
            <a:r>
              <a:rPr lang="en-US" sz="1800" dirty="0">
                <a:sym typeface="Wingdings" panose="05000000000000000000" pitchFamily="2" charset="2"/>
              </a:rPr>
              <a:t> Skew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>
                <a:sym typeface="Wingdings" panose="05000000000000000000" pitchFamily="2" charset="2"/>
              </a:rPr>
              <a:t>Skews Tcn plugs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>
                <a:sym typeface="Wingdings" panose="05000000000000000000" pitchFamily="2" charset="2"/>
              </a:rPr>
              <a:t>Format: </a:t>
            </a:r>
            <a:r>
              <a:rPr lang="en-US" sz="1800" dirty="0" err="1">
                <a:sym typeface="Wingdings" panose="05000000000000000000" pitchFamily="2" charset="2"/>
              </a:rPr>
              <a:t>TLK</a:t>
            </a:r>
            <a:r>
              <a:rPr lang="en-US" sz="1800" dirty="0" err="1"/>
              <a:t>Grow_Ogd,TLKGrow_Pgd,TLKMisreg_Ogd,TLKMisreg_Pgd</a:t>
            </a:r>
            <a:endParaRPr lang="en-US" sz="1800" dirty="0"/>
          </a:p>
          <a:p>
            <a:pPr>
              <a:buFont typeface="Arial" panose="020B0604020202020204" pitchFamily="34" charset="0"/>
              <a:buChar char="•"/>
            </a:pPr>
            <a:endParaRPr lang="en-US" sz="2000" dirty="0">
              <a:latin typeface="IntelOne Text Light" panose="020B0403020203020204" pitchFamily="34" charset="0"/>
              <a:sym typeface="Wingdings" panose="05000000000000000000" pitchFamily="2" charset="2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72A65E0-9675-592C-7327-6DD6B0A9D3AE}"/>
              </a:ext>
            </a:extLst>
          </p:cNvPr>
          <p:cNvSpPr/>
          <p:nvPr/>
        </p:nvSpPr>
        <p:spPr>
          <a:xfrm>
            <a:off x="1617803" y="2164177"/>
            <a:ext cx="8427627" cy="2245696"/>
          </a:xfrm>
          <a:prstGeom prst="rect">
            <a:avLst/>
          </a:prstGeom>
          <a:ln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update needed</a:t>
            </a:r>
          </a:p>
        </p:txBody>
      </p:sp>
    </p:spTree>
    <p:extLst>
      <p:ext uri="{BB962C8B-B14F-4D97-AF65-F5344CB8AC3E}">
        <p14:creationId xmlns:p14="http://schemas.microsoft.com/office/powerpoint/2010/main" val="192150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69200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Intel Light">
  <a:themeElements>
    <a:clrScheme name="Custom 34">
      <a:dk1>
        <a:srgbClr val="000000"/>
      </a:dk1>
      <a:lt1>
        <a:srgbClr val="FFFFFF"/>
      </a:lt1>
      <a:dk2>
        <a:srgbClr val="004A86"/>
      </a:dk2>
      <a:lt2>
        <a:srgbClr val="E9E9E9"/>
      </a:lt2>
      <a:accent1>
        <a:srgbClr val="0068B5"/>
      </a:accent1>
      <a:accent2>
        <a:srgbClr val="00C7FD"/>
      </a:accent2>
      <a:accent3>
        <a:srgbClr val="FEC91B"/>
      </a:accent3>
      <a:accent4>
        <a:srgbClr val="E96115"/>
      </a:accent4>
      <a:accent5>
        <a:srgbClr val="8F5DA2"/>
      </a:accent5>
      <a:accent6>
        <a:srgbClr val="8BAE46"/>
      </a:accent6>
      <a:hlink>
        <a:srgbClr val="00C7FD"/>
      </a:hlink>
      <a:folHlink>
        <a:srgbClr val="0068B5"/>
      </a:folHlink>
    </a:clrScheme>
    <a:fontScheme name="Intel">
      <a:majorFont>
        <a:latin typeface="IntelOne Display Light"/>
        <a:ea typeface="Helvetica Neue"/>
        <a:cs typeface="Helvetica Neue"/>
      </a:majorFont>
      <a:minorFont>
        <a:latin typeface="IntelOne Text"/>
        <a:ea typeface="Helvetica Neue"/>
        <a:cs typeface="Helvetica Neue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lIns="137160" tIns="137160" rIns="137160" bIns="137160" rtlCol="0" anchor="ctr"/>
      <a:lstStyle>
        <a:defPPr algn="ctr"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137160" tIns="137160" rIns="137160" bIns="137160" rtlCol="0">
        <a:spAutoFit/>
      </a:bodyPr>
      <a:lstStyle>
        <a:defPPr algn="l">
          <a:defRPr dirty="0" err="1" smtClean="0"/>
        </a:defPPr>
      </a:lstStyle>
    </a:txDef>
  </a:objectDefaults>
  <a:extraClrSchemeLst/>
  <a:custClrLst>
    <a:custClr name="Classic Tint 2">
      <a:srgbClr val="76CEFF"/>
    </a:custClr>
    <a:custClr name="Energy Tint 2">
      <a:srgbClr val="B4F0FF"/>
    </a:custClr>
    <a:custClr name="Carbon Tint 2">
      <a:srgbClr val="E9E9E9"/>
    </a:custClr>
    <a:custClr name="Steel Tint 2">
      <a:srgbClr val="B9D6E5"/>
    </a:custClr>
    <a:custClr name="Geode Tint 2">
      <a:srgbClr val="EEC3F7"/>
    </a:custClr>
    <a:custClr name="Moss Tint 2">
      <a:srgbClr val="D7F3A2"/>
    </a:custClr>
    <a:custClr name="Rust Tint 2">
      <a:srgbClr val="FFC599"/>
    </a:custClr>
    <a:custClr name="Cobalt Tint 2">
      <a:srgbClr val="98A1FF"/>
    </a:custClr>
    <a:custClr name="Coral Tint 2">
      <a:srgbClr val="FFB6B9"/>
    </a:custClr>
    <a:custClr name="white">
      <a:srgbClr val="FFFFFF"/>
    </a:custClr>
    <a:custClr name="Classic Tint 1">
      <a:srgbClr val="00A3F6"/>
    </a:custClr>
    <a:custClr name="Energy Tint 1">
      <a:srgbClr val="7BDEFF"/>
    </a:custClr>
    <a:custClr name="Carbon Tint 1">
      <a:srgbClr val="AEAEAE"/>
    </a:custClr>
    <a:custClr name="Steel Tint 1">
      <a:srgbClr val="86B3CA"/>
    </a:custClr>
    <a:custClr name="Geode Tint 1">
      <a:srgbClr val="CC94DA"/>
    </a:custClr>
    <a:custClr name="Moss Tint 1">
      <a:srgbClr val="B1D272"/>
    </a:custClr>
    <a:custClr name="Rust Tint 1">
      <a:srgbClr val="FF8F51"/>
    </a:custClr>
    <a:custClr name="Cobalt Tint 1">
      <a:srgbClr val="5B69FF"/>
    </a:custClr>
    <a:custClr name="Coral Tint 1">
      <a:srgbClr val="FF848A"/>
    </a:custClr>
    <a:custClr name="Daisy Tint 1">
      <a:srgbClr val="FFE17A"/>
    </a:custClr>
    <a:custClr name="Classic">
      <a:srgbClr val="0068B5"/>
    </a:custClr>
    <a:custClr name="Energy">
      <a:srgbClr val="00C7FD"/>
    </a:custClr>
    <a:custClr name="Carbon">
      <a:srgbClr val="808080"/>
    </a:custClr>
    <a:custClr name="Steel">
      <a:srgbClr val="548FAD"/>
    </a:custClr>
    <a:custClr name="Geode">
      <a:srgbClr val="8F5DA2"/>
    </a:custClr>
    <a:custClr name="Moss">
      <a:srgbClr val="8BAE46"/>
    </a:custClr>
    <a:custClr name="Rust">
      <a:srgbClr val="E96115"/>
    </a:custClr>
    <a:custClr name="Cobalt">
      <a:srgbClr val="1E2EB8"/>
    </a:custClr>
    <a:custClr name="Coral">
      <a:srgbClr val="FF5662"/>
    </a:custClr>
    <a:custClr name="Daisy">
      <a:srgbClr val="FEC91B"/>
    </a:custClr>
    <a:custClr name="Classic Shade 1">
      <a:srgbClr val="004A86"/>
    </a:custClr>
    <a:custClr name="Energy Shade 1">
      <a:srgbClr val="0095CA"/>
    </a:custClr>
    <a:custClr name="Carbon Shade 1">
      <a:srgbClr val="525252"/>
    </a:custClr>
    <a:custClr name="Steel Shade 1">
      <a:srgbClr val="41728A"/>
    </a:custClr>
    <a:custClr name="Geode Shade 1">
      <a:srgbClr val="653171"/>
    </a:custClr>
    <a:custClr name="Moss Shade 1">
      <a:srgbClr val="708541"/>
    </a:custClr>
    <a:custClr name="Rust Shade 1">
      <a:srgbClr val="B24501"/>
    </a:custClr>
    <a:custClr name="Cobalt Shade 1">
      <a:srgbClr val="000F8A"/>
    </a:custClr>
    <a:custClr name="Coral Shade 1">
      <a:srgbClr val="C81326"/>
    </a:custClr>
    <a:custClr name="Daisy Shade 1">
      <a:srgbClr val="EDB200"/>
    </a:custClr>
    <a:custClr name="Classic Shade 2">
      <a:srgbClr val="00285A"/>
    </a:custClr>
    <a:custClr name="Energy Shade 2">
      <a:srgbClr val="005B85"/>
    </a:custClr>
    <a:custClr name="Carbon Shade 2">
      <a:srgbClr val="262626"/>
    </a:custClr>
    <a:custClr name="Steel Shade 2">
      <a:srgbClr val="183544"/>
    </a:custClr>
    <a:custClr name="black">
      <a:srgbClr val="000000"/>
    </a:custClr>
    <a:custClr name="Moss Shade 2">
      <a:srgbClr val="515A3D"/>
    </a:custClr>
    <a:custClr name="black">
      <a:srgbClr val="000000"/>
    </a:custClr>
    <a:custClr name="Cobalt Shade 2">
      <a:srgbClr val="000864"/>
    </a:custClr>
    <a:custClr name="black">
      <a:srgbClr val="000000"/>
    </a:custClr>
    <a:custClr name="Daisy Shade 2">
      <a:srgbClr val="C98F00"/>
    </a:custClr>
  </a:custClrLst>
  <a:extLst>
    <a:ext uri="{05A4C25C-085E-4340-85A3-A5531E510DB2}">
      <thm15:themeFamily xmlns:thm15="http://schemas.microsoft.com/office/thememl/2012/main" name="brand-ppt-template-light.potx" id="{9E9CCE79-B336-452B-BF5F-6DCA9B083311}" vid="{8C99D76C-17B6-43AE-99C9-8E3375395B7B}"/>
    </a:ext>
  </a:extLst>
</a:theme>
</file>

<file path=ppt/theme/theme2.xml><?xml version="1.0" encoding="utf-8"?>
<a:theme xmlns:a="http://schemas.openxmlformats.org/drawingml/2006/main" name="Intel-dtp-ppt-userguide-template">
  <a:themeElements>
    <a:clrScheme name="Intel custom 1">
      <a:dk1>
        <a:srgbClr val="3D3D3D"/>
      </a:dk1>
      <a:lt1>
        <a:srgbClr val="FFFFFF"/>
      </a:lt1>
      <a:dk2>
        <a:srgbClr val="004A86"/>
      </a:dk2>
      <a:lt2>
        <a:srgbClr val="FFFFFF"/>
      </a:lt2>
      <a:accent1>
        <a:srgbClr val="0068B5"/>
      </a:accent1>
      <a:accent2>
        <a:srgbClr val="00C7FD"/>
      </a:accent2>
      <a:accent3>
        <a:srgbClr val="FEC91B"/>
      </a:accent3>
      <a:accent4>
        <a:srgbClr val="E96115"/>
      </a:accent4>
      <a:accent5>
        <a:srgbClr val="8F5DA2"/>
      </a:accent5>
      <a:accent6>
        <a:srgbClr val="8BAE46"/>
      </a:accent6>
      <a:hlink>
        <a:srgbClr val="00C7FD"/>
      </a:hlink>
      <a:folHlink>
        <a:srgbClr val="0068B5"/>
      </a:folHlink>
    </a:clrScheme>
    <a:fontScheme name="Intel custom 1">
      <a:majorFont>
        <a:latin typeface="IntelOne Display AR Medium"/>
        <a:ea typeface="Helvetica Neue"/>
        <a:cs typeface="Helvetica Neue"/>
      </a:majorFont>
      <a:minorFont>
        <a:latin typeface="IntelOne Display Regular"/>
        <a:ea typeface="Helvetica Neue"/>
        <a:cs typeface="Helvetica Neue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custClrLst>
    <a:custClr name="Classic Tint 2">
      <a:srgbClr val="76CEFF"/>
    </a:custClr>
    <a:custClr name="Energy Tint 2">
      <a:srgbClr val="B4F0FF"/>
    </a:custClr>
    <a:custClr name="Carbon Tint 2">
      <a:srgbClr val="E9E9E9"/>
    </a:custClr>
    <a:custClr name="Steel Tint 2">
      <a:srgbClr val="B9D6E5"/>
    </a:custClr>
    <a:custClr name="Geode Tint 2">
      <a:srgbClr val="EEC3F7"/>
    </a:custClr>
    <a:custClr name="Moss Tint 2">
      <a:srgbClr val="D7F3A2"/>
    </a:custClr>
    <a:custClr name="Rust Tint 2">
      <a:srgbClr val="FFC599"/>
    </a:custClr>
    <a:custClr name="Cobalt Tint 2">
      <a:srgbClr val="98A1FF"/>
    </a:custClr>
    <a:custClr name="Coral Tint 2">
      <a:srgbClr val="FFB6B9"/>
    </a:custClr>
    <a:custClr name="white">
      <a:srgbClr val="FFFFFF"/>
    </a:custClr>
    <a:custClr name="Classic Tint 1">
      <a:srgbClr val="00A3F6"/>
    </a:custClr>
    <a:custClr name="Energy Tint 1">
      <a:srgbClr val="7BDEFF"/>
    </a:custClr>
    <a:custClr name="Carbon Tint 1">
      <a:srgbClr val="AEAEAE"/>
    </a:custClr>
    <a:custClr name="Steel Tint 1">
      <a:srgbClr val="86B3CA"/>
    </a:custClr>
    <a:custClr name="Geode Tint 1">
      <a:srgbClr val="CC94DA"/>
    </a:custClr>
    <a:custClr name="Moss Tint 1">
      <a:srgbClr val="B1D272"/>
    </a:custClr>
    <a:custClr name="Rust Tint 1">
      <a:srgbClr val="FF8F51"/>
    </a:custClr>
    <a:custClr name="Cobalt Tint 1">
      <a:srgbClr val="5B69FF"/>
    </a:custClr>
    <a:custClr name="Coral Tint 1">
      <a:srgbClr val="FF848A"/>
    </a:custClr>
    <a:custClr name="Daisy Tint 1">
      <a:srgbClr val="FFE17A"/>
    </a:custClr>
    <a:custClr name="Classic">
      <a:srgbClr val="0068B5"/>
    </a:custClr>
    <a:custClr name="Energy">
      <a:srgbClr val="00C7FD"/>
    </a:custClr>
    <a:custClr name="Carbon">
      <a:srgbClr val="808080"/>
    </a:custClr>
    <a:custClr name="Steel">
      <a:srgbClr val="548FAD"/>
    </a:custClr>
    <a:custClr name="Geode">
      <a:srgbClr val="8F5DA2"/>
    </a:custClr>
    <a:custClr name="Moss">
      <a:srgbClr val="8BAE46"/>
    </a:custClr>
    <a:custClr name="Rust">
      <a:srgbClr val="E96115"/>
    </a:custClr>
    <a:custClr name="Cobalt">
      <a:srgbClr val="1E2EB8"/>
    </a:custClr>
    <a:custClr name="Coral">
      <a:srgbClr val="FF5662"/>
    </a:custClr>
    <a:custClr name="Daisy">
      <a:srgbClr val="FEC91B"/>
    </a:custClr>
    <a:custClr name="Classic Shade 1">
      <a:srgbClr val="004A86"/>
    </a:custClr>
    <a:custClr name="Energy Shade 1">
      <a:srgbClr val="0095CA"/>
    </a:custClr>
    <a:custClr name="Carbon Shade 1">
      <a:srgbClr val="525252"/>
    </a:custClr>
    <a:custClr name="Steel Shade 1">
      <a:srgbClr val="41728A"/>
    </a:custClr>
    <a:custClr name="Geode Shade 1">
      <a:srgbClr val="653171"/>
    </a:custClr>
    <a:custClr name="Moss Shade 1">
      <a:srgbClr val="708541"/>
    </a:custClr>
    <a:custClr name="Rust Shade 1">
      <a:srgbClr val="B24501"/>
    </a:custClr>
    <a:custClr name="Cobalt Shade 1">
      <a:srgbClr val="000F8A"/>
    </a:custClr>
    <a:custClr name="Coral Shade 1">
      <a:srgbClr val="C81326"/>
    </a:custClr>
    <a:custClr name="Daisy Shade 1">
      <a:srgbClr val="EDB200"/>
    </a:custClr>
    <a:custClr name="Classic Shade 2">
      <a:srgbClr val="00285A"/>
    </a:custClr>
    <a:custClr name="Energy Shade 2">
      <a:srgbClr val="005B85"/>
    </a:custClr>
    <a:custClr name="Carbon Shade 2">
      <a:srgbClr val="262626"/>
    </a:custClr>
    <a:custClr name="Steel Shade 2">
      <a:srgbClr val="183544"/>
    </a:custClr>
    <a:custClr name="black">
      <a:srgbClr val="000000"/>
    </a:custClr>
    <a:custClr name="Moss Shade 2">
      <a:srgbClr val="515A3D"/>
    </a:custClr>
    <a:custClr name="black">
      <a:srgbClr val="000000"/>
    </a:custClr>
    <a:custClr name="Cobalt Shade 2">
      <a:srgbClr val="000864"/>
    </a:custClr>
    <a:custClr name="black">
      <a:srgbClr val="000000"/>
    </a:custClr>
    <a:custClr name="Daisy Shade 2">
      <a:srgbClr val="C98F00"/>
    </a:custClr>
  </a:custClrLst>
  <a:extLst>
    <a:ext uri="{05A4C25C-085E-4340-85A3-A5531E510DB2}">
      <thm15:themeFamily xmlns:thm15="http://schemas.microsoft.com/office/thememl/2012/main" name="Intel-dtp-ppt-userguide-template" id="{367941D0-5B8D-402D-A477-0654C8F721F0}" vid="{22C393C0-89E4-4B79-AACF-715B1770F814}"/>
    </a:ext>
  </a:extLst>
</a:theme>
</file>

<file path=ppt/theme/theme3.xml><?xml version="1.0" encoding="utf-8"?>
<a:theme xmlns:a="http://schemas.openxmlformats.org/drawingml/2006/main" name="1_Theme1">
  <a:themeElements>
    <a:clrScheme name="Intel Custom 2">
      <a:dk1>
        <a:srgbClr val="FFFFFF"/>
      </a:dk1>
      <a:lt1>
        <a:srgbClr val="0068B5"/>
      </a:lt1>
      <a:dk2>
        <a:srgbClr val="FFFFFF"/>
      </a:dk2>
      <a:lt2>
        <a:srgbClr val="004A86"/>
      </a:lt2>
      <a:accent1>
        <a:srgbClr val="0068B5"/>
      </a:accent1>
      <a:accent2>
        <a:srgbClr val="00C7FD"/>
      </a:accent2>
      <a:accent3>
        <a:srgbClr val="FEC91B"/>
      </a:accent3>
      <a:accent4>
        <a:srgbClr val="E96115"/>
      </a:accent4>
      <a:accent5>
        <a:srgbClr val="8F5DA2"/>
      </a:accent5>
      <a:accent6>
        <a:srgbClr val="8BAE46"/>
      </a:accent6>
      <a:hlink>
        <a:srgbClr val="00C7FD"/>
      </a:hlink>
      <a:folHlink>
        <a:srgbClr val="0068B5"/>
      </a:folHlink>
    </a:clrScheme>
    <a:fontScheme name="Intel custom 1">
      <a:majorFont>
        <a:latin typeface="IntelOne Display AR Medium"/>
        <a:ea typeface="Helvetica Neue"/>
        <a:cs typeface="Helvetica Neue"/>
      </a:majorFont>
      <a:minorFont>
        <a:latin typeface="IntelOne Display Regular"/>
        <a:ea typeface="Helvetica Neue"/>
        <a:cs typeface="Helvetica Neue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custClrLst>
    <a:custClr name="Classic Tint 2">
      <a:srgbClr val="76CEFF"/>
    </a:custClr>
    <a:custClr name="Energy Tint 2">
      <a:srgbClr val="B4F0FF"/>
    </a:custClr>
    <a:custClr name="Carbon Tint 2">
      <a:srgbClr val="E9E9E9"/>
    </a:custClr>
    <a:custClr name="Steel Tint 2">
      <a:srgbClr val="B9D6E5"/>
    </a:custClr>
    <a:custClr name="Geode Tint 2">
      <a:srgbClr val="EEC3F7"/>
    </a:custClr>
    <a:custClr name="Moss Tint 2">
      <a:srgbClr val="D7F3A2"/>
    </a:custClr>
    <a:custClr name="Rust Tint 2">
      <a:srgbClr val="FFC599"/>
    </a:custClr>
    <a:custClr name="Cobalt Tint 2">
      <a:srgbClr val="98A1FF"/>
    </a:custClr>
    <a:custClr name="Coral Tint 2">
      <a:srgbClr val="FFB6B9"/>
    </a:custClr>
    <a:custClr name="white">
      <a:srgbClr val="FFFFFF"/>
    </a:custClr>
    <a:custClr name="Classic Tint 1">
      <a:srgbClr val="00A3F6"/>
    </a:custClr>
    <a:custClr name="Energy Tint 1">
      <a:srgbClr val="7BDEFF"/>
    </a:custClr>
    <a:custClr name="Carbon Tint 1">
      <a:srgbClr val="AEAEAE"/>
    </a:custClr>
    <a:custClr name="Steel Tint 1">
      <a:srgbClr val="86B3CA"/>
    </a:custClr>
    <a:custClr name="Geode Tint 1">
      <a:srgbClr val="CC94DA"/>
    </a:custClr>
    <a:custClr name="Moss Tint 1">
      <a:srgbClr val="B1D272"/>
    </a:custClr>
    <a:custClr name="Rust Tint 1">
      <a:srgbClr val="FF8F51"/>
    </a:custClr>
    <a:custClr name="Cobalt Tint 1">
      <a:srgbClr val="5B69FF"/>
    </a:custClr>
    <a:custClr name="Coral Tint 1">
      <a:srgbClr val="FF848A"/>
    </a:custClr>
    <a:custClr name="Daisy Tint 1">
      <a:srgbClr val="FFE17A"/>
    </a:custClr>
    <a:custClr name="Classic">
      <a:srgbClr val="0068B5"/>
    </a:custClr>
    <a:custClr name="Energy">
      <a:srgbClr val="00C7FD"/>
    </a:custClr>
    <a:custClr name="Carbon">
      <a:srgbClr val="808080"/>
    </a:custClr>
    <a:custClr name="Steel">
      <a:srgbClr val="548FAD"/>
    </a:custClr>
    <a:custClr name="Geode">
      <a:srgbClr val="8F5DA2"/>
    </a:custClr>
    <a:custClr name="Moss">
      <a:srgbClr val="8BAE46"/>
    </a:custClr>
    <a:custClr name="Rust">
      <a:srgbClr val="E96115"/>
    </a:custClr>
    <a:custClr name="Cobalt">
      <a:srgbClr val="1E2EB8"/>
    </a:custClr>
    <a:custClr name="Coral">
      <a:srgbClr val="FF5662"/>
    </a:custClr>
    <a:custClr name="Daisy">
      <a:srgbClr val="FEC91B"/>
    </a:custClr>
    <a:custClr name="Classic Shade 1">
      <a:srgbClr val="004A86"/>
    </a:custClr>
    <a:custClr name="Energy Shade 1">
      <a:srgbClr val="0095CA"/>
    </a:custClr>
    <a:custClr name="Carbon Shade 1">
      <a:srgbClr val="525252"/>
    </a:custClr>
    <a:custClr name="Steel Shade 1">
      <a:srgbClr val="41728A"/>
    </a:custClr>
    <a:custClr name="Geode Shade 1">
      <a:srgbClr val="653171"/>
    </a:custClr>
    <a:custClr name="Moss Shade 1">
      <a:srgbClr val="708541"/>
    </a:custClr>
    <a:custClr name="Rust Shade 1">
      <a:srgbClr val="B24501"/>
    </a:custClr>
    <a:custClr name="Cobalt Shade 1">
      <a:srgbClr val="000F8A"/>
    </a:custClr>
    <a:custClr name="Coral Shade 1">
      <a:srgbClr val="C81326"/>
    </a:custClr>
    <a:custClr name="Daisy Shade 1">
      <a:srgbClr val="EDB200"/>
    </a:custClr>
    <a:custClr name="Classic Shade 2">
      <a:srgbClr val="00285A"/>
    </a:custClr>
    <a:custClr name="Energy Shade 2">
      <a:srgbClr val="005B85"/>
    </a:custClr>
    <a:custClr name="Carbon Shade 2">
      <a:srgbClr val="262626"/>
    </a:custClr>
    <a:custClr name="Steel Shade 2">
      <a:srgbClr val="183544"/>
    </a:custClr>
    <a:custClr name="black">
      <a:srgbClr val="000000"/>
    </a:custClr>
    <a:custClr name="Moss Shade 2">
      <a:srgbClr val="515A3D"/>
    </a:custClr>
    <a:custClr name="black">
      <a:srgbClr val="000000"/>
    </a:custClr>
    <a:custClr name="Cobalt Shade 2">
      <a:srgbClr val="000864"/>
    </a:custClr>
    <a:custClr name="black">
      <a:srgbClr val="000000"/>
    </a:custClr>
    <a:custClr name="Daisy Shade 2">
      <a:srgbClr val="C98F00"/>
    </a:custClr>
  </a:custClrLst>
  <a:extLst>
    <a:ext uri="{05A4C25C-085E-4340-85A3-A5531E510DB2}">
      <thm15:themeFamily xmlns:thm15="http://schemas.microsoft.com/office/thememl/2012/main" name="brand-ppt-template (1)" id="{D1FD4282-8E8D-7F42-BC8A-A99EC679DECD}" vid="{1CC8D8C3-0D29-4A4E-A4A8-B2C57FCDFB6E}"/>
    </a:ext>
  </a:extLst>
</a:theme>
</file>

<file path=ppt/theme/theme4.xml><?xml version="1.0" encoding="utf-8"?>
<a:theme xmlns:a="http://schemas.openxmlformats.org/drawingml/2006/main" name="2_Theme1">
  <a:themeElements>
    <a:clrScheme name="Intel Custom 2">
      <a:dk1>
        <a:srgbClr val="FFFFFF"/>
      </a:dk1>
      <a:lt1>
        <a:srgbClr val="0068B5"/>
      </a:lt1>
      <a:dk2>
        <a:srgbClr val="FFFFFF"/>
      </a:dk2>
      <a:lt2>
        <a:srgbClr val="004A86"/>
      </a:lt2>
      <a:accent1>
        <a:srgbClr val="0068B5"/>
      </a:accent1>
      <a:accent2>
        <a:srgbClr val="00C7FD"/>
      </a:accent2>
      <a:accent3>
        <a:srgbClr val="FEC91B"/>
      </a:accent3>
      <a:accent4>
        <a:srgbClr val="E96115"/>
      </a:accent4>
      <a:accent5>
        <a:srgbClr val="8F5DA2"/>
      </a:accent5>
      <a:accent6>
        <a:srgbClr val="8BAE46"/>
      </a:accent6>
      <a:hlink>
        <a:srgbClr val="00C7FD"/>
      </a:hlink>
      <a:folHlink>
        <a:srgbClr val="0068B5"/>
      </a:folHlink>
    </a:clrScheme>
    <a:fontScheme name="Intel custom 1">
      <a:majorFont>
        <a:latin typeface="IntelOne Display AR Medium"/>
        <a:ea typeface="Helvetica Neue"/>
        <a:cs typeface="Helvetica Neue"/>
      </a:majorFont>
      <a:minorFont>
        <a:latin typeface="IntelOne Display Regular"/>
        <a:ea typeface="Helvetica Neue"/>
        <a:cs typeface="Helvetica Neue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custClrLst>
    <a:custClr name="Classic Tint 2">
      <a:srgbClr val="76CEFF"/>
    </a:custClr>
    <a:custClr name="Energy Tint 2">
      <a:srgbClr val="B4F0FF"/>
    </a:custClr>
    <a:custClr name="Carbon Tint 2">
      <a:srgbClr val="E9E9E9"/>
    </a:custClr>
    <a:custClr name="Steel Tint 2">
      <a:srgbClr val="B9D6E5"/>
    </a:custClr>
    <a:custClr name="Geode Tint 2">
      <a:srgbClr val="EEC3F7"/>
    </a:custClr>
    <a:custClr name="Moss Tint 2">
      <a:srgbClr val="D7F3A2"/>
    </a:custClr>
    <a:custClr name="Rust Tint 2">
      <a:srgbClr val="FFC599"/>
    </a:custClr>
    <a:custClr name="Cobalt Tint 2">
      <a:srgbClr val="98A1FF"/>
    </a:custClr>
    <a:custClr name="Coral Tint 2">
      <a:srgbClr val="FFB6B9"/>
    </a:custClr>
    <a:custClr name="white">
      <a:srgbClr val="FFFFFF"/>
    </a:custClr>
    <a:custClr name="Classic Tint 1">
      <a:srgbClr val="00A3F6"/>
    </a:custClr>
    <a:custClr name="Energy Tint 1">
      <a:srgbClr val="7BDEFF"/>
    </a:custClr>
    <a:custClr name="Carbon Tint 1">
      <a:srgbClr val="AEAEAE"/>
    </a:custClr>
    <a:custClr name="Steel Tint 1">
      <a:srgbClr val="86B3CA"/>
    </a:custClr>
    <a:custClr name="Geode Tint 1">
      <a:srgbClr val="CC94DA"/>
    </a:custClr>
    <a:custClr name="Moss Tint 1">
      <a:srgbClr val="B1D272"/>
    </a:custClr>
    <a:custClr name="Rust Tint 1">
      <a:srgbClr val="FF8F51"/>
    </a:custClr>
    <a:custClr name="Cobalt Tint 1">
      <a:srgbClr val="5B69FF"/>
    </a:custClr>
    <a:custClr name="Coral Tint 1">
      <a:srgbClr val="FF848A"/>
    </a:custClr>
    <a:custClr name="Daisy Tint 1">
      <a:srgbClr val="FFE17A"/>
    </a:custClr>
    <a:custClr name="Classic">
      <a:srgbClr val="0068B5"/>
    </a:custClr>
    <a:custClr name="Energy">
      <a:srgbClr val="00C7FD"/>
    </a:custClr>
    <a:custClr name="Carbon">
      <a:srgbClr val="808080"/>
    </a:custClr>
    <a:custClr name="Steel">
      <a:srgbClr val="548FAD"/>
    </a:custClr>
    <a:custClr name="Geode">
      <a:srgbClr val="8F5DA2"/>
    </a:custClr>
    <a:custClr name="Moss">
      <a:srgbClr val="8BAE46"/>
    </a:custClr>
    <a:custClr name="Rust">
      <a:srgbClr val="E96115"/>
    </a:custClr>
    <a:custClr name="Cobalt">
      <a:srgbClr val="1E2EB8"/>
    </a:custClr>
    <a:custClr name="Coral">
      <a:srgbClr val="FF5662"/>
    </a:custClr>
    <a:custClr name="Daisy">
      <a:srgbClr val="FEC91B"/>
    </a:custClr>
    <a:custClr name="Classic Shade 1">
      <a:srgbClr val="004A86"/>
    </a:custClr>
    <a:custClr name="Energy Shade 1">
      <a:srgbClr val="0095CA"/>
    </a:custClr>
    <a:custClr name="Carbon Shade 1">
      <a:srgbClr val="525252"/>
    </a:custClr>
    <a:custClr name="Steel Shade 1">
      <a:srgbClr val="41728A"/>
    </a:custClr>
    <a:custClr name="Geode Shade 1">
      <a:srgbClr val="653171"/>
    </a:custClr>
    <a:custClr name="Moss Shade 1">
      <a:srgbClr val="708541"/>
    </a:custClr>
    <a:custClr name="Rust Shade 1">
      <a:srgbClr val="B24501"/>
    </a:custClr>
    <a:custClr name="Cobalt Shade 1">
      <a:srgbClr val="000F8A"/>
    </a:custClr>
    <a:custClr name="Coral Shade 1">
      <a:srgbClr val="C81326"/>
    </a:custClr>
    <a:custClr name="Daisy Shade 1">
      <a:srgbClr val="EDB200"/>
    </a:custClr>
    <a:custClr name="Classic Shade 2">
      <a:srgbClr val="00285A"/>
    </a:custClr>
    <a:custClr name="Energy Shade 2">
      <a:srgbClr val="005B85"/>
    </a:custClr>
    <a:custClr name="Carbon Shade 2">
      <a:srgbClr val="262626"/>
    </a:custClr>
    <a:custClr name="Steel Shade 2">
      <a:srgbClr val="183544"/>
    </a:custClr>
    <a:custClr name="black">
      <a:srgbClr val="000000"/>
    </a:custClr>
    <a:custClr name="Moss Shade 2">
      <a:srgbClr val="515A3D"/>
    </a:custClr>
    <a:custClr name="black">
      <a:srgbClr val="000000"/>
    </a:custClr>
    <a:custClr name="Cobalt Shade 2">
      <a:srgbClr val="000864"/>
    </a:custClr>
    <a:custClr name="black">
      <a:srgbClr val="000000"/>
    </a:custClr>
    <a:custClr name="Daisy Shade 2">
      <a:srgbClr val="C98F00"/>
    </a:custClr>
  </a:custClrLst>
  <a:extLst>
    <a:ext uri="{05A4C25C-085E-4340-85A3-A5531E510DB2}">
      <thm15:themeFamily xmlns:thm15="http://schemas.microsoft.com/office/thememl/2012/main" name="brand-ppt-template (1)" id="{D1FD4282-8E8D-7F42-BC8A-A99EC679DECD}" vid="{1CC8D8C3-0D29-4A4E-A4A8-B2C57FCDFB6E}"/>
    </a:ext>
  </a:extLst>
</a:theme>
</file>

<file path=ppt/theme/theme5.xml><?xml version="1.0" encoding="utf-8"?>
<a:theme xmlns:a="http://schemas.openxmlformats.org/drawingml/2006/main" name="Office Theme">
  <a:themeElements>
    <a:clrScheme name="Intel2020">
      <a:dk1>
        <a:srgbClr val="525252"/>
      </a:dk1>
      <a:lt1>
        <a:srgbClr val="FFFFFF"/>
      </a:lt1>
      <a:dk2>
        <a:srgbClr val="004A86"/>
      </a:dk2>
      <a:lt2>
        <a:srgbClr val="FFFFFF"/>
      </a:lt2>
      <a:accent1>
        <a:srgbClr val="0068B5"/>
      </a:accent1>
      <a:accent2>
        <a:srgbClr val="00C7FD"/>
      </a:accent2>
      <a:accent3>
        <a:srgbClr val="FEC91B"/>
      </a:accent3>
      <a:accent4>
        <a:srgbClr val="E96115"/>
      </a:accent4>
      <a:accent5>
        <a:srgbClr val="8F5DA2"/>
      </a:accent5>
      <a:accent6>
        <a:srgbClr val="8BAE46"/>
      </a:accent6>
      <a:hlink>
        <a:srgbClr val="00C7FD"/>
      </a:hlink>
      <a:folHlink>
        <a:srgbClr val="0068B5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Intel2020">
      <a:dk1>
        <a:srgbClr val="525252"/>
      </a:dk1>
      <a:lt1>
        <a:srgbClr val="FFFFFF"/>
      </a:lt1>
      <a:dk2>
        <a:srgbClr val="004A86"/>
      </a:dk2>
      <a:lt2>
        <a:srgbClr val="FFFFFF"/>
      </a:lt2>
      <a:accent1>
        <a:srgbClr val="0068B5"/>
      </a:accent1>
      <a:accent2>
        <a:srgbClr val="00C7FD"/>
      </a:accent2>
      <a:accent3>
        <a:srgbClr val="FEC91B"/>
      </a:accent3>
      <a:accent4>
        <a:srgbClr val="E96115"/>
      </a:accent4>
      <a:accent5>
        <a:srgbClr val="8F5DA2"/>
      </a:accent5>
      <a:accent6>
        <a:srgbClr val="8BAE46"/>
      </a:accent6>
      <a:hlink>
        <a:srgbClr val="00C7FD"/>
      </a:hlink>
      <a:folHlink>
        <a:srgbClr val="0068B5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511856f2-0f56-4ed8-8728-1644ca0e8500">
      <UserInfo>
        <DisplayName>McKenzie, Jonah G</DisplayName>
        <AccountId>34</AccountId>
        <AccountType/>
      </UserInfo>
      <UserInfo>
        <DisplayName>Denu, Nicholas</DisplayName>
        <AccountId>63</AccountId>
        <AccountType/>
      </UserInfo>
      <UserInfo>
        <DisplayName>Adibhatla, Meghna</DisplayName>
        <AccountId>121</AccountId>
        <AccountType/>
      </UserInfo>
      <UserInfo>
        <DisplayName>Yaung, Jack</DisplayName>
        <AccountId>175</AccountId>
        <AccountType/>
      </UserInfo>
      <UserInfo>
        <DisplayName>Aktinol, Eduardo</DisplayName>
        <AccountId>12</AccountId>
        <AccountType/>
      </UserInfo>
      <UserInfo>
        <DisplayName>Chaganti, VR Saran Kumar</DisplayName>
        <AccountId>224</AccountId>
        <AccountType/>
      </UserInfo>
      <UserInfo>
        <DisplayName>Mleczko, Michal</DisplayName>
        <AccountId>225</AccountId>
        <AccountType/>
      </UserInfo>
      <UserInfo>
        <DisplayName>Ummadisetty, Chaitanya Sai Chandra</DisplayName>
        <AccountId>18</AccountId>
        <AccountType/>
      </UserInfo>
    </SharedWithUsers>
    <lcf76f155ced4ddcb4097134ff3c332f xmlns="7df038e3-875a-4dc6-bb9b-780aef8979f2">
      <Terms xmlns="http://schemas.microsoft.com/office/infopath/2007/PartnerControls"/>
    </lcf76f155ced4ddcb4097134ff3c332f>
    <TaxCatchAll xmlns="511856f2-0f56-4ed8-8728-1644ca0e8500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F24970C00FC1842BC3DAE3BFA427F0C" ma:contentTypeVersion="14" ma:contentTypeDescription="Create a new document." ma:contentTypeScope="" ma:versionID="83105d04eeabf0ad2db9ee9cfdbbfa3e">
  <xsd:schema xmlns:xsd="http://www.w3.org/2001/XMLSchema" xmlns:xs="http://www.w3.org/2001/XMLSchema" xmlns:p="http://schemas.microsoft.com/office/2006/metadata/properties" xmlns:ns2="7df038e3-875a-4dc6-bb9b-780aef8979f2" xmlns:ns3="511856f2-0f56-4ed8-8728-1644ca0e8500" targetNamespace="http://schemas.microsoft.com/office/2006/metadata/properties" ma:root="true" ma:fieldsID="0d2b30aa4201e58bc99335c3a9899b44" ns2:_="" ns3:_="">
    <xsd:import namespace="7df038e3-875a-4dc6-bb9b-780aef8979f2"/>
    <xsd:import namespace="511856f2-0f56-4ed8-8728-1644ca0e850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ObjectDetectorVersions" minOccurs="0"/>
                <xsd:element ref="ns2:MediaLengthInSeconds" minOccurs="0"/>
                <xsd:element ref="ns2:MediaServiceGenerationTime" minOccurs="0"/>
                <xsd:element ref="ns2:MediaServiceEventHashCode" minOccurs="0"/>
                <xsd:element ref="ns2:MediaServiceSearchPropertie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df038e3-875a-4dc6-bb9b-780aef8979f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72a7515c-90a7-421b-ad67-16208a05513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11856f2-0f56-4ed8-8728-1644ca0e8500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ab6ad67f-4c55-4718-8c6c-dc92eed965f1}" ma:internalName="TaxCatchAll" ma:showField="CatchAllData" ma:web="511856f2-0f56-4ed8-8728-1644ca0e850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B87B9AE-D33C-468F-9E6B-281C9FE82DF0}">
  <ds:schemaRefs>
    <ds:schemaRef ds:uri="http://purl.org/dc/terms/"/>
    <ds:schemaRef ds:uri="http://schemas.microsoft.com/office/2006/metadata/properties"/>
    <ds:schemaRef ds:uri="http://schemas.microsoft.com/office/2006/documentManagement/types"/>
    <ds:schemaRef ds:uri="http://purl.org/dc/elements/1.1/"/>
    <ds:schemaRef ds:uri="http://www.w3.org/XML/1998/namespace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511856f2-0f56-4ed8-8728-1644ca0e8500"/>
    <ds:schemaRef ds:uri="7df038e3-875a-4dc6-bb9b-780aef8979f2"/>
  </ds:schemaRefs>
</ds:datastoreItem>
</file>

<file path=customXml/itemProps2.xml><?xml version="1.0" encoding="utf-8"?>
<ds:datastoreItem xmlns:ds="http://schemas.openxmlformats.org/officeDocument/2006/customXml" ds:itemID="{3F8797AA-1191-4F41-961E-76935BF00446}">
  <ds:schemaRefs>
    <ds:schemaRef ds:uri="511856f2-0f56-4ed8-8728-1644ca0e8500"/>
    <ds:schemaRef ds:uri="7df038e3-875a-4dc6-bb9b-780aef8979f2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0D2C3A3C-576F-4FC6-816E-4EF5F321DBE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9720</TotalTime>
  <Words>2699</Words>
  <Application>Microsoft Office PowerPoint</Application>
  <PresentationFormat>Widescreen</PresentationFormat>
  <Paragraphs>328</Paragraphs>
  <Slides>20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4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Intel Light</vt:lpstr>
      <vt:lpstr>Intel-dtp-ppt-userguide-template</vt:lpstr>
      <vt:lpstr>1_Theme1</vt:lpstr>
      <vt:lpstr>2_Theme1</vt:lpstr>
      <vt:lpstr>1281 MLR Template User Guide</vt:lpstr>
      <vt:lpstr>Description</vt:lpstr>
      <vt:lpstr>Track Indexing Scheme</vt:lpstr>
      <vt:lpstr>PowerPoint Presentation</vt:lpstr>
      <vt:lpstr>PowerPoint Presentation</vt:lpstr>
      <vt:lpstr>PowerPoint Presentation</vt:lpstr>
      <vt:lpstr>PowerPoint Presentation</vt:lpstr>
      <vt:lpstr>INPUT PARAMETERS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X82Z CTM_PFT Template</dc:title>
  <dc:creator>Denu, Nicholas</dc:creator>
  <cp:lastModifiedBy>Kim, Woo Seok</cp:lastModifiedBy>
  <cp:revision>4</cp:revision>
  <dcterms:created xsi:type="dcterms:W3CDTF">2024-03-21T23:29:09Z</dcterms:created>
  <dcterms:modified xsi:type="dcterms:W3CDTF">2026-10-14T23:33:26Z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0x0101007F24970C00FC1842BC3DAE3BFA427F0C</vt:lpwstr>
  </property>
  <property fmtid="{D5CDD505-2E9C-101B-9397-08002B2CF9AE}" pid="3" name="MediaServiceImageTags">
    <vt:lpwstr/>
  </property>
</Properties>
</file>