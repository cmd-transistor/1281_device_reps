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3" r:id="rId4"/>
    <p:sldMasterId id="2147483698" r:id="rId5"/>
  </p:sldMasterIdLst>
  <p:notesMasterIdLst>
    <p:notesMasterId r:id="rId44"/>
  </p:notesMasterIdLst>
  <p:handoutMasterIdLst>
    <p:handoutMasterId r:id="rId45"/>
  </p:handoutMasterIdLst>
  <p:sldIdLst>
    <p:sldId id="2147471776" r:id="rId6"/>
    <p:sldId id="2147471777" r:id="rId7"/>
    <p:sldId id="2147471798" r:id="rId8"/>
    <p:sldId id="2147471800" r:id="rId9"/>
    <p:sldId id="2147471827" r:id="rId10"/>
    <p:sldId id="2147471802" r:id="rId11"/>
    <p:sldId id="2147471806" r:id="rId12"/>
    <p:sldId id="2147471807" r:id="rId13"/>
    <p:sldId id="2147471808" r:id="rId14"/>
    <p:sldId id="2147471809" r:id="rId15"/>
    <p:sldId id="2147471810" r:id="rId16"/>
    <p:sldId id="2147471835" r:id="rId17"/>
    <p:sldId id="2147471811" r:id="rId18"/>
    <p:sldId id="2147471812" r:id="rId19"/>
    <p:sldId id="2147471813" r:id="rId20"/>
    <p:sldId id="2147471814" r:id="rId21"/>
    <p:sldId id="2147471836" r:id="rId22"/>
    <p:sldId id="2147471815" r:id="rId23"/>
    <p:sldId id="2147471830" r:id="rId24"/>
    <p:sldId id="2147471818" r:id="rId25"/>
    <p:sldId id="2147471821" r:id="rId26"/>
    <p:sldId id="2147471823" r:id="rId27"/>
    <p:sldId id="2147471819" r:id="rId28"/>
    <p:sldId id="2147471824" r:id="rId29"/>
    <p:sldId id="2147471817" r:id="rId30"/>
    <p:sldId id="2147471833" r:id="rId31"/>
    <p:sldId id="2147471816" r:id="rId32"/>
    <p:sldId id="2147471838" r:id="rId33"/>
    <p:sldId id="2147471839" r:id="rId34"/>
    <p:sldId id="2147471843" r:id="rId35"/>
    <p:sldId id="2147471842" r:id="rId36"/>
    <p:sldId id="2147471840" r:id="rId37"/>
    <p:sldId id="2147471804" r:id="rId38"/>
    <p:sldId id="2147471834" r:id="rId39"/>
    <p:sldId id="2147471831" r:id="rId40"/>
    <p:sldId id="2147471832" r:id="rId41"/>
    <p:sldId id="2147471829" r:id="rId42"/>
    <p:sldId id="2147471828" r:id="rId43"/>
  </p:sldIdLst>
  <p:sldSz cx="12192000" cy="6858000"/>
  <p:notesSz cx="6858000" cy="9144000"/>
  <p:embeddedFontLst>
    <p:embeddedFont>
      <p:font typeface="Intel Clear" panose="020B0604020203020204" pitchFamily="34" charset="0"/>
      <p:regular r:id="rId46"/>
      <p:bold r:id="rId47"/>
      <p:italic r:id="rId48"/>
      <p:boldItalic r:id="rId49"/>
    </p:embeddedFont>
    <p:embeddedFont>
      <p:font typeface="IntelOne Display AR Medium" panose="020B0703020203020204" pitchFamily="34" charset="-78"/>
      <p:regular r:id="rId50"/>
    </p:embeddedFont>
    <p:embeddedFont>
      <p:font typeface="IntelOne Display Medium" panose="020B0703020203020204" pitchFamily="34" charset="0"/>
      <p:regular r:id="rId51"/>
    </p:embeddedFont>
    <p:embeddedFont>
      <p:font typeface="IntelOne Display Regular" panose="020B0503020203020204" pitchFamily="34" charset="0"/>
      <p:regular r:id="rId52"/>
    </p:embeddedFont>
    <p:embeddedFont>
      <p:font typeface="IntelOne Text" panose="020B0503020203020204" pitchFamily="34" charset="0"/>
      <p:regular r:id="rId53"/>
      <p:italic r:id="rId54"/>
    </p:embeddedFont>
    <p:embeddedFont>
      <p:font typeface="IntelOne Text Light" panose="020B0403020203020204" pitchFamily="34" charset="0"/>
      <p:regular r:id="rId55"/>
      <p:italic r:id="rId5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F272CBF-A3F1-4B4C-9BC6-9F18007B94A7}">
          <p14:sldIdLst>
            <p14:sldId id="2147471776"/>
            <p14:sldId id="2147471777"/>
            <p14:sldId id="2147471798"/>
            <p14:sldId id="2147471800"/>
            <p14:sldId id="2147471827"/>
            <p14:sldId id="2147471802"/>
            <p14:sldId id="2147471806"/>
            <p14:sldId id="2147471807"/>
            <p14:sldId id="2147471808"/>
            <p14:sldId id="2147471809"/>
            <p14:sldId id="2147471810"/>
            <p14:sldId id="2147471835"/>
            <p14:sldId id="2147471811"/>
            <p14:sldId id="2147471812"/>
            <p14:sldId id="2147471813"/>
            <p14:sldId id="2147471814"/>
            <p14:sldId id="2147471836"/>
            <p14:sldId id="2147471815"/>
            <p14:sldId id="2147471830"/>
            <p14:sldId id="2147471818"/>
            <p14:sldId id="2147471821"/>
            <p14:sldId id="2147471823"/>
            <p14:sldId id="2147471819"/>
            <p14:sldId id="2147471824"/>
            <p14:sldId id="2147471817"/>
            <p14:sldId id="2147471833"/>
            <p14:sldId id="2147471816"/>
            <p14:sldId id="2147471838"/>
            <p14:sldId id="2147471839"/>
            <p14:sldId id="2147471843"/>
            <p14:sldId id="2147471842"/>
            <p14:sldId id="2147471840"/>
            <p14:sldId id="2147471804"/>
            <p14:sldId id="2147471834"/>
            <p14:sldId id="2147471831"/>
            <p14:sldId id="2147471832"/>
            <p14:sldId id="2147471829"/>
            <p14:sldId id="214747182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DB4D92-955D-4C71-9E53-B6D5A38D74FD}" v="28" dt="2026-07-17T19:43:36.7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font" Target="fonts/font10.fntdata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handoutMaster" Target="handoutMasters/handoutMaster1.xml"/><Relationship Id="rId53" Type="http://schemas.openxmlformats.org/officeDocument/2006/relationships/font" Target="fonts/font8.fntdata"/><Relationship Id="rId58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61" Type="http://schemas.microsoft.com/office/2015/10/relationships/revisionInfo" Target="revisionInfo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font" Target="fonts/font3.fntdata"/><Relationship Id="rId56" Type="http://schemas.openxmlformats.org/officeDocument/2006/relationships/font" Target="fonts/font11.fntdata"/><Relationship Id="rId8" Type="http://schemas.openxmlformats.org/officeDocument/2006/relationships/slide" Target="slides/slide3.xml"/><Relationship Id="rId51" Type="http://schemas.openxmlformats.org/officeDocument/2006/relationships/font" Target="fonts/font6.fntdata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font" Target="fonts/font1.fntdata"/><Relationship Id="rId59" Type="http://schemas.openxmlformats.org/officeDocument/2006/relationships/theme" Target="theme/theme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font" Target="fonts/font4.fntdata"/><Relationship Id="rId57" Type="http://schemas.openxmlformats.org/officeDocument/2006/relationships/presProps" Target="presProps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7.fntdata"/><Relationship Id="rId6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211007-55DD-4953-AA4C-568C7B9607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567F65-DC68-4D72-B0D6-C6DEFAE5AD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64F017-A209-439E-A6E7-15E23391106E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566DC2-A8B8-4C33-A060-005B53726CC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8570C6-85C2-4AE0-96F9-E1FC620A57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2D0A4D-AC6F-4705-8F3E-F6ED0C7AB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309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3EC105-3E63-4709-9ECA-2EB22CB2AA3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D92567-D7D7-4223-A842-9A06E6D4E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56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06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149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lue 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E1982CC-C5C2-43DF-8FDA-037495FAF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3803" y="0"/>
            <a:ext cx="4325371" cy="6392520"/>
            <a:chOff x="573803" y="0"/>
            <a:chExt cx="4325371" cy="639252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F4567CD-F1DA-4E8F-ADDF-371B07892411}"/>
                </a:ext>
              </a:extLst>
            </p:cNvPr>
            <p:cNvSpPr/>
            <p:nvPr userDrawn="1"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F16119A-1487-48A7-9CC6-71F9F9535C16}"/>
                </a:ext>
              </a:extLst>
            </p:cNvPr>
            <p:cNvSpPr/>
            <p:nvPr userDrawn="1"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3CF0AA4-E89F-418F-83F2-0CC0FB3DF16B}"/>
                </a:ext>
              </a:extLst>
            </p:cNvPr>
            <p:cNvSpPr/>
            <p:nvPr userDrawn="1"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9F8D4CB-DB57-4130-8BDE-86D5A4C11D49}"/>
                </a:ext>
              </a:extLst>
            </p:cNvPr>
            <p:cNvSpPr/>
            <p:nvPr userDrawn="1"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02BD194-F320-4426-964A-1D4F58024C5F}"/>
                </a:ext>
              </a:extLst>
            </p:cNvPr>
            <p:cNvGrpSpPr/>
            <p:nvPr userDrawn="1"/>
          </p:nvGrpSpPr>
          <p:grpSpPr>
            <a:xfrm>
              <a:off x="1468406" y="5995719"/>
              <a:ext cx="1059754" cy="396801"/>
              <a:chOff x="1314450" y="6391094"/>
              <a:chExt cx="1123377" cy="420623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61C32755-5BE0-4F78-B52A-08742A60A8EF}"/>
                  </a:ext>
                </a:extLst>
              </p:cNvPr>
              <p:cNvSpPr/>
              <p:nvPr/>
            </p:nvSpPr>
            <p:spPr>
              <a:xfrm>
                <a:off x="1314450" y="6396809"/>
                <a:ext cx="78581" cy="78581"/>
              </a:xfrm>
              <a:custGeom>
                <a:avLst/>
                <a:gdLst>
                  <a:gd name="connsiteX0" fmla="*/ 0 w 78581"/>
                  <a:gd name="connsiteY0" fmla="*/ 0 h 78581"/>
                  <a:gd name="connsiteX1" fmla="*/ 78581 w 78581"/>
                  <a:gd name="connsiteY1" fmla="*/ 0 h 78581"/>
                  <a:gd name="connsiteX2" fmla="*/ 78581 w 78581"/>
                  <a:gd name="connsiteY2" fmla="*/ 78581 h 78581"/>
                  <a:gd name="connsiteX3" fmla="*/ 0 w 78581"/>
                  <a:gd name="connsiteY3" fmla="*/ 78581 h 78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rgbClr val="00B2E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B33F9D2F-6ED9-4D82-B111-BEFD50CBB7B2}"/>
                  </a:ext>
                </a:extLst>
              </p:cNvPr>
              <p:cNvSpPr/>
              <p:nvPr/>
            </p:nvSpPr>
            <p:spPr>
              <a:xfrm>
                <a:off x="1316545" y="6391094"/>
                <a:ext cx="995171" cy="420623"/>
              </a:xfrm>
              <a:custGeom>
                <a:avLst/>
                <a:gdLst>
                  <a:gd name="connsiteX0" fmla="*/ 74486 w 995171"/>
                  <a:gd name="connsiteY0" fmla="*/ 131921 h 420623"/>
                  <a:gd name="connsiteX1" fmla="*/ 0 w 995171"/>
                  <a:gd name="connsiteY1" fmla="*/ 131921 h 420623"/>
                  <a:gd name="connsiteX2" fmla="*/ 0 w 995171"/>
                  <a:gd name="connsiteY2" fmla="*/ 414719 h 420623"/>
                  <a:gd name="connsiteX3" fmla="*/ 74486 w 995171"/>
                  <a:gd name="connsiteY3" fmla="*/ 414719 h 420623"/>
                  <a:gd name="connsiteX4" fmla="*/ 74486 w 995171"/>
                  <a:gd name="connsiteY4" fmla="*/ 131921 h 420623"/>
                  <a:gd name="connsiteX5" fmla="*/ 568262 w 995171"/>
                  <a:gd name="connsiteY5" fmla="*/ 417576 h 420623"/>
                  <a:gd name="connsiteX6" fmla="*/ 568262 w 995171"/>
                  <a:gd name="connsiteY6" fmla="*/ 348234 h 420623"/>
                  <a:gd name="connsiteX7" fmla="*/ 541306 w 995171"/>
                  <a:gd name="connsiteY7" fmla="*/ 346520 h 420623"/>
                  <a:gd name="connsiteX8" fmla="*/ 523780 w 995171"/>
                  <a:gd name="connsiteY8" fmla="*/ 338804 h 420623"/>
                  <a:gd name="connsiteX9" fmla="*/ 516065 w 995171"/>
                  <a:gd name="connsiteY9" fmla="*/ 321945 h 420623"/>
                  <a:gd name="connsiteX10" fmla="*/ 514350 w 995171"/>
                  <a:gd name="connsiteY10" fmla="*/ 294608 h 420623"/>
                  <a:gd name="connsiteX11" fmla="*/ 514350 w 995171"/>
                  <a:gd name="connsiteY11" fmla="*/ 195644 h 420623"/>
                  <a:gd name="connsiteX12" fmla="*/ 568262 w 995171"/>
                  <a:gd name="connsiteY12" fmla="*/ 195644 h 420623"/>
                  <a:gd name="connsiteX13" fmla="*/ 568262 w 995171"/>
                  <a:gd name="connsiteY13" fmla="*/ 131921 h 420623"/>
                  <a:gd name="connsiteX14" fmla="*/ 514350 w 995171"/>
                  <a:gd name="connsiteY14" fmla="*/ 131921 h 420623"/>
                  <a:gd name="connsiteX15" fmla="*/ 514350 w 995171"/>
                  <a:gd name="connsiteY15" fmla="*/ 21812 h 420623"/>
                  <a:gd name="connsiteX16" fmla="*/ 439865 w 995171"/>
                  <a:gd name="connsiteY16" fmla="*/ 21812 h 420623"/>
                  <a:gd name="connsiteX17" fmla="*/ 439865 w 995171"/>
                  <a:gd name="connsiteY17" fmla="*/ 295180 h 420623"/>
                  <a:gd name="connsiteX18" fmla="*/ 445865 w 995171"/>
                  <a:gd name="connsiteY18" fmla="*/ 353473 h 420623"/>
                  <a:gd name="connsiteX19" fmla="*/ 465677 w 995171"/>
                  <a:gd name="connsiteY19" fmla="*/ 391001 h 420623"/>
                  <a:gd name="connsiteX20" fmla="*/ 502063 w 995171"/>
                  <a:gd name="connsiteY20" fmla="*/ 411385 h 420623"/>
                  <a:gd name="connsiteX21" fmla="*/ 558927 w 995171"/>
                  <a:gd name="connsiteY21" fmla="*/ 417671 h 420623"/>
                  <a:gd name="connsiteX22" fmla="*/ 568262 w 995171"/>
                  <a:gd name="connsiteY22" fmla="*/ 417671 h 420623"/>
                  <a:gd name="connsiteX23" fmla="*/ 995172 w 995171"/>
                  <a:gd name="connsiteY23" fmla="*/ 0 h 420623"/>
                  <a:gd name="connsiteX24" fmla="*/ 920687 w 995171"/>
                  <a:gd name="connsiteY24" fmla="*/ 0 h 420623"/>
                  <a:gd name="connsiteX25" fmla="*/ 920687 w 995171"/>
                  <a:gd name="connsiteY25" fmla="*/ 414719 h 420623"/>
                  <a:gd name="connsiteX26" fmla="*/ 995172 w 995171"/>
                  <a:gd name="connsiteY26" fmla="*/ 414719 h 420623"/>
                  <a:gd name="connsiteX27" fmla="*/ 995172 w 995171"/>
                  <a:gd name="connsiteY27" fmla="*/ 0 h 420623"/>
                  <a:gd name="connsiteX28" fmla="*/ 367951 w 995171"/>
                  <a:gd name="connsiteY28" fmla="*/ 159830 h 420623"/>
                  <a:gd name="connsiteX29" fmla="*/ 281273 w 995171"/>
                  <a:gd name="connsiteY29" fmla="*/ 126206 h 420623"/>
                  <a:gd name="connsiteX30" fmla="*/ 232410 w 995171"/>
                  <a:gd name="connsiteY30" fmla="*/ 137065 h 420623"/>
                  <a:gd name="connsiteX31" fmla="*/ 195358 w 995171"/>
                  <a:gd name="connsiteY31" fmla="*/ 167259 h 420623"/>
                  <a:gd name="connsiteX32" fmla="*/ 191262 w 995171"/>
                  <a:gd name="connsiteY32" fmla="*/ 172498 h 420623"/>
                  <a:gd name="connsiteX33" fmla="*/ 191262 w 995171"/>
                  <a:gd name="connsiteY33" fmla="*/ 167831 h 420623"/>
                  <a:gd name="connsiteX34" fmla="*/ 191262 w 995171"/>
                  <a:gd name="connsiteY34" fmla="*/ 132017 h 420623"/>
                  <a:gd name="connsiteX35" fmla="*/ 117920 w 995171"/>
                  <a:gd name="connsiteY35" fmla="*/ 132017 h 420623"/>
                  <a:gd name="connsiteX36" fmla="*/ 117920 w 995171"/>
                  <a:gd name="connsiteY36" fmla="*/ 414814 h 420623"/>
                  <a:gd name="connsiteX37" fmla="*/ 191929 w 995171"/>
                  <a:gd name="connsiteY37" fmla="*/ 414814 h 420623"/>
                  <a:gd name="connsiteX38" fmla="*/ 191929 w 995171"/>
                  <a:gd name="connsiteY38" fmla="*/ 264128 h 420623"/>
                  <a:gd name="connsiteX39" fmla="*/ 192024 w 995171"/>
                  <a:gd name="connsiteY39" fmla="*/ 274606 h 420623"/>
                  <a:gd name="connsiteX40" fmla="*/ 192119 w 995171"/>
                  <a:gd name="connsiteY40" fmla="*/ 269558 h 420623"/>
                  <a:gd name="connsiteX41" fmla="*/ 211741 w 995171"/>
                  <a:gd name="connsiteY41" fmla="*/ 210884 h 420623"/>
                  <a:gd name="connsiteX42" fmla="*/ 258985 w 995171"/>
                  <a:gd name="connsiteY42" fmla="*/ 190786 h 420623"/>
                  <a:gd name="connsiteX43" fmla="*/ 307753 w 995171"/>
                  <a:gd name="connsiteY43" fmla="*/ 210407 h 420623"/>
                  <a:gd name="connsiteX44" fmla="*/ 323945 w 995171"/>
                  <a:gd name="connsiteY44" fmla="*/ 264605 h 420623"/>
                  <a:gd name="connsiteX45" fmla="*/ 323945 w 995171"/>
                  <a:gd name="connsiteY45" fmla="*/ 264605 h 420623"/>
                  <a:gd name="connsiteX46" fmla="*/ 323945 w 995171"/>
                  <a:gd name="connsiteY46" fmla="*/ 265176 h 420623"/>
                  <a:gd name="connsiteX47" fmla="*/ 323945 w 995171"/>
                  <a:gd name="connsiteY47" fmla="*/ 265271 h 420623"/>
                  <a:gd name="connsiteX48" fmla="*/ 323945 w 995171"/>
                  <a:gd name="connsiteY48" fmla="*/ 414814 h 420623"/>
                  <a:gd name="connsiteX49" fmla="*/ 399098 w 995171"/>
                  <a:gd name="connsiteY49" fmla="*/ 414814 h 420623"/>
                  <a:gd name="connsiteX50" fmla="*/ 399098 w 995171"/>
                  <a:gd name="connsiteY50" fmla="*/ 254222 h 420623"/>
                  <a:gd name="connsiteX51" fmla="*/ 367951 w 995171"/>
                  <a:gd name="connsiteY51" fmla="*/ 159830 h 420623"/>
                  <a:gd name="connsiteX52" fmla="*/ 881825 w 995171"/>
                  <a:gd name="connsiteY52" fmla="*/ 272796 h 420623"/>
                  <a:gd name="connsiteX53" fmla="*/ 871061 w 995171"/>
                  <a:gd name="connsiteY53" fmla="*/ 215646 h 420623"/>
                  <a:gd name="connsiteX54" fmla="*/ 841057 w 995171"/>
                  <a:gd name="connsiteY54" fmla="*/ 168974 h 420623"/>
                  <a:gd name="connsiteX55" fmla="*/ 794957 w 995171"/>
                  <a:gd name="connsiteY55" fmla="*/ 137636 h 420623"/>
                  <a:gd name="connsiteX56" fmla="*/ 735806 w 995171"/>
                  <a:gd name="connsiteY56" fmla="*/ 126302 h 420623"/>
                  <a:gd name="connsiteX57" fmla="*/ 678371 w 995171"/>
                  <a:gd name="connsiteY57" fmla="*/ 137922 h 420623"/>
                  <a:gd name="connsiteX58" fmla="*/ 631698 w 995171"/>
                  <a:gd name="connsiteY58" fmla="*/ 169355 h 420623"/>
                  <a:gd name="connsiteX59" fmla="*/ 600266 w 995171"/>
                  <a:gd name="connsiteY59" fmla="*/ 216027 h 420623"/>
                  <a:gd name="connsiteX60" fmla="*/ 588645 w 995171"/>
                  <a:gd name="connsiteY60" fmla="*/ 273463 h 420623"/>
                  <a:gd name="connsiteX61" fmla="*/ 599694 w 995171"/>
                  <a:gd name="connsiteY61" fmla="*/ 330899 h 420623"/>
                  <a:gd name="connsiteX62" fmla="*/ 630269 w 995171"/>
                  <a:gd name="connsiteY62" fmla="*/ 377571 h 420623"/>
                  <a:gd name="connsiteX63" fmla="*/ 677513 w 995171"/>
                  <a:gd name="connsiteY63" fmla="*/ 409004 h 420623"/>
                  <a:gd name="connsiteX64" fmla="*/ 738092 w 995171"/>
                  <a:gd name="connsiteY64" fmla="*/ 420624 h 420623"/>
                  <a:gd name="connsiteX65" fmla="*/ 863918 w 995171"/>
                  <a:gd name="connsiteY65" fmla="*/ 365093 h 420623"/>
                  <a:gd name="connsiteX66" fmla="*/ 810292 w 995171"/>
                  <a:gd name="connsiteY66" fmla="*/ 324231 h 420623"/>
                  <a:gd name="connsiteX67" fmla="*/ 738664 w 995171"/>
                  <a:gd name="connsiteY67" fmla="*/ 355854 h 420623"/>
                  <a:gd name="connsiteX68" fmla="*/ 687229 w 995171"/>
                  <a:gd name="connsiteY68" fmla="*/ 341376 h 420623"/>
                  <a:gd name="connsiteX69" fmla="*/ 660368 w 995171"/>
                  <a:gd name="connsiteY69" fmla="*/ 302133 h 420623"/>
                  <a:gd name="connsiteX70" fmla="*/ 659606 w 995171"/>
                  <a:gd name="connsiteY70" fmla="*/ 299466 h 420623"/>
                  <a:gd name="connsiteX71" fmla="*/ 881825 w 995171"/>
                  <a:gd name="connsiteY71" fmla="*/ 299466 h 420623"/>
                  <a:gd name="connsiteX72" fmla="*/ 881825 w 995171"/>
                  <a:gd name="connsiteY72" fmla="*/ 272796 h 420623"/>
                  <a:gd name="connsiteX73" fmla="*/ 660368 w 995171"/>
                  <a:gd name="connsiteY73" fmla="*/ 246793 h 420623"/>
                  <a:gd name="connsiteX74" fmla="*/ 735330 w 995171"/>
                  <a:gd name="connsiteY74" fmla="*/ 189929 h 420623"/>
                  <a:gd name="connsiteX75" fmla="*/ 810387 w 995171"/>
                  <a:gd name="connsiteY75" fmla="*/ 246698 h 420623"/>
                  <a:gd name="connsiteX76" fmla="*/ 660368 w 995171"/>
                  <a:gd name="connsiteY76" fmla="*/ 246793 h 420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995171" h="420623">
                    <a:moveTo>
                      <a:pt x="74486" y="131921"/>
                    </a:moveTo>
                    <a:lnTo>
                      <a:pt x="0" y="131921"/>
                    </a:lnTo>
                    <a:lnTo>
                      <a:pt x="0" y="414719"/>
                    </a:lnTo>
                    <a:lnTo>
                      <a:pt x="74486" y="414719"/>
                    </a:lnTo>
                    <a:lnTo>
                      <a:pt x="74486" y="131921"/>
                    </a:lnTo>
                    <a:close/>
                    <a:moveTo>
                      <a:pt x="568262" y="417576"/>
                    </a:moveTo>
                    <a:lnTo>
                      <a:pt x="568262" y="348234"/>
                    </a:lnTo>
                    <a:cubicBezTo>
                      <a:pt x="557308" y="348139"/>
                      <a:pt x="548259" y="347567"/>
                      <a:pt x="541306" y="346520"/>
                    </a:cubicBezTo>
                    <a:cubicBezTo>
                      <a:pt x="533591" y="345281"/>
                      <a:pt x="527685" y="342710"/>
                      <a:pt x="523780" y="338804"/>
                    </a:cubicBezTo>
                    <a:cubicBezTo>
                      <a:pt x="519875" y="334899"/>
                      <a:pt x="517303" y="329184"/>
                      <a:pt x="516065" y="321945"/>
                    </a:cubicBezTo>
                    <a:cubicBezTo>
                      <a:pt x="514922" y="314992"/>
                      <a:pt x="514350" y="305753"/>
                      <a:pt x="514350" y="294608"/>
                    </a:cubicBezTo>
                    <a:lnTo>
                      <a:pt x="514350" y="195644"/>
                    </a:lnTo>
                    <a:lnTo>
                      <a:pt x="568262" y="195644"/>
                    </a:lnTo>
                    <a:lnTo>
                      <a:pt x="568262" y="131921"/>
                    </a:lnTo>
                    <a:lnTo>
                      <a:pt x="514350" y="131921"/>
                    </a:lnTo>
                    <a:lnTo>
                      <a:pt x="514350" y="21812"/>
                    </a:lnTo>
                    <a:lnTo>
                      <a:pt x="439865" y="21812"/>
                    </a:lnTo>
                    <a:lnTo>
                      <a:pt x="439865" y="295180"/>
                    </a:lnTo>
                    <a:cubicBezTo>
                      <a:pt x="439865" y="318230"/>
                      <a:pt x="441865" y="337852"/>
                      <a:pt x="445865" y="353473"/>
                    </a:cubicBezTo>
                    <a:cubicBezTo>
                      <a:pt x="449771" y="368903"/>
                      <a:pt x="456438" y="381572"/>
                      <a:pt x="465677" y="391001"/>
                    </a:cubicBezTo>
                    <a:cubicBezTo>
                      <a:pt x="474917" y="400431"/>
                      <a:pt x="487204" y="407289"/>
                      <a:pt x="502063" y="411385"/>
                    </a:cubicBezTo>
                    <a:cubicBezTo>
                      <a:pt x="517112" y="415481"/>
                      <a:pt x="536258" y="417671"/>
                      <a:pt x="558927" y="417671"/>
                    </a:cubicBezTo>
                    <a:lnTo>
                      <a:pt x="568262" y="417671"/>
                    </a:lnTo>
                    <a:close/>
                    <a:moveTo>
                      <a:pt x="995172" y="0"/>
                    </a:moveTo>
                    <a:lnTo>
                      <a:pt x="920687" y="0"/>
                    </a:lnTo>
                    <a:lnTo>
                      <a:pt x="920687" y="414719"/>
                    </a:lnTo>
                    <a:lnTo>
                      <a:pt x="995172" y="414719"/>
                    </a:lnTo>
                    <a:lnTo>
                      <a:pt x="995172" y="0"/>
                    </a:lnTo>
                    <a:close/>
                    <a:moveTo>
                      <a:pt x="367951" y="159830"/>
                    </a:moveTo>
                    <a:cubicBezTo>
                      <a:pt x="347282" y="137541"/>
                      <a:pt x="318135" y="126206"/>
                      <a:pt x="281273" y="126206"/>
                    </a:cubicBezTo>
                    <a:cubicBezTo>
                      <a:pt x="263462" y="126206"/>
                      <a:pt x="247079" y="129921"/>
                      <a:pt x="232410" y="137065"/>
                    </a:cubicBezTo>
                    <a:cubicBezTo>
                      <a:pt x="217742" y="144304"/>
                      <a:pt x="205264" y="154496"/>
                      <a:pt x="195358" y="167259"/>
                    </a:cubicBezTo>
                    <a:lnTo>
                      <a:pt x="191262" y="172498"/>
                    </a:lnTo>
                    <a:lnTo>
                      <a:pt x="191262" y="167831"/>
                    </a:lnTo>
                    <a:lnTo>
                      <a:pt x="191262" y="132017"/>
                    </a:lnTo>
                    <a:lnTo>
                      <a:pt x="117920" y="132017"/>
                    </a:lnTo>
                    <a:lnTo>
                      <a:pt x="117920" y="414814"/>
                    </a:lnTo>
                    <a:lnTo>
                      <a:pt x="191929" y="414814"/>
                    </a:lnTo>
                    <a:lnTo>
                      <a:pt x="191929" y="264128"/>
                    </a:lnTo>
                    <a:lnTo>
                      <a:pt x="192024" y="274606"/>
                    </a:lnTo>
                    <a:cubicBezTo>
                      <a:pt x="192024" y="272891"/>
                      <a:pt x="192024" y="271177"/>
                      <a:pt x="192119" y="269558"/>
                    </a:cubicBezTo>
                    <a:cubicBezTo>
                      <a:pt x="192881" y="243173"/>
                      <a:pt x="199454" y="223456"/>
                      <a:pt x="211741" y="210884"/>
                    </a:cubicBezTo>
                    <a:cubicBezTo>
                      <a:pt x="224790" y="197549"/>
                      <a:pt x="240697" y="190786"/>
                      <a:pt x="258985" y="190786"/>
                    </a:cubicBezTo>
                    <a:cubicBezTo>
                      <a:pt x="280511" y="190786"/>
                      <a:pt x="296894" y="197358"/>
                      <a:pt x="307753" y="210407"/>
                    </a:cubicBezTo>
                    <a:cubicBezTo>
                      <a:pt x="318421" y="223171"/>
                      <a:pt x="323850" y="241364"/>
                      <a:pt x="323945" y="264605"/>
                    </a:cubicBezTo>
                    <a:lnTo>
                      <a:pt x="323945" y="264605"/>
                    </a:lnTo>
                    <a:lnTo>
                      <a:pt x="323945" y="265176"/>
                    </a:lnTo>
                    <a:lnTo>
                      <a:pt x="323945" y="265271"/>
                    </a:lnTo>
                    <a:lnTo>
                      <a:pt x="323945" y="414814"/>
                    </a:lnTo>
                    <a:lnTo>
                      <a:pt x="399098" y="414814"/>
                    </a:lnTo>
                    <a:lnTo>
                      <a:pt x="399098" y="254222"/>
                    </a:lnTo>
                    <a:cubicBezTo>
                      <a:pt x="399193" y="213931"/>
                      <a:pt x="388620" y="182118"/>
                      <a:pt x="367951" y="159830"/>
                    </a:cubicBezTo>
                    <a:moveTo>
                      <a:pt x="881825" y="272796"/>
                    </a:moveTo>
                    <a:cubicBezTo>
                      <a:pt x="881825" y="252508"/>
                      <a:pt x="878205" y="233267"/>
                      <a:pt x="871061" y="215646"/>
                    </a:cubicBezTo>
                    <a:cubicBezTo>
                      <a:pt x="863918" y="198025"/>
                      <a:pt x="853821" y="182309"/>
                      <a:pt x="841057" y="168974"/>
                    </a:cubicBezTo>
                    <a:cubicBezTo>
                      <a:pt x="828294" y="155639"/>
                      <a:pt x="812768" y="145066"/>
                      <a:pt x="794957" y="137636"/>
                    </a:cubicBezTo>
                    <a:cubicBezTo>
                      <a:pt x="777145" y="130112"/>
                      <a:pt x="757238" y="126302"/>
                      <a:pt x="735806" y="126302"/>
                    </a:cubicBezTo>
                    <a:cubicBezTo>
                      <a:pt x="715518" y="126302"/>
                      <a:pt x="696182" y="130207"/>
                      <a:pt x="678371" y="137922"/>
                    </a:cubicBezTo>
                    <a:cubicBezTo>
                      <a:pt x="660559" y="145637"/>
                      <a:pt x="644843" y="156210"/>
                      <a:pt x="631698" y="169355"/>
                    </a:cubicBezTo>
                    <a:cubicBezTo>
                      <a:pt x="618554" y="182499"/>
                      <a:pt x="607981" y="198215"/>
                      <a:pt x="600266" y="216027"/>
                    </a:cubicBezTo>
                    <a:cubicBezTo>
                      <a:pt x="592550" y="233839"/>
                      <a:pt x="588645" y="253175"/>
                      <a:pt x="588645" y="273463"/>
                    </a:cubicBezTo>
                    <a:cubicBezTo>
                      <a:pt x="588645" y="293751"/>
                      <a:pt x="592360" y="313087"/>
                      <a:pt x="599694" y="330899"/>
                    </a:cubicBezTo>
                    <a:cubicBezTo>
                      <a:pt x="607028" y="348710"/>
                      <a:pt x="617315" y="364426"/>
                      <a:pt x="630269" y="377571"/>
                    </a:cubicBezTo>
                    <a:cubicBezTo>
                      <a:pt x="643223" y="390716"/>
                      <a:pt x="659130" y="401288"/>
                      <a:pt x="677513" y="409004"/>
                    </a:cubicBezTo>
                    <a:cubicBezTo>
                      <a:pt x="695897" y="416719"/>
                      <a:pt x="716280" y="420624"/>
                      <a:pt x="738092" y="420624"/>
                    </a:cubicBezTo>
                    <a:cubicBezTo>
                      <a:pt x="801148" y="420624"/>
                      <a:pt x="840391" y="391954"/>
                      <a:pt x="863918" y="365093"/>
                    </a:cubicBezTo>
                    <a:lnTo>
                      <a:pt x="810292" y="324231"/>
                    </a:lnTo>
                    <a:cubicBezTo>
                      <a:pt x="798957" y="337661"/>
                      <a:pt x="772192" y="355854"/>
                      <a:pt x="738664" y="355854"/>
                    </a:cubicBezTo>
                    <a:cubicBezTo>
                      <a:pt x="717614" y="355854"/>
                      <a:pt x="700373" y="350996"/>
                      <a:pt x="687229" y="341376"/>
                    </a:cubicBezTo>
                    <a:cubicBezTo>
                      <a:pt x="674084" y="331756"/>
                      <a:pt x="665036" y="318611"/>
                      <a:pt x="660368" y="302133"/>
                    </a:cubicBezTo>
                    <a:lnTo>
                      <a:pt x="659606" y="299466"/>
                    </a:lnTo>
                    <a:lnTo>
                      <a:pt x="881825" y="299466"/>
                    </a:lnTo>
                    <a:lnTo>
                      <a:pt x="881825" y="272796"/>
                    </a:lnTo>
                    <a:close/>
                    <a:moveTo>
                      <a:pt x="660368" y="246793"/>
                    </a:moveTo>
                    <a:cubicBezTo>
                      <a:pt x="660368" y="226124"/>
                      <a:pt x="684086" y="189929"/>
                      <a:pt x="735330" y="189929"/>
                    </a:cubicBezTo>
                    <a:cubicBezTo>
                      <a:pt x="786575" y="189929"/>
                      <a:pt x="810387" y="226028"/>
                      <a:pt x="810387" y="246698"/>
                    </a:cubicBezTo>
                    <a:lnTo>
                      <a:pt x="660368" y="24679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1C42114-E0DC-41C5-A333-869DAB921F8F}"/>
                  </a:ext>
                </a:extLst>
              </p:cNvPr>
              <p:cNvSpPr/>
              <p:nvPr/>
            </p:nvSpPr>
            <p:spPr>
              <a:xfrm>
                <a:off x="2358770" y="6728469"/>
                <a:ext cx="79057" cy="79057"/>
              </a:xfrm>
              <a:custGeom>
                <a:avLst/>
                <a:gdLst>
                  <a:gd name="connsiteX0" fmla="*/ 39529 w 79057"/>
                  <a:gd name="connsiteY0" fmla="*/ 5620 h 79057"/>
                  <a:gd name="connsiteX1" fmla="*/ 73438 w 79057"/>
                  <a:gd name="connsiteY1" fmla="*/ 39529 h 79057"/>
                  <a:gd name="connsiteX2" fmla="*/ 39529 w 79057"/>
                  <a:gd name="connsiteY2" fmla="*/ 73438 h 79057"/>
                  <a:gd name="connsiteX3" fmla="*/ 5620 w 79057"/>
                  <a:gd name="connsiteY3" fmla="*/ 39529 h 79057"/>
                  <a:gd name="connsiteX4" fmla="*/ 39529 w 79057"/>
                  <a:gd name="connsiteY4" fmla="*/ 5620 h 79057"/>
                  <a:gd name="connsiteX5" fmla="*/ 39529 w 79057"/>
                  <a:gd name="connsiteY5" fmla="*/ 0 h 79057"/>
                  <a:gd name="connsiteX6" fmla="*/ 0 w 79057"/>
                  <a:gd name="connsiteY6" fmla="*/ 39529 h 79057"/>
                  <a:gd name="connsiteX7" fmla="*/ 39529 w 79057"/>
                  <a:gd name="connsiteY7" fmla="*/ 79058 h 79057"/>
                  <a:gd name="connsiteX8" fmla="*/ 79058 w 79057"/>
                  <a:gd name="connsiteY8" fmla="*/ 39529 h 79057"/>
                  <a:gd name="connsiteX9" fmla="*/ 39529 w 79057"/>
                  <a:gd name="connsiteY9" fmla="*/ 0 h 79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057" h="79057">
                    <a:moveTo>
                      <a:pt x="39529" y="5620"/>
                    </a:moveTo>
                    <a:cubicBezTo>
                      <a:pt x="58198" y="5620"/>
                      <a:pt x="73438" y="20860"/>
                      <a:pt x="73438" y="39529"/>
                    </a:cubicBezTo>
                    <a:cubicBezTo>
                      <a:pt x="73438" y="58198"/>
                      <a:pt x="58198" y="73438"/>
                      <a:pt x="39529" y="73438"/>
                    </a:cubicBezTo>
                    <a:cubicBezTo>
                      <a:pt x="20860" y="73438"/>
                      <a:pt x="5620" y="58198"/>
                      <a:pt x="5620" y="39529"/>
                    </a:cubicBezTo>
                    <a:cubicBezTo>
                      <a:pt x="5620" y="20860"/>
                      <a:pt x="20860" y="5620"/>
                      <a:pt x="39529" y="5620"/>
                    </a:cubicBezTo>
                    <a:moveTo>
                      <a:pt x="39529" y="0"/>
                    </a:moveTo>
                    <a:cubicBezTo>
                      <a:pt x="17717" y="0"/>
                      <a:pt x="0" y="17717"/>
                      <a:pt x="0" y="39529"/>
                    </a:cubicBezTo>
                    <a:cubicBezTo>
                      <a:pt x="0" y="61341"/>
                      <a:pt x="17717" y="79058"/>
                      <a:pt x="39529" y="79058"/>
                    </a:cubicBezTo>
                    <a:cubicBezTo>
                      <a:pt x="61341" y="79058"/>
                      <a:pt x="79058" y="61341"/>
                      <a:pt x="79058" y="39529"/>
                    </a:cubicBezTo>
                    <a:cubicBezTo>
                      <a:pt x="79058" y="17717"/>
                      <a:pt x="61341" y="0"/>
                      <a:pt x="39529" y="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EB18CC9F-8A17-402D-B10E-AE9061E9554F}"/>
                  </a:ext>
                </a:extLst>
              </p:cNvPr>
              <p:cNvSpPr/>
              <p:nvPr/>
            </p:nvSpPr>
            <p:spPr>
              <a:xfrm>
                <a:off x="2384869" y="6748090"/>
                <a:ext cx="30765" cy="39528"/>
              </a:xfrm>
              <a:custGeom>
                <a:avLst/>
                <a:gdLst>
                  <a:gd name="connsiteX0" fmla="*/ 16383 w 30765"/>
                  <a:gd name="connsiteY0" fmla="*/ 95 h 39528"/>
                  <a:gd name="connsiteX1" fmla="*/ 23051 w 30765"/>
                  <a:gd name="connsiteY1" fmla="*/ 1715 h 39528"/>
                  <a:gd name="connsiteX2" fmla="*/ 27718 w 30765"/>
                  <a:gd name="connsiteY2" fmla="*/ 6191 h 39528"/>
                  <a:gd name="connsiteX3" fmla="*/ 29337 w 30765"/>
                  <a:gd name="connsiteY3" fmla="*/ 12478 h 39528"/>
                  <a:gd name="connsiteX4" fmla="*/ 27146 w 30765"/>
                  <a:gd name="connsiteY4" fmla="*/ 19622 h 39528"/>
                  <a:gd name="connsiteX5" fmla="*/ 21812 w 30765"/>
                  <a:gd name="connsiteY5" fmla="*/ 23717 h 39528"/>
                  <a:gd name="connsiteX6" fmla="*/ 30766 w 30765"/>
                  <a:gd name="connsiteY6" fmla="*/ 39529 h 39528"/>
                  <a:gd name="connsiteX7" fmla="*/ 23717 w 30765"/>
                  <a:gd name="connsiteY7" fmla="*/ 39529 h 39528"/>
                  <a:gd name="connsiteX8" fmla="*/ 15526 w 30765"/>
                  <a:gd name="connsiteY8" fmla="*/ 24860 h 39528"/>
                  <a:gd name="connsiteX9" fmla="*/ 6191 w 30765"/>
                  <a:gd name="connsiteY9" fmla="*/ 24860 h 39528"/>
                  <a:gd name="connsiteX10" fmla="*/ 6191 w 30765"/>
                  <a:gd name="connsiteY10" fmla="*/ 39529 h 39528"/>
                  <a:gd name="connsiteX11" fmla="*/ 0 w 30765"/>
                  <a:gd name="connsiteY11" fmla="*/ 39529 h 39528"/>
                  <a:gd name="connsiteX12" fmla="*/ 0 w 30765"/>
                  <a:gd name="connsiteY12" fmla="*/ 0 h 39528"/>
                  <a:gd name="connsiteX13" fmla="*/ 16383 w 30765"/>
                  <a:gd name="connsiteY13" fmla="*/ 0 h 39528"/>
                  <a:gd name="connsiteX14" fmla="*/ 16383 w 30765"/>
                  <a:gd name="connsiteY14" fmla="*/ 19336 h 39528"/>
                  <a:gd name="connsiteX15" fmla="*/ 19907 w 30765"/>
                  <a:gd name="connsiteY15" fmla="*/ 18478 h 39528"/>
                  <a:gd name="connsiteX16" fmla="*/ 22289 w 30765"/>
                  <a:gd name="connsiteY16" fmla="*/ 16097 h 39528"/>
                  <a:gd name="connsiteX17" fmla="*/ 23146 w 30765"/>
                  <a:gd name="connsiteY17" fmla="*/ 12573 h 39528"/>
                  <a:gd name="connsiteX18" fmla="*/ 22289 w 30765"/>
                  <a:gd name="connsiteY18" fmla="*/ 9049 h 39528"/>
                  <a:gd name="connsiteX19" fmla="*/ 19907 w 30765"/>
                  <a:gd name="connsiteY19" fmla="*/ 6668 h 39528"/>
                  <a:gd name="connsiteX20" fmla="*/ 16383 w 30765"/>
                  <a:gd name="connsiteY20" fmla="*/ 5810 h 39528"/>
                  <a:gd name="connsiteX21" fmla="*/ 6191 w 30765"/>
                  <a:gd name="connsiteY21" fmla="*/ 5810 h 39528"/>
                  <a:gd name="connsiteX22" fmla="*/ 6191 w 30765"/>
                  <a:gd name="connsiteY22" fmla="*/ 19336 h 39528"/>
                  <a:gd name="connsiteX23" fmla="*/ 16383 w 30765"/>
                  <a:gd name="connsiteY23" fmla="*/ 19336 h 39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765" h="39528">
                    <a:moveTo>
                      <a:pt x="16383" y="95"/>
                    </a:moveTo>
                    <a:cubicBezTo>
                      <a:pt x="18860" y="95"/>
                      <a:pt x="21050" y="667"/>
                      <a:pt x="23051" y="1715"/>
                    </a:cubicBezTo>
                    <a:cubicBezTo>
                      <a:pt x="25051" y="2762"/>
                      <a:pt x="26575" y="4286"/>
                      <a:pt x="27718" y="6191"/>
                    </a:cubicBezTo>
                    <a:cubicBezTo>
                      <a:pt x="28861" y="8096"/>
                      <a:pt x="29337" y="10192"/>
                      <a:pt x="29337" y="12478"/>
                    </a:cubicBezTo>
                    <a:cubicBezTo>
                      <a:pt x="29337" y="15335"/>
                      <a:pt x="28575" y="17717"/>
                      <a:pt x="27146" y="19622"/>
                    </a:cubicBezTo>
                    <a:cubicBezTo>
                      <a:pt x="25718" y="21527"/>
                      <a:pt x="23908" y="22860"/>
                      <a:pt x="21812" y="23717"/>
                    </a:cubicBezTo>
                    <a:lnTo>
                      <a:pt x="30766" y="39529"/>
                    </a:lnTo>
                    <a:lnTo>
                      <a:pt x="23717" y="39529"/>
                    </a:lnTo>
                    <a:lnTo>
                      <a:pt x="15526" y="24860"/>
                    </a:lnTo>
                    <a:lnTo>
                      <a:pt x="6191" y="24860"/>
                    </a:lnTo>
                    <a:lnTo>
                      <a:pt x="6191" y="39529"/>
                    </a:lnTo>
                    <a:lnTo>
                      <a:pt x="0" y="39529"/>
                    </a:lnTo>
                    <a:lnTo>
                      <a:pt x="0" y="0"/>
                    </a:lnTo>
                    <a:lnTo>
                      <a:pt x="16383" y="0"/>
                    </a:lnTo>
                    <a:close/>
                    <a:moveTo>
                      <a:pt x="16383" y="19336"/>
                    </a:moveTo>
                    <a:cubicBezTo>
                      <a:pt x="17717" y="19336"/>
                      <a:pt x="18860" y="19050"/>
                      <a:pt x="19907" y="18478"/>
                    </a:cubicBezTo>
                    <a:cubicBezTo>
                      <a:pt x="20955" y="17907"/>
                      <a:pt x="21717" y="17050"/>
                      <a:pt x="22289" y="16097"/>
                    </a:cubicBezTo>
                    <a:cubicBezTo>
                      <a:pt x="22860" y="15050"/>
                      <a:pt x="23146" y="13906"/>
                      <a:pt x="23146" y="12573"/>
                    </a:cubicBezTo>
                    <a:cubicBezTo>
                      <a:pt x="23146" y="11240"/>
                      <a:pt x="22860" y="10097"/>
                      <a:pt x="22289" y="9049"/>
                    </a:cubicBezTo>
                    <a:cubicBezTo>
                      <a:pt x="21717" y="8001"/>
                      <a:pt x="20860" y="7239"/>
                      <a:pt x="19907" y="6668"/>
                    </a:cubicBezTo>
                    <a:cubicBezTo>
                      <a:pt x="18860" y="6096"/>
                      <a:pt x="17717" y="5810"/>
                      <a:pt x="16383" y="5810"/>
                    </a:cubicBezTo>
                    <a:lnTo>
                      <a:pt x="6191" y="5810"/>
                    </a:lnTo>
                    <a:lnTo>
                      <a:pt x="6191" y="19336"/>
                    </a:lnTo>
                    <a:lnTo>
                      <a:pt x="16383" y="1933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538DC6-5A10-44DE-BF8C-5185BC4F6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3803" y="0"/>
            <a:ext cx="4325371" cy="6392520"/>
            <a:chOff x="573803" y="0"/>
            <a:chExt cx="4325371" cy="639252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BE35751-F391-41AA-9B05-1647E37D235B}"/>
                </a:ext>
              </a:extLst>
            </p:cNvPr>
            <p:cNvSpPr/>
            <p:nvPr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CF1866E-6300-47C1-B36B-E4F93E357EE1}"/>
                </a:ext>
              </a:extLst>
            </p:cNvPr>
            <p:cNvSpPr/>
            <p:nvPr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4266AC4-1BB0-4DCC-B988-F338CCC87BB0}"/>
                </a:ext>
              </a:extLst>
            </p:cNvPr>
            <p:cNvSpPr/>
            <p:nvPr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200040-B841-47B7-8555-E0299CDC24FA}"/>
                </a:ext>
              </a:extLst>
            </p:cNvPr>
            <p:cNvSpPr/>
            <p:nvPr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AD8DF60-7E0A-43C5-81B6-9B3522A7A826}"/>
                </a:ext>
              </a:extLst>
            </p:cNvPr>
            <p:cNvGrpSpPr/>
            <p:nvPr/>
          </p:nvGrpSpPr>
          <p:grpSpPr>
            <a:xfrm>
              <a:off x="1468406" y="5995719"/>
              <a:ext cx="1059754" cy="396801"/>
              <a:chOff x="1314450" y="6391094"/>
              <a:chExt cx="1123377" cy="420623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0AC5EDAF-1FA5-4CEA-99CA-7D0E1F5DDF81}"/>
                  </a:ext>
                </a:extLst>
              </p:cNvPr>
              <p:cNvSpPr/>
              <p:nvPr/>
            </p:nvSpPr>
            <p:spPr>
              <a:xfrm>
                <a:off x="1314450" y="6396809"/>
                <a:ext cx="78581" cy="78581"/>
              </a:xfrm>
              <a:custGeom>
                <a:avLst/>
                <a:gdLst>
                  <a:gd name="connsiteX0" fmla="*/ 0 w 78581"/>
                  <a:gd name="connsiteY0" fmla="*/ 0 h 78581"/>
                  <a:gd name="connsiteX1" fmla="*/ 78581 w 78581"/>
                  <a:gd name="connsiteY1" fmla="*/ 0 h 78581"/>
                  <a:gd name="connsiteX2" fmla="*/ 78581 w 78581"/>
                  <a:gd name="connsiteY2" fmla="*/ 78581 h 78581"/>
                  <a:gd name="connsiteX3" fmla="*/ 0 w 78581"/>
                  <a:gd name="connsiteY3" fmla="*/ 78581 h 78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rgbClr val="00B2E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5731A324-874D-4D3D-95F1-8AE3303E2272}"/>
                  </a:ext>
                </a:extLst>
              </p:cNvPr>
              <p:cNvSpPr/>
              <p:nvPr/>
            </p:nvSpPr>
            <p:spPr>
              <a:xfrm>
                <a:off x="1316545" y="6391094"/>
                <a:ext cx="995171" cy="420623"/>
              </a:xfrm>
              <a:custGeom>
                <a:avLst/>
                <a:gdLst>
                  <a:gd name="connsiteX0" fmla="*/ 74486 w 995171"/>
                  <a:gd name="connsiteY0" fmla="*/ 131921 h 420623"/>
                  <a:gd name="connsiteX1" fmla="*/ 0 w 995171"/>
                  <a:gd name="connsiteY1" fmla="*/ 131921 h 420623"/>
                  <a:gd name="connsiteX2" fmla="*/ 0 w 995171"/>
                  <a:gd name="connsiteY2" fmla="*/ 414719 h 420623"/>
                  <a:gd name="connsiteX3" fmla="*/ 74486 w 995171"/>
                  <a:gd name="connsiteY3" fmla="*/ 414719 h 420623"/>
                  <a:gd name="connsiteX4" fmla="*/ 74486 w 995171"/>
                  <a:gd name="connsiteY4" fmla="*/ 131921 h 420623"/>
                  <a:gd name="connsiteX5" fmla="*/ 568262 w 995171"/>
                  <a:gd name="connsiteY5" fmla="*/ 417576 h 420623"/>
                  <a:gd name="connsiteX6" fmla="*/ 568262 w 995171"/>
                  <a:gd name="connsiteY6" fmla="*/ 348234 h 420623"/>
                  <a:gd name="connsiteX7" fmla="*/ 541306 w 995171"/>
                  <a:gd name="connsiteY7" fmla="*/ 346520 h 420623"/>
                  <a:gd name="connsiteX8" fmla="*/ 523780 w 995171"/>
                  <a:gd name="connsiteY8" fmla="*/ 338804 h 420623"/>
                  <a:gd name="connsiteX9" fmla="*/ 516065 w 995171"/>
                  <a:gd name="connsiteY9" fmla="*/ 321945 h 420623"/>
                  <a:gd name="connsiteX10" fmla="*/ 514350 w 995171"/>
                  <a:gd name="connsiteY10" fmla="*/ 294608 h 420623"/>
                  <a:gd name="connsiteX11" fmla="*/ 514350 w 995171"/>
                  <a:gd name="connsiteY11" fmla="*/ 195644 h 420623"/>
                  <a:gd name="connsiteX12" fmla="*/ 568262 w 995171"/>
                  <a:gd name="connsiteY12" fmla="*/ 195644 h 420623"/>
                  <a:gd name="connsiteX13" fmla="*/ 568262 w 995171"/>
                  <a:gd name="connsiteY13" fmla="*/ 131921 h 420623"/>
                  <a:gd name="connsiteX14" fmla="*/ 514350 w 995171"/>
                  <a:gd name="connsiteY14" fmla="*/ 131921 h 420623"/>
                  <a:gd name="connsiteX15" fmla="*/ 514350 w 995171"/>
                  <a:gd name="connsiteY15" fmla="*/ 21812 h 420623"/>
                  <a:gd name="connsiteX16" fmla="*/ 439865 w 995171"/>
                  <a:gd name="connsiteY16" fmla="*/ 21812 h 420623"/>
                  <a:gd name="connsiteX17" fmla="*/ 439865 w 995171"/>
                  <a:gd name="connsiteY17" fmla="*/ 295180 h 420623"/>
                  <a:gd name="connsiteX18" fmla="*/ 445865 w 995171"/>
                  <a:gd name="connsiteY18" fmla="*/ 353473 h 420623"/>
                  <a:gd name="connsiteX19" fmla="*/ 465677 w 995171"/>
                  <a:gd name="connsiteY19" fmla="*/ 391001 h 420623"/>
                  <a:gd name="connsiteX20" fmla="*/ 502063 w 995171"/>
                  <a:gd name="connsiteY20" fmla="*/ 411385 h 420623"/>
                  <a:gd name="connsiteX21" fmla="*/ 558927 w 995171"/>
                  <a:gd name="connsiteY21" fmla="*/ 417671 h 420623"/>
                  <a:gd name="connsiteX22" fmla="*/ 568262 w 995171"/>
                  <a:gd name="connsiteY22" fmla="*/ 417671 h 420623"/>
                  <a:gd name="connsiteX23" fmla="*/ 995172 w 995171"/>
                  <a:gd name="connsiteY23" fmla="*/ 0 h 420623"/>
                  <a:gd name="connsiteX24" fmla="*/ 920687 w 995171"/>
                  <a:gd name="connsiteY24" fmla="*/ 0 h 420623"/>
                  <a:gd name="connsiteX25" fmla="*/ 920687 w 995171"/>
                  <a:gd name="connsiteY25" fmla="*/ 414719 h 420623"/>
                  <a:gd name="connsiteX26" fmla="*/ 995172 w 995171"/>
                  <a:gd name="connsiteY26" fmla="*/ 414719 h 420623"/>
                  <a:gd name="connsiteX27" fmla="*/ 995172 w 995171"/>
                  <a:gd name="connsiteY27" fmla="*/ 0 h 420623"/>
                  <a:gd name="connsiteX28" fmla="*/ 367951 w 995171"/>
                  <a:gd name="connsiteY28" fmla="*/ 159830 h 420623"/>
                  <a:gd name="connsiteX29" fmla="*/ 281273 w 995171"/>
                  <a:gd name="connsiteY29" fmla="*/ 126206 h 420623"/>
                  <a:gd name="connsiteX30" fmla="*/ 232410 w 995171"/>
                  <a:gd name="connsiteY30" fmla="*/ 137065 h 420623"/>
                  <a:gd name="connsiteX31" fmla="*/ 195358 w 995171"/>
                  <a:gd name="connsiteY31" fmla="*/ 167259 h 420623"/>
                  <a:gd name="connsiteX32" fmla="*/ 191262 w 995171"/>
                  <a:gd name="connsiteY32" fmla="*/ 172498 h 420623"/>
                  <a:gd name="connsiteX33" fmla="*/ 191262 w 995171"/>
                  <a:gd name="connsiteY33" fmla="*/ 167831 h 420623"/>
                  <a:gd name="connsiteX34" fmla="*/ 191262 w 995171"/>
                  <a:gd name="connsiteY34" fmla="*/ 132017 h 420623"/>
                  <a:gd name="connsiteX35" fmla="*/ 117920 w 995171"/>
                  <a:gd name="connsiteY35" fmla="*/ 132017 h 420623"/>
                  <a:gd name="connsiteX36" fmla="*/ 117920 w 995171"/>
                  <a:gd name="connsiteY36" fmla="*/ 414814 h 420623"/>
                  <a:gd name="connsiteX37" fmla="*/ 191929 w 995171"/>
                  <a:gd name="connsiteY37" fmla="*/ 414814 h 420623"/>
                  <a:gd name="connsiteX38" fmla="*/ 191929 w 995171"/>
                  <a:gd name="connsiteY38" fmla="*/ 264128 h 420623"/>
                  <a:gd name="connsiteX39" fmla="*/ 192024 w 995171"/>
                  <a:gd name="connsiteY39" fmla="*/ 274606 h 420623"/>
                  <a:gd name="connsiteX40" fmla="*/ 192119 w 995171"/>
                  <a:gd name="connsiteY40" fmla="*/ 269558 h 420623"/>
                  <a:gd name="connsiteX41" fmla="*/ 211741 w 995171"/>
                  <a:gd name="connsiteY41" fmla="*/ 210884 h 420623"/>
                  <a:gd name="connsiteX42" fmla="*/ 258985 w 995171"/>
                  <a:gd name="connsiteY42" fmla="*/ 190786 h 420623"/>
                  <a:gd name="connsiteX43" fmla="*/ 307753 w 995171"/>
                  <a:gd name="connsiteY43" fmla="*/ 210407 h 420623"/>
                  <a:gd name="connsiteX44" fmla="*/ 323945 w 995171"/>
                  <a:gd name="connsiteY44" fmla="*/ 264605 h 420623"/>
                  <a:gd name="connsiteX45" fmla="*/ 323945 w 995171"/>
                  <a:gd name="connsiteY45" fmla="*/ 264605 h 420623"/>
                  <a:gd name="connsiteX46" fmla="*/ 323945 w 995171"/>
                  <a:gd name="connsiteY46" fmla="*/ 265176 h 420623"/>
                  <a:gd name="connsiteX47" fmla="*/ 323945 w 995171"/>
                  <a:gd name="connsiteY47" fmla="*/ 265271 h 420623"/>
                  <a:gd name="connsiteX48" fmla="*/ 323945 w 995171"/>
                  <a:gd name="connsiteY48" fmla="*/ 414814 h 420623"/>
                  <a:gd name="connsiteX49" fmla="*/ 399098 w 995171"/>
                  <a:gd name="connsiteY49" fmla="*/ 414814 h 420623"/>
                  <a:gd name="connsiteX50" fmla="*/ 399098 w 995171"/>
                  <a:gd name="connsiteY50" fmla="*/ 254222 h 420623"/>
                  <a:gd name="connsiteX51" fmla="*/ 367951 w 995171"/>
                  <a:gd name="connsiteY51" fmla="*/ 159830 h 420623"/>
                  <a:gd name="connsiteX52" fmla="*/ 881825 w 995171"/>
                  <a:gd name="connsiteY52" fmla="*/ 272796 h 420623"/>
                  <a:gd name="connsiteX53" fmla="*/ 871061 w 995171"/>
                  <a:gd name="connsiteY53" fmla="*/ 215646 h 420623"/>
                  <a:gd name="connsiteX54" fmla="*/ 841057 w 995171"/>
                  <a:gd name="connsiteY54" fmla="*/ 168974 h 420623"/>
                  <a:gd name="connsiteX55" fmla="*/ 794957 w 995171"/>
                  <a:gd name="connsiteY55" fmla="*/ 137636 h 420623"/>
                  <a:gd name="connsiteX56" fmla="*/ 735806 w 995171"/>
                  <a:gd name="connsiteY56" fmla="*/ 126302 h 420623"/>
                  <a:gd name="connsiteX57" fmla="*/ 678371 w 995171"/>
                  <a:gd name="connsiteY57" fmla="*/ 137922 h 420623"/>
                  <a:gd name="connsiteX58" fmla="*/ 631698 w 995171"/>
                  <a:gd name="connsiteY58" fmla="*/ 169355 h 420623"/>
                  <a:gd name="connsiteX59" fmla="*/ 600266 w 995171"/>
                  <a:gd name="connsiteY59" fmla="*/ 216027 h 420623"/>
                  <a:gd name="connsiteX60" fmla="*/ 588645 w 995171"/>
                  <a:gd name="connsiteY60" fmla="*/ 273463 h 420623"/>
                  <a:gd name="connsiteX61" fmla="*/ 599694 w 995171"/>
                  <a:gd name="connsiteY61" fmla="*/ 330899 h 420623"/>
                  <a:gd name="connsiteX62" fmla="*/ 630269 w 995171"/>
                  <a:gd name="connsiteY62" fmla="*/ 377571 h 420623"/>
                  <a:gd name="connsiteX63" fmla="*/ 677513 w 995171"/>
                  <a:gd name="connsiteY63" fmla="*/ 409004 h 420623"/>
                  <a:gd name="connsiteX64" fmla="*/ 738092 w 995171"/>
                  <a:gd name="connsiteY64" fmla="*/ 420624 h 420623"/>
                  <a:gd name="connsiteX65" fmla="*/ 863918 w 995171"/>
                  <a:gd name="connsiteY65" fmla="*/ 365093 h 420623"/>
                  <a:gd name="connsiteX66" fmla="*/ 810292 w 995171"/>
                  <a:gd name="connsiteY66" fmla="*/ 324231 h 420623"/>
                  <a:gd name="connsiteX67" fmla="*/ 738664 w 995171"/>
                  <a:gd name="connsiteY67" fmla="*/ 355854 h 420623"/>
                  <a:gd name="connsiteX68" fmla="*/ 687229 w 995171"/>
                  <a:gd name="connsiteY68" fmla="*/ 341376 h 420623"/>
                  <a:gd name="connsiteX69" fmla="*/ 660368 w 995171"/>
                  <a:gd name="connsiteY69" fmla="*/ 302133 h 420623"/>
                  <a:gd name="connsiteX70" fmla="*/ 659606 w 995171"/>
                  <a:gd name="connsiteY70" fmla="*/ 299466 h 420623"/>
                  <a:gd name="connsiteX71" fmla="*/ 881825 w 995171"/>
                  <a:gd name="connsiteY71" fmla="*/ 299466 h 420623"/>
                  <a:gd name="connsiteX72" fmla="*/ 881825 w 995171"/>
                  <a:gd name="connsiteY72" fmla="*/ 272796 h 420623"/>
                  <a:gd name="connsiteX73" fmla="*/ 660368 w 995171"/>
                  <a:gd name="connsiteY73" fmla="*/ 246793 h 420623"/>
                  <a:gd name="connsiteX74" fmla="*/ 735330 w 995171"/>
                  <a:gd name="connsiteY74" fmla="*/ 189929 h 420623"/>
                  <a:gd name="connsiteX75" fmla="*/ 810387 w 995171"/>
                  <a:gd name="connsiteY75" fmla="*/ 246698 h 420623"/>
                  <a:gd name="connsiteX76" fmla="*/ 660368 w 995171"/>
                  <a:gd name="connsiteY76" fmla="*/ 246793 h 420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995171" h="420623">
                    <a:moveTo>
                      <a:pt x="74486" y="131921"/>
                    </a:moveTo>
                    <a:lnTo>
                      <a:pt x="0" y="131921"/>
                    </a:lnTo>
                    <a:lnTo>
                      <a:pt x="0" y="414719"/>
                    </a:lnTo>
                    <a:lnTo>
                      <a:pt x="74486" y="414719"/>
                    </a:lnTo>
                    <a:lnTo>
                      <a:pt x="74486" y="131921"/>
                    </a:lnTo>
                    <a:close/>
                    <a:moveTo>
                      <a:pt x="568262" y="417576"/>
                    </a:moveTo>
                    <a:lnTo>
                      <a:pt x="568262" y="348234"/>
                    </a:lnTo>
                    <a:cubicBezTo>
                      <a:pt x="557308" y="348139"/>
                      <a:pt x="548259" y="347567"/>
                      <a:pt x="541306" y="346520"/>
                    </a:cubicBezTo>
                    <a:cubicBezTo>
                      <a:pt x="533591" y="345281"/>
                      <a:pt x="527685" y="342710"/>
                      <a:pt x="523780" y="338804"/>
                    </a:cubicBezTo>
                    <a:cubicBezTo>
                      <a:pt x="519875" y="334899"/>
                      <a:pt x="517303" y="329184"/>
                      <a:pt x="516065" y="321945"/>
                    </a:cubicBezTo>
                    <a:cubicBezTo>
                      <a:pt x="514922" y="314992"/>
                      <a:pt x="514350" y="305753"/>
                      <a:pt x="514350" y="294608"/>
                    </a:cubicBezTo>
                    <a:lnTo>
                      <a:pt x="514350" y="195644"/>
                    </a:lnTo>
                    <a:lnTo>
                      <a:pt x="568262" y="195644"/>
                    </a:lnTo>
                    <a:lnTo>
                      <a:pt x="568262" y="131921"/>
                    </a:lnTo>
                    <a:lnTo>
                      <a:pt x="514350" y="131921"/>
                    </a:lnTo>
                    <a:lnTo>
                      <a:pt x="514350" y="21812"/>
                    </a:lnTo>
                    <a:lnTo>
                      <a:pt x="439865" y="21812"/>
                    </a:lnTo>
                    <a:lnTo>
                      <a:pt x="439865" y="295180"/>
                    </a:lnTo>
                    <a:cubicBezTo>
                      <a:pt x="439865" y="318230"/>
                      <a:pt x="441865" y="337852"/>
                      <a:pt x="445865" y="353473"/>
                    </a:cubicBezTo>
                    <a:cubicBezTo>
                      <a:pt x="449771" y="368903"/>
                      <a:pt x="456438" y="381572"/>
                      <a:pt x="465677" y="391001"/>
                    </a:cubicBezTo>
                    <a:cubicBezTo>
                      <a:pt x="474917" y="400431"/>
                      <a:pt x="487204" y="407289"/>
                      <a:pt x="502063" y="411385"/>
                    </a:cubicBezTo>
                    <a:cubicBezTo>
                      <a:pt x="517112" y="415481"/>
                      <a:pt x="536258" y="417671"/>
                      <a:pt x="558927" y="417671"/>
                    </a:cubicBezTo>
                    <a:lnTo>
                      <a:pt x="568262" y="417671"/>
                    </a:lnTo>
                    <a:close/>
                    <a:moveTo>
                      <a:pt x="995172" y="0"/>
                    </a:moveTo>
                    <a:lnTo>
                      <a:pt x="920687" y="0"/>
                    </a:lnTo>
                    <a:lnTo>
                      <a:pt x="920687" y="414719"/>
                    </a:lnTo>
                    <a:lnTo>
                      <a:pt x="995172" y="414719"/>
                    </a:lnTo>
                    <a:lnTo>
                      <a:pt x="995172" y="0"/>
                    </a:lnTo>
                    <a:close/>
                    <a:moveTo>
                      <a:pt x="367951" y="159830"/>
                    </a:moveTo>
                    <a:cubicBezTo>
                      <a:pt x="347282" y="137541"/>
                      <a:pt x="318135" y="126206"/>
                      <a:pt x="281273" y="126206"/>
                    </a:cubicBezTo>
                    <a:cubicBezTo>
                      <a:pt x="263462" y="126206"/>
                      <a:pt x="247079" y="129921"/>
                      <a:pt x="232410" y="137065"/>
                    </a:cubicBezTo>
                    <a:cubicBezTo>
                      <a:pt x="217742" y="144304"/>
                      <a:pt x="205264" y="154496"/>
                      <a:pt x="195358" y="167259"/>
                    </a:cubicBezTo>
                    <a:lnTo>
                      <a:pt x="191262" y="172498"/>
                    </a:lnTo>
                    <a:lnTo>
                      <a:pt x="191262" y="167831"/>
                    </a:lnTo>
                    <a:lnTo>
                      <a:pt x="191262" y="132017"/>
                    </a:lnTo>
                    <a:lnTo>
                      <a:pt x="117920" y="132017"/>
                    </a:lnTo>
                    <a:lnTo>
                      <a:pt x="117920" y="414814"/>
                    </a:lnTo>
                    <a:lnTo>
                      <a:pt x="191929" y="414814"/>
                    </a:lnTo>
                    <a:lnTo>
                      <a:pt x="191929" y="264128"/>
                    </a:lnTo>
                    <a:lnTo>
                      <a:pt x="192024" y="274606"/>
                    </a:lnTo>
                    <a:cubicBezTo>
                      <a:pt x="192024" y="272891"/>
                      <a:pt x="192024" y="271177"/>
                      <a:pt x="192119" y="269558"/>
                    </a:cubicBezTo>
                    <a:cubicBezTo>
                      <a:pt x="192881" y="243173"/>
                      <a:pt x="199454" y="223456"/>
                      <a:pt x="211741" y="210884"/>
                    </a:cubicBezTo>
                    <a:cubicBezTo>
                      <a:pt x="224790" y="197549"/>
                      <a:pt x="240697" y="190786"/>
                      <a:pt x="258985" y="190786"/>
                    </a:cubicBezTo>
                    <a:cubicBezTo>
                      <a:pt x="280511" y="190786"/>
                      <a:pt x="296894" y="197358"/>
                      <a:pt x="307753" y="210407"/>
                    </a:cubicBezTo>
                    <a:cubicBezTo>
                      <a:pt x="318421" y="223171"/>
                      <a:pt x="323850" y="241364"/>
                      <a:pt x="323945" y="264605"/>
                    </a:cubicBezTo>
                    <a:lnTo>
                      <a:pt x="323945" y="264605"/>
                    </a:lnTo>
                    <a:lnTo>
                      <a:pt x="323945" y="265176"/>
                    </a:lnTo>
                    <a:lnTo>
                      <a:pt x="323945" y="265271"/>
                    </a:lnTo>
                    <a:lnTo>
                      <a:pt x="323945" y="414814"/>
                    </a:lnTo>
                    <a:lnTo>
                      <a:pt x="399098" y="414814"/>
                    </a:lnTo>
                    <a:lnTo>
                      <a:pt x="399098" y="254222"/>
                    </a:lnTo>
                    <a:cubicBezTo>
                      <a:pt x="399193" y="213931"/>
                      <a:pt x="388620" y="182118"/>
                      <a:pt x="367951" y="159830"/>
                    </a:cubicBezTo>
                    <a:moveTo>
                      <a:pt x="881825" y="272796"/>
                    </a:moveTo>
                    <a:cubicBezTo>
                      <a:pt x="881825" y="252508"/>
                      <a:pt x="878205" y="233267"/>
                      <a:pt x="871061" y="215646"/>
                    </a:cubicBezTo>
                    <a:cubicBezTo>
                      <a:pt x="863918" y="198025"/>
                      <a:pt x="853821" y="182309"/>
                      <a:pt x="841057" y="168974"/>
                    </a:cubicBezTo>
                    <a:cubicBezTo>
                      <a:pt x="828294" y="155639"/>
                      <a:pt x="812768" y="145066"/>
                      <a:pt x="794957" y="137636"/>
                    </a:cubicBezTo>
                    <a:cubicBezTo>
                      <a:pt x="777145" y="130112"/>
                      <a:pt x="757238" y="126302"/>
                      <a:pt x="735806" y="126302"/>
                    </a:cubicBezTo>
                    <a:cubicBezTo>
                      <a:pt x="715518" y="126302"/>
                      <a:pt x="696182" y="130207"/>
                      <a:pt x="678371" y="137922"/>
                    </a:cubicBezTo>
                    <a:cubicBezTo>
                      <a:pt x="660559" y="145637"/>
                      <a:pt x="644843" y="156210"/>
                      <a:pt x="631698" y="169355"/>
                    </a:cubicBezTo>
                    <a:cubicBezTo>
                      <a:pt x="618554" y="182499"/>
                      <a:pt x="607981" y="198215"/>
                      <a:pt x="600266" y="216027"/>
                    </a:cubicBezTo>
                    <a:cubicBezTo>
                      <a:pt x="592550" y="233839"/>
                      <a:pt x="588645" y="253175"/>
                      <a:pt x="588645" y="273463"/>
                    </a:cubicBezTo>
                    <a:cubicBezTo>
                      <a:pt x="588645" y="293751"/>
                      <a:pt x="592360" y="313087"/>
                      <a:pt x="599694" y="330899"/>
                    </a:cubicBezTo>
                    <a:cubicBezTo>
                      <a:pt x="607028" y="348710"/>
                      <a:pt x="617315" y="364426"/>
                      <a:pt x="630269" y="377571"/>
                    </a:cubicBezTo>
                    <a:cubicBezTo>
                      <a:pt x="643223" y="390716"/>
                      <a:pt x="659130" y="401288"/>
                      <a:pt x="677513" y="409004"/>
                    </a:cubicBezTo>
                    <a:cubicBezTo>
                      <a:pt x="695897" y="416719"/>
                      <a:pt x="716280" y="420624"/>
                      <a:pt x="738092" y="420624"/>
                    </a:cubicBezTo>
                    <a:cubicBezTo>
                      <a:pt x="801148" y="420624"/>
                      <a:pt x="840391" y="391954"/>
                      <a:pt x="863918" y="365093"/>
                    </a:cubicBezTo>
                    <a:lnTo>
                      <a:pt x="810292" y="324231"/>
                    </a:lnTo>
                    <a:cubicBezTo>
                      <a:pt x="798957" y="337661"/>
                      <a:pt x="772192" y="355854"/>
                      <a:pt x="738664" y="355854"/>
                    </a:cubicBezTo>
                    <a:cubicBezTo>
                      <a:pt x="717614" y="355854"/>
                      <a:pt x="700373" y="350996"/>
                      <a:pt x="687229" y="341376"/>
                    </a:cubicBezTo>
                    <a:cubicBezTo>
                      <a:pt x="674084" y="331756"/>
                      <a:pt x="665036" y="318611"/>
                      <a:pt x="660368" y="302133"/>
                    </a:cubicBezTo>
                    <a:lnTo>
                      <a:pt x="659606" y="299466"/>
                    </a:lnTo>
                    <a:lnTo>
                      <a:pt x="881825" y="299466"/>
                    </a:lnTo>
                    <a:lnTo>
                      <a:pt x="881825" y="272796"/>
                    </a:lnTo>
                    <a:close/>
                    <a:moveTo>
                      <a:pt x="660368" y="246793"/>
                    </a:moveTo>
                    <a:cubicBezTo>
                      <a:pt x="660368" y="226124"/>
                      <a:pt x="684086" y="189929"/>
                      <a:pt x="735330" y="189929"/>
                    </a:cubicBezTo>
                    <a:cubicBezTo>
                      <a:pt x="786575" y="189929"/>
                      <a:pt x="810387" y="226028"/>
                      <a:pt x="810387" y="246698"/>
                    </a:cubicBezTo>
                    <a:lnTo>
                      <a:pt x="660368" y="24679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34E3A93-BFC9-49AD-8CF7-7EDF2A13157E}"/>
                  </a:ext>
                </a:extLst>
              </p:cNvPr>
              <p:cNvSpPr/>
              <p:nvPr/>
            </p:nvSpPr>
            <p:spPr>
              <a:xfrm>
                <a:off x="2358770" y="6728469"/>
                <a:ext cx="79057" cy="79057"/>
              </a:xfrm>
              <a:custGeom>
                <a:avLst/>
                <a:gdLst>
                  <a:gd name="connsiteX0" fmla="*/ 39529 w 79057"/>
                  <a:gd name="connsiteY0" fmla="*/ 5620 h 79057"/>
                  <a:gd name="connsiteX1" fmla="*/ 73438 w 79057"/>
                  <a:gd name="connsiteY1" fmla="*/ 39529 h 79057"/>
                  <a:gd name="connsiteX2" fmla="*/ 39529 w 79057"/>
                  <a:gd name="connsiteY2" fmla="*/ 73438 h 79057"/>
                  <a:gd name="connsiteX3" fmla="*/ 5620 w 79057"/>
                  <a:gd name="connsiteY3" fmla="*/ 39529 h 79057"/>
                  <a:gd name="connsiteX4" fmla="*/ 39529 w 79057"/>
                  <a:gd name="connsiteY4" fmla="*/ 5620 h 79057"/>
                  <a:gd name="connsiteX5" fmla="*/ 39529 w 79057"/>
                  <a:gd name="connsiteY5" fmla="*/ 0 h 79057"/>
                  <a:gd name="connsiteX6" fmla="*/ 0 w 79057"/>
                  <a:gd name="connsiteY6" fmla="*/ 39529 h 79057"/>
                  <a:gd name="connsiteX7" fmla="*/ 39529 w 79057"/>
                  <a:gd name="connsiteY7" fmla="*/ 79058 h 79057"/>
                  <a:gd name="connsiteX8" fmla="*/ 79058 w 79057"/>
                  <a:gd name="connsiteY8" fmla="*/ 39529 h 79057"/>
                  <a:gd name="connsiteX9" fmla="*/ 39529 w 79057"/>
                  <a:gd name="connsiteY9" fmla="*/ 0 h 79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057" h="79057">
                    <a:moveTo>
                      <a:pt x="39529" y="5620"/>
                    </a:moveTo>
                    <a:cubicBezTo>
                      <a:pt x="58198" y="5620"/>
                      <a:pt x="73438" y="20860"/>
                      <a:pt x="73438" y="39529"/>
                    </a:cubicBezTo>
                    <a:cubicBezTo>
                      <a:pt x="73438" y="58198"/>
                      <a:pt x="58198" y="73438"/>
                      <a:pt x="39529" y="73438"/>
                    </a:cubicBezTo>
                    <a:cubicBezTo>
                      <a:pt x="20860" y="73438"/>
                      <a:pt x="5620" y="58198"/>
                      <a:pt x="5620" y="39529"/>
                    </a:cubicBezTo>
                    <a:cubicBezTo>
                      <a:pt x="5620" y="20860"/>
                      <a:pt x="20860" y="5620"/>
                      <a:pt x="39529" y="5620"/>
                    </a:cubicBezTo>
                    <a:moveTo>
                      <a:pt x="39529" y="0"/>
                    </a:moveTo>
                    <a:cubicBezTo>
                      <a:pt x="17717" y="0"/>
                      <a:pt x="0" y="17717"/>
                      <a:pt x="0" y="39529"/>
                    </a:cubicBezTo>
                    <a:cubicBezTo>
                      <a:pt x="0" y="61341"/>
                      <a:pt x="17717" y="79058"/>
                      <a:pt x="39529" y="79058"/>
                    </a:cubicBezTo>
                    <a:cubicBezTo>
                      <a:pt x="61341" y="79058"/>
                      <a:pt x="79058" y="61341"/>
                      <a:pt x="79058" y="39529"/>
                    </a:cubicBezTo>
                    <a:cubicBezTo>
                      <a:pt x="79058" y="17717"/>
                      <a:pt x="61341" y="0"/>
                      <a:pt x="39529" y="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839DD8F2-C56B-454C-9A84-A663F83DB6CE}"/>
                  </a:ext>
                </a:extLst>
              </p:cNvPr>
              <p:cNvSpPr/>
              <p:nvPr/>
            </p:nvSpPr>
            <p:spPr>
              <a:xfrm>
                <a:off x="2384869" y="6748090"/>
                <a:ext cx="30765" cy="39528"/>
              </a:xfrm>
              <a:custGeom>
                <a:avLst/>
                <a:gdLst>
                  <a:gd name="connsiteX0" fmla="*/ 16383 w 30765"/>
                  <a:gd name="connsiteY0" fmla="*/ 95 h 39528"/>
                  <a:gd name="connsiteX1" fmla="*/ 23051 w 30765"/>
                  <a:gd name="connsiteY1" fmla="*/ 1715 h 39528"/>
                  <a:gd name="connsiteX2" fmla="*/ 27718 w 30765"/>
                  <a:gd name="connsiteY2" fmla="*/ 6191 h 39528"/>
                  <a:gd name="connsiteX3" fmla="*/ 29337 w 30765"/>
                  <a:gd name="connsiteY3" fmla="*/ 12478 h 39528"/>
                  <a:gd name="connsiteX4" fmla="*/ 27146 w 30765"/>
                  <a:gd name="connsiteY4" fmla="*/ 19622 h 39528"/>
                  <a:gd name="connsiteX5" fmla="*/ 21812 w 30765"/>
                  <a:gd name="connsiteY5" fmla="*/ 23717 h 39528"/>
                  <a:gd name="connsiteX6" fmla="*/ 30766 w 30765"/>
                  <a:gd name="connsiteY6" fmla="*/ 39529 h 39528"/>
                  <a:gd name="connsiteX7" fmla="*/ 23717 w 30765"/>
                  <a:gd name="connsiteY7" fmla="*/ 39529 h 39528"/>
                  <a:gd name="connsiteX8" fmla="*/ 15526 w 30765"/>
                  <a:gd name="connsiteY8" fmla="*/ 24860 h 39528"/>
                  <a:gd name="connsiteX9" fmla="*/ 6191 w 30765"/>
                  <a:gd name="connsiteY9" fmla="*/ 24860 h 39528"/>
                  <a:gd name="connsiteX10" fmla="*/ 6191 w 30765"/>
                  <a:gd name="connsiteY10" fmla="*/ 39529 h 39528"/>
                  <a:gd name="connsiteX11" fmla="*/ 0 w 30765"/>
                  <a:gd name="connsiteY11" fmla="*/ 39529 h 39528"/>
                  <a:gd name="connsiteX12" fmla="*/ 0 w 30765"/>
                  <a:gd name="connsiteY12" fmla="*/ 0 h 39528"/>
                  <a:gd name="connsiteX13" fmla="*/ 16383 w 30765"/>
                  <a:gd name="connsiteY13" fmla="*/ 0 h 39528"/>
                  <a:gd name="connsiteX14" fmla="*/ 16383 w 30765"/>
                  <a:gd name="connsiteY14" fmla="*/ 19336 h 39528"/>
                  <a:gd name="connsiteX15" fmla="*/ 19907 w 30765"/>
                  <a:gd name="connsiteY15" fmla="*/ 18478 h 39528"/>
                  <a:gd name="connsiteX16" fmla="*/ 22289 w 30765"/>
                  <a:gd name="connsiteY16" fmla="*/ 16097 h 39528"/>
                  <a:gd name="connsiteX17" fmla="*/ 23146 w 30765"/>
                  <a:gd name="connsiteY17" fmla="*/ 12573 h 39528"/>
                  <a:gd name="connsiteX18" fmla="*/ 22289 w 30765"/>
                  <a:gd name="connsiteY18" fmla="*/ 9049 h 39528"/>
                  <a:gd name="connsiteX19" fmla="*/ 19907 w 30765"/>
                  <a:gd name="connsiteY19" fmla="*/ 6668 h 39528"/>
                  <a:gd name="connsiteX20" fmla="*/ 16383 w 30765"/>
                  <a:gd name="connsiteY20" fmla="*/ 5810 h 39528"/>
                  <a:gd name="connsiteX21" fmla="*/ 6191 w 30765"/>
                  <a:gd name="connsiteY21" fmla="*/ 5810 h 39528"/>
                  <a:gd name="connsiteX22" fmla="*/ 6191 w 30765"/>
                  <a:gd name="connsiteY22" fmla="*/ 19336 h 39528"/>
                  <a:gd name="connsiteX23" fmla="*/ 16383 w 30765"/>
                  <a:gd name="connsiteY23" fmla="*/ 19336 h 39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765" h="39528">
                    <a:moveTo>
                      <a:pt x="16383" y="95"/>
                    </a:moveTo>
                    <a:cubicBezTo>
                      <a:pt x="18860" y="95"/>
                      <a:pt x="21050" y="667"/>
                      <a:pt x="23051" y="1715"/>
                    </a:cubicBezTo>
                    <a:cubicBezTo>
                      <a:pt x="25051" y="2762"/>
                      <a:pt x="26575" y="4286"/>
                      <a:pt x="27718" y="6191"/>
                    </a:cubicBezTo>
                    <a:cubicBezTo>
                      <a:pt x="28861" y="8096"/>
                      <a:pt x="29337" y="10192"/>
                      <a:pt x="29337" y="12478"/>
                    </a:cubicBezTo>
                    <a:cubicBezTo>
                      <a:pt x="29337" y="15335"/>
                      <a:pt x="28575" y="17717"/>
                      <a:pt x="27146" y="19622"/>
                    </a:cubicBezTo>
                    <a:cubicBezTo>
                      <a:pt x="25718" y="21527"/>
                      <a:pt x="23908" y="22860"/>
                      <a:pt x="21812" y="23717"/>
                    </a:cubicBezTo>
                    <a:lnTo>
                      <a:pt x="30766" y="39529"/>
                    </a:lnTo>
                    <a:lnTo>
                      <a:pt x="23717" y="39529"/>
                    </a:lnTo>
                    <a:lnTo>
                      <a:pt x="15526" y="24860"/>
                    </a:lnTo>
                    <a:lnTo>
                      <a:pt x="6191" y="24860"/>
                    </a:lnTo>
                    <a:lnTo>
                      <a:pt x="6191" y="39529"/>
                    </a:lnTo>
                    <a:lnTo>
                      <a:pt x="0" y="39529"/>
                    </a:lnTo>
                    <a:lnTo>
                      <a:pt x="0" y="0"/>
                    </a:lnTo>
                    <a:lnTo>
                      <a:pt x="16383" y="0"/>
                    </a:lnTo>
                    <a:close/>
                    <a:moveTo>
                      <a:pt x="16383" y="19336"/>
                    </a:moveTo>
                    <a:cubicBezTo>
                      <a:pt x="17717" y="19336"/>
                      <a:pt x="18860" y="19050"/>
                      <a:pt x="19907" y="18478"/>
                    </a:cubicBezTo>
                    <a:cubicBezTo>
                      <a:pt x="20955" y="17907"/>
                      <a:pt x="21717" y="17050"/>
                      <a:pt x="22289" y="16097"/>
                    </a:cubicBezTo>
                    <a:cubicBezTo>
                      <a:pt x="22860" y="15050"/>
                      <a:pt x="23146" y="13906"/>
                      <a:pt x="23146" y="12573"/>
                    </a:cubicBezTo>
                    <a:cubicBezTo>
                      <a:pt x="23146" y="11240"/>
                      <a:pt x="22860" y="10097"/>
                      <a:pt x="22289" y="9049"/>
                    </a:cubicBezTo>
                    <a:cubicBezTo>
                      <a:pt x="21717" y="8001"/>
                      <a:pt x="20860" y="7239"/>
                      <a:pt x="19907" y="6668"/>
                    </a:cubicBezTo>
                    <a:cubicBezTo>
                      <a:pt x="18860" y="6096"/>
                      <a:pt x="17717" y="5810"/>
                      <a:pt x="16383" y="5810"/>
                    </a:cubicBezTo>
                    <a:lnTo>
                      <a:pt x="6191" y="5810"/>
                    </a:lnTo>
                    <a:lnTo>
                      <a:pt x="6191" y="19336"/>
                    </a:lnTo>
                    <a:lnTo>
                      <a:pt x="16383" y="1933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3438" y="944163"/>
            <a:ext cx="9810362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42536" y="1635111"/>
            <a:ext cx="9789007" cy="187485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42536" y="3602038"/>
            <a:ext cx="978900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78461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lue B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6882660D-9752-4416-A0A1-69ECA0CD4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3803" y="0"/>
            <a:ext cx="4325371" cy="6392520"/>
            <a:chOff x="573803" y="0"/>
            <a:chExt cx="4325371" cy="639252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81569F-6701-4CDA-895D-6BD6D388AB05}"/>
                </a:ext>
              </a:extLst>
            </p:cNvPr>
            <p:cNvSpPr/>
            <p:nvPr userDrawn="1"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EFB02BB-CBC4-4742-9BA0-2C9212EFAF23}"/>
                </a:ext>
              </a:extLst>
            </p:cNvPr>
            <p:cNvGrpSpPr/>
            <p:nvPr userDrawn="1"/>
          </p:nvGrpSpPr>
          <p:grpSpPr>
            <a:xfrm>
              <a:off x="1468406" y="5995719"/>
              <a:ext cx="1059754" cy="396801"/>
              <a:chOff x="1314450" y="6391094"/>
              <a:chExt cx="1123377" cy="420623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85AE6566-9773-4111-B8E5-827E7E8AE779}"/>
                  </a:ext>
                </a:extLst>
              </p:cNvPr>
              <p:cNvSpPr/>
              <p:nvPr/>
            </p:nvSpPr>
            <p:spPr>
              <a:xfrm>
                <a:off x="1314450" y="6396809"/>
                <a:ext cx="78581" cy="78581"/>
              </a:xfrm>
              <a:custGeom>
                <a:avLst/>
                <a:gdLst>
                  <a:gd name="connsiteX0" fmla="*/ 0 w 78581"/>
                  <a:gd name="connsiteY0" fmla="*/ 0 h 78581"/>
                  <a:gd name="connsiteX1" fmla="*/ 78581 w 78581"/>
                  <a:gd name="connsiteY1" fmla="*/ 0 h 78581"/>
                  <a:gd name="connsiteX2" fmla="*/ 78581 w 78581"/>
                  <a:gd name="connsiteY2" fmla="*/ 78581 h 78581"/>
                  <a:gd name="connsiteX3" fmla="*/ 0 w 78581"/>
                  <a:gd name="connsiteY3" fmla="*/ 78581 h 78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rgbClr val="00B2E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5251A5FC-EF81-41EC-BA9D-EC2323003C59}"/>
                  </a:ext>
                </a:extLst>
              </p:cNvPr>
              <p:cNvSpPr/>
              <p:nvPr/>
            </p:nvSpPr>
            <p:spPr>
              <a:xfrm>
                <a:off x="1316545" y="6391094"/>
                <a:ext cx="995171" cy="420623"/>
              </a:xfrm>
              <a:custGeom>
                <a:avLst/>
                <a:gdLst>
                  <a:gd name="connsiteX0" fmla="*/ 74486 w 995171"/>
                  <a:gd name="connsiteY0" fmla="*/ 131921 h 420623"/>
                  <a:gd name="connsiteX1" fmla="*/ 0 w 995171"/>
                  <a:gd name="connsiteY1" fmla="*/ 131921 h 420623"/>
                  <a:gd name="connsiteX2" fmla="*/ 0 w 995171"/>
                  <a:gd name="connsiteY2" fmla="*/ 414719 h 420623"/>
                  <a:gd name="connsiteX3" fmla="*/ 74486 w 995171"/>
                  <a:gd name="connsiteY3" fmla="*/ 414719 h 420623"/>
                  <a:gd name="connsiteX4" fmla="*/ 74486 w 995171"/>
                  <a:gd name="connsiteY4" fmla="*/ 131921 h 420623"/>
                  <a:gd name="connsiteX5" fmla="*/ 568262 w 995171"/>
                  <a:gd name="connsiteY5" fmla="*/ 417576 h 420623"/>
                  <a:gd name="connsiteX6" fmla="*/ 568262 w 995171"/>
                  <a:gd name="connsiteY6" fmla="*/ 348234 h 420623"/>
                  <a:gd name="connsiteX7" fmla="*/ 541306 w 995171"/>
                  <a:gd name="connsiteY7" fmla="*/ 346520 h 420623"/>
                  <a:gd name="connsiteX8" fmla="*/ 523780 w 995171"/>
                  <a:gd name="connsiteY8" fmla="*/ 338804 h 420623"/>
                  <a:gd name="connsiteX9" fmla="*/ 516065 w 995171"/>
                  <a:gd name="connsiteY9" fmla="*/ 321945 h 420623"/>
                  <a:gd name="connsiteX10" fmla="*/ 514350 w 995171"/>
                  <a:gd name="connsiteY10" fmla="*/ 294608 h 420623"/>
                  <a:gd name="connsiteX11" fmla="*/ 514350 w 995171"/>
                  <a:gd name="connsiteY11" fmla="*/ 195644 h 420623"/>
                  <a:gd name="connsiteX12" fmla="*/ 568262 w 995171"/>
                  <a:gd name="connsiteY12" fmla="*/ 195644 h 420623"/>
                  <a:gd name="connsiteX13" fmla="*/ 568262 w 995171"/>
                  <a:gd name="connsiteY13" fmla="*/ 131921 h 420623"/>
                  <a:gd name="connsiteX14" fmla="*/ 514350 w 995171"/>
                  <a:gd name="connsiteY14" fmla="*/ 131921 h 420623"/>
                  <a:gd name="connsiteX15" fmla="*/ 514350 w 995171"/>
                  <a:gd name="connsiteY15" fmla="*/ 21812 h 420623"/>
                  <a:gd name="connsiteX16" fmla="*/ 439865 w 995171"/>
                  <a:gd name="connsiteY16" fmla="*/ 21812 h 420623"/>
                  <a:gd name="connsiteX17" fmla="*/ 439865 w 995171"/>
                  <a:gd name="connsiteY17" fmla="*/ 295180 h 420623"/>
                  <a:gd name="connsiteX18" fmla="*/ 445865 w 995171"/>
                  <a:gd name="connsiteY18" fmla="*/ 353473 h 420623"/>
                  <a:gd name="connsiteX19" fmla="*/ 465677 w 995171"/>
                  <a:gd name="connsiteY19" fmla="*/ 391001 h 420623"/>
                  <a:gd name="connsiteX20" fmla="*/ 502063 w 995171"/>
                  <a:gd name="connsiteY20" fmla="*/ 411385 h 420623"/>
                  <a:gd name="connsiteX21" fmla="*/ 558927 w 995171"/>
                  <a:gd name="connsiteY21" fmla="*/ 417671 h 420623"/>
                  <a:gd name="connsiteX22" fmla="*/ 568262 w 995171"/>
                  <a:gd name="connsiteY22" fmla="*/ 417671 h 420623"/>
                  <a:gd name="connsiteX23" fmla="*/ 995172 w 995171"/>
                  <a:gd name="connsiteY23" fmla="*/ 0 h 420623"/>
                  <a:gd name="connsiteX24" fmla="*/ 920687 w 995171"/>
                  <a:gd name="connsiteY24" fmla="*/ 0 h 420623"/>
                  <a:gd name="connsiteX25" fmla="*/ 920687 w 995171"/>
                  <a:gd name="connsiteY25" fmla="*/ 414719 h 420623"/>
                  <a:gd name="connsiteX26" fmla="*/ 995172 w 995171"/>
                  <a:gd name="connsiteY26" fmla="*/ 414719 h 420623"/>
                  <a:gd name="connsiteX27" fmla="*/ 995172 w 995171"/>
                  <a:gd name="connsiteY27" fmla="*/ 0 h 420623"/>
                  <a:gd name="connsiteX28" fmla="*/ 367951 w 995171"/>
                  <a:gd name="connsiteY28" fmla="*/ 159830 h 420623"/>
                  <a:gd name="connsiteX29" fmla="*/ 281273 w 995171"/>
                  <a:gd name="connsiteY29" fmla="*/ 126206 h 420623"/>
                  <a:gd name="connsiteX30" fmla="*/ 232410 w 995171"/>
                  <a:gd name="connsiteY30" fmla="*/ 137065 h 420623"/>
                  <a:gd name="connsiteX31" fmla="*/ 195358 w 995171"/>
                  <a:gd name="connsiteY31" fmla="*/ 167259 h 420623"/>
                  <a:gd name="connsiteX32" fmla="*/ 191262 w 995171"/>
                  <a:gd name="connsiteY32" fmla="*/ 172498 h 420623"/>
                  <a:gd name="connsiteX33" fmla="*/ 191262 w 995171"/>
                  <a:gd name="connsiteY33" fmla="*/ 167831 h 420623"/>
                  <a:gd name="connsiteX34" fmla="*/ 191262 w 995171"/>
                  <a:gd name="connsiteY34" fmla="*/ 132017 h 420623"/>
                  <a:gd name="connsiteX35" fmla="*/ 117920 w 995171"/>
                  <a:gd name="connsiteY35" fmla="*/ 132017 h 420623"/>
                  <a:gd name="connsiteX36" fmla="*/ 117920 w 995171"/>
                  <a:gd name="connsiteY36" fmla="*/ 414814 h 420623"/>
                  <a:gd name="connsiteX37" fmla="*/ 191929 w 995171"/>
                  <a:gd name="connsiteY37" fmla="*/ 414814 h 420623"/>
                  <a:gd name="connsiteX38" fmla="*/ 191929 w 995171"/>
                  <a:gd name="connsiteY38" fmla="*/ 264128 h 420623"/>
                  <a:gd name="connsiteX39" fmla="*/ 192024 w 995171"/>
                  <a:gd name="connsiteY39" fmla="*/ 274606 h 420623"/>
                  <a:gd name="connsiteX40" fmla="*/ 192119 w 995171"/>
                  <a:gd name="connsiteY40" fmla="*/ 269558 h 420623"/>
                  <a:gd name="connsiteX41" fmla="*/ 211741 w 995171"/>
                  <a:gd name="connsiteY41" fmla="*/ 210884 h 420623"/>
                  <a:gd name="connsiteX42" fmla="*/ 258985 w 995171"/>
                  <a:gd name="connsiteY42" fmla="*/ 190786 h 420623"/>
                  <a:gd name="connsiteX43" fmla="*/ 307753 w 995171"/>
                  <a:gd name="connsiteY43" fmla="*/ 210407 h 420623"/>
                  <a:gd name="connsiteX44" fmla="*/ 323945 w 995171"/>
                  <a:gd name="connsiteY44" fmla="*/ 264605 h 420623"/>
                  <a:gd name="connsiteX45" fmla="*/ 323945 w 995171"/>
                  <a:gd name="connsiteY45" fmla="*/ 264605 h 420623"/>
                  <a:gd name="connsiteX46" fmla="*/ 323945 w 995171"/>
                  <a:gd name="connsiteY46" fmla="*/ 265176 h 420623"/>
                  <a:gd name="connsiteX47" fmla="*/ 323945 w 995171"/>
                  <a:gd name="connsiteY47" fmla="*/ 265271 h 420623"/>
                  <a:gd name="connsiteX48" fmla="*/ 323945 w 995171"/>
                  <a:gd name="connsiteY48" fmla="*/ 414814 h 420623"/>
                  <a:gd name="connsiteX49" fmla="*/ 399098 w 995171"/>
                  <a:gd name="connsiteY49" fmla="*/ 414814 h 420623"/>
                  <a:gd name="connsiteX50" fmla="*/ 399098 w 995171"/>
                  <a:gd name="connsiteY50" fmla="*/ 254222 h 420623"/>
                  <a:gd name="connsiteX51" fmla="*/ 367951 w 995171"/>
                  <a:gd name="connsiteY51" fmla="*/ 159830 h 420623"/>
                  <a:gd name="connsiteX52" fmla="*/ 881825 w 995171"/>
                  <a:gd name="connsiteY52" fmla="*/ 272796 h 420623"/>
                  <a:gd name="connsiteX53" fmla="*/ 871061 w 995171"/>
                  <a:gd name="connsiteY53" fmla="*/ 215646 h 420623"/>
                  <a:gd name="connsiteX54" fmla="*/ 841057 w 995171"/>
                  <a:gd name="connsiteY54" fmla="*/ 168974 h 420623"/>
                  <a:gd name="connsiteX55" fmla="*/ 794957 w 995171"/>
                  <a:gd name="connsiteY55" fmla="*/ 137636 h 420623"/>
                  <a:gd name="connsiteX56" fmla="*/ 735806 w 995171"/>
                  <a:gd name="connsiteY56" fmla="*/ 126302 h 420623"/>
                  <a:gd name="connsiteX57" fmla="*/ 678371 w 995171"/>
                  <a:gd name="connsiteY57" fmla="*/ 137922 h 420623"/>
                  <a:gd name="connsiteX58" fmla="*/ 631698 w 995171"/>
                  <a:gd name="connsiteY58" fmla="*/ 169355 h 420623"/>
                  <a:gd name="connsiteX59" fmla="*/ 600266 w 995171"/>
                  <a:gd name="connsiteY59" fmla="*/ 216027 h 420623"/>
                  <a:gd name="connsiteX60" fmla="*/ 588645 w 995171"/>
                  <a:gd name="connsiteY60" fmla="*/ 273463 h 420623"/>
                  <a:gd name="connsiteX61" fmla="*/ 599694 w 995171"/>
                  <a:gd name="connsiteY61" fmla="*/ 330899 h 420623"/>
                  <a:gd name="connsiteX62" fmla="*/ 630269 w 995171"/>
                  <a:gd name="connsiteY62" fmla="*/ 377571 h 420623"/>
                  <a:gd name="connsiteX63" fmla="*/ 677513 w 995171"/>
                  <a:gd name="connsiteY63" fmla="*/ 409004 h 420623"/>
                  <a:gd name="connsiteX64" fmla="*/ 738092 w 995171"/>
                  <a:gd name="connsiteY64" fmla="*/ 420624 h 420623"/>
                  <a:gd name="connsiteX65" fmla="*/ 863918 w 995171"/>
                  <a:gd name="connsiteY65" fmla="*/ 365093 h 420623"/>
                  <a:gd name="connsiteX66" fmla="*/ 810292 w 995171"/>
                  <a:gd name="connsiteY66" fmla="*/ 324231 h 420623"/>
                  <a:gd name="connsiteX67" fmla="*/ 738664 w 995171"/>
                  <a:gd name="connsiteY67" fmla="*/ 355854 h 420623"/>
                  <a:gd name="connsiteX68" fmla="*/ 687229 w 995171"/>
                  <a:gd name="connsiteY68" fmla="*/ 341376 h 420623"/>
                  <a:gd name="connsiteX69" fmla="*/ 660368 w 995171"/>
                  <a:gd name="connsiteY69" fmla="*/ 302133 h 420623"/>
                  <a:gd name="connsiteX70" fmla="*/ 659606 w 995171"/>
                  <a:gd name="connsiteY70" fmla="*/ 299466 h 420623"/>
                  <a:gd name="connsiteX71" fmla="*/ 881825 w 995171"/>
                  <a:gd name="connsiteY71" fmla="*/ 299466 h 420623"/>
                  <a:gd name="connsiteX72" fmla="*/ 881825 w 995171"/>
                  <a:gd name="connsiteY72" fmla="*/ 272796 h 420623"/>
                  <a:gd name="connsiteX73" fmla="*/ 660368 w 995171"/>
                  <a:gd name="connsiteY73" fmla="*/ 246793 h 420623"/>
                  <a:gd name="connsiteX74" fmla="*/ 735330 w 995171"/>
                  <a:gd name="connsiteY74" fmla="*/ 189929 h 420623"/>
                  <a:gd name="connsiteX75" fmla="*/ 810387 w 995171"/>
                  <a:gd name="connsiteY75" fmla="*/ 246698 h 420623"/>
                  <a:gd name="connsiteX76" fmla="*/ 660368 w 995171"/>
                  <a:gd name="connsiteY76" fmla="*/ 246793 h 420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995171" h="420623">
                    <a:moveTo>
                      <a:pt x="74486" y="131921"/>
                    </a:moveTo>
                    <a:lnTo>
                      <a:pt x="0" y="131921"/>
                    </a:lnTo>
                    <a:lnTo>
                      <a:pt x="0" y="414719"/>
                    </a:lnTo>
                    <a:lnTo>
                      <a:pt x="74486" y="414719"/>
                    </a:lnTo>
                    <a:lnTo>
                      <a:pt x="74486" y="131921"/>
                    </a:lnTo>
                    <a:close/>
                    <a:moveTo>
                      <a:pt x="568262" y="417576"/>
                    </a:moveTo>
                    <a:lnTo>
                      <a:pt x="568262" y="348234"/>
                    </a:lnTo>
                    <a:cubicBezTo>
                      <a:pt x="557308" y="348139"/>
                      <a:pt x="548259" y="347567"/>
                      <a:pt x="541306" y="346520"/>
                    </a:cubicBezTo>
                    <a:cubicBezTo>
                      <a:pt x="533591" y="345281"/>
                      <a:pt x="527685" y="342710"/>
                      <a:pt x="523780" y="338804"/>
                    </a:cubicBezTo>
                    <a:cubicBezTo>
                      <a:pt x="519875" y="334899"/>
                      <a:pt x="517303" y="329184"/>
                      <a:pt x="516065" y="321945"/>
                    </a:cubicBezTo>
                    <a:cubicBezTo>
                      <a:pt x="514922" y="314992"/>
                      <a:pt x="514350" y="305753"/>
                      <a:pt x="514350" y="294608"/>
                    </a:cubicBezTo>
                    <a:lnTo>
                      <a:pt x="514350" y="195644"/>
                    </a:lnTo>
                    <a:lnTo>
                      <a:pt x="568262" y="195644"/>
                    </a:lnTo>
                    <a:lnTo>
                      <a:pt x="568262" y="131921"/>
                    </a:lnTo>
                    <a:lnTo>
                      <a:pt x="514350" y="131921"/>
                    </a:lnTo>
                    <a:lnTo>
                      <a:pt x="514350" y="21812"/>
                    </a:lnTo>
                    <a:lnTo>
                      <a:pt x="439865" y="21812"/>
                    </a:lnTo>
                    <a:lnTo>
                      <a:pt x="439865" y="295180"/>
                    </a:lnTo>
                    <a:cubicBezTo>
                      <a:pt x="439865" y="318230"/>
                      <a:pt x="441865" y="337852"/>
                      <a:pt x="445865" y="353473"/>
                    </a:cubicBezTo>
                    <a:cubicBezTo>
                      <a:pt x="449771" y="368903"/>
                      <a:pt x="456438" y="381572"/>
                      <a:pt x="465677" y="391001"/>
                    </a:cubicBezTo>
                    <a:cubicBezTo>
                      <a:pt x="474917" y="400431"/>
                      <a:pt x="487204" y="407289"/>
                      <a:pt x="502063" y="411385"/>
                    </a:cubicBezTo>
                    <a:cubicBezTo>
                      <a:pt x="517112" y="415481"/>
                      <a:pt x="536258" y="417671"/>
                      <a:pt x="558927" y="417671"/>
                    </a:cubicBezTo>
                    <a:lnTo>
                      <a:pt x="568262" y="417671"/>
                    </a:lnTo>
                    <a:close/>
                    <a:moveTo>
                      <a:pt x="995172" y="0"/>
                    </a:moveTo>
                    <a:lnTo>
                      <a:pt x="920687" y="0"/>
                    </a:lnTo>
                    <a:lnTo>
                      <a:pt x="920687" y="414719"/>
                    </a:lnTo>
                    <a:lnTo>
                      <a:pt x="995172" y="414719"/>
                    </a:lnTo>
                    <a:lnTo>
                      <a:pt x="995172" y="0"/>
                    </a:lnTo>
                    <a:close/>
                    <a:moveTo>
                      <a:pt x="367951" y="159830"/>
                    </a:moveTo>
                    <a:cubicBezTo>
                      <a:pt x="347282" y="137541"/>
                      <a:pt x="318135" y="126206"/>
                      <a:pt x="281273" y="126206"/>
                    </a:cubicBezTo>
                    <a:cubicBezTo>
                      <a:pt x="263462" y="126206"/>
                      <a:pt x="247079" y="129921"/>
                      <a:pt x="232410" y="137065"/>
                    </a:cubicBezTo>
                    <a:cubicBezTo>
                      <a:pt x="217742" y="144304"/>
                      <a:pt x="205264" y="154496"/>
                      <a:pt x="195358" y="167259"/>
                    </a:cubicBezTo>
                    <a:lnTo>
                      <a:pt x="191262" y="172498"/>
                    </a:lnTo>
                    <a:lnTo>
                      <a:pt x="191262" y="167831"/>
                    </a:lnTo>
                    <a:lnTo>
                      <a:pt x="191262" y="132017"/>
                    </a:lnTo>
                    <a:lnTo>
                      <a:pt x="117920" y="132017"/>
                    </a:lnTo>
                    <a:lnTo>
                      <a:pt x="117920" y="414814"/>
                    </a:lnTo>
                    <a:lnTo>
                      <a:pt x="191929" y="414814"/>
                    </a:lnTo>
                    <a:lnTo>
                      <a:pt x="191929" y="264128"/>
                    </a:lnTo>
                    <a:lnTo>
                      <a:pt x="192024" y="274606"/>
                    </a:lnTo>
                    <a:cubicBezTo>
                      <a:pt x="192024" y="272891"/>
                      <a:pt x="192024" y="271177"/>
                      <a:pt x="192119" y="269558"/>
                    </a:cubicBezTo>
                    <a:cubicBezTo>
                      <a:pt x="192881" y="243173"/>
                      <a:pt x="199454" y="223456"/>
                      <a:pt x="211741" y="210884"/>
                    </a:cubicBezTo>
                    <a:cubicBezTo>
                      <a:pt x="224790" y="197549"/>
                      <a:pt x="240697" y="190786"/>
                      <a:pt x="258985" y="190786"/>
                    </a:cubicBezTo>
                    <a:cubicBezTo>
                      <a:pt x="280511" y="190786"/>
                      <a:pt x="296894" y="197358"/>
                      <a:pt x="307753" y="210407"/>
                    </a:cubicBezTo>
                    <a:cubicBezTo>
                      <a:pt x="318421" y="223171"/>
                      <a:pt x="323850" y="241364"/>
                      <a:pt x="323945" y="264605"/>
                    </a:cubicBezTo>
                    <a:lnTo>
                      <a:pt x="323945" y="264605"/>
                    </a:lnTo>
                    <a:lnTo>
                      <a:pt x="323945" y="265176"/>
                    </a:lnTo>
                    <a:lnTo>
                      <a:pt x="323945" y="265271"/>
                    </a:lnTo>
                    <a:lnTo>
                      <a:pt x="323945" y="414814"/>
                    </a:lnTo>
                    <a:lnTo>
                      <a:pt x="399098" y="414814"/>
                    </a:lnTo>
                    <a:lnTo>
                      <a:pt x="399098" y="254222"/>
                    </a:lnTo>
                    <a:cubicBezTo>
                      <a:pt x="399193" y="213931"/>
                      <a:pt x="388620" y="182118"/>
                      <a:pt x="367951" y="159830"/>
                    </a:cubicBezTo>
                    <a:moveTo>
                      <a:pt x="881825" y="272796"/>
                    </a:moveTo>
                    <a:cubicBezTo>
                      <a:pt x="881825" y="252508"/>
                      <a:pt x="878205" y="233267"/>
                      <a:pt x="871061" y="215646"/>
                    </a:cubicBezTo>
                    <a:cubicBezTo>
                      <a:pt x="863918" y="198025"/>
                      <a:pt x="853821" y="182309"/>
                      <a:pt x="841057" y="168974"/>
                    </a:cubicBezTo>
                    <a:cubicBezTo>
                      <a:pt x="828294" y="155639"/>
                      <a:pt x="812768" y="145066"/>
                      <a:pt x="794957" y="137636"/>
                    </a:cubicBezTo>
                    <a:cubicBezTo>
                      <a:pt x="777145" y="130112"/>
                      <a:pt x="757238" y="126302"/>
                      <a:pt x="735806" y="126302"/>
                    </a:cubicBezTo>
                    <a:cubicBezTo>
                      <a:pt x="715518" y="126302"/>
                      <a:pt x="696182" y="130207"/>
                      <a:pt x="678371" y="137922"/>
                    </a:cubicBezTo>
                    <a:cubicBezTo>
                      <a:pt x="660559" y="145637"/>
                      <a:pt x="644843" y="156210"/>
                      <a:pt x="631698" y="169355"/>
                    </a:cubicBezTo>
                    <a:cubicBezTo>
                      <a:pt x="618554" y="182499"/>
                      <a:pt x="607981" y="198215"/>
                      <a:pt x="600266" y="216027"/>
                    </a:cubicBezTo>
                    <a:cubicBezTo>
                      <a:pt x="592550" y="233839"/>
                      <a:pt x="588645" y="253175"/>
                      <a:pt x="588645" y="273463"/>
                    </a:cubicBezTo>
                    <a:cubicBezTo>
                      <a:pt x="588645" y="293751"/>
                      <a:pt x="592360" y="313087"/>
                      <a:pt x="599694" y="330899"/>
                    </a:cubicBezTo>
                    <a:cubicBezTo>
                      <a:pt x="607028" y="348710"/>
                      <a:pt x="617315" y="364426"/>
                      <a:pt x="630269" y="377571"/>
                    </a:cubicBezTo>
                    <a:cubicBezTo>
                      <a:pt x="643223" y="390716"/>
                      <a:pt x="659130" y="401288"/>
                      <a:pt x="677513" y="409004"/>
                    </a:cubicBezTo>
                    <a:cubicBezTo>
                      <a:pt x="695897" y="416719"/>
                      <a:pt x="716280" y="420624"/>
                      <a:pt x="738092" y="420624"/>
                    </a:cubicBezTo>
                    <a:cubicBezTo>
                      <a:pt x="801148" y="420624"/>
                      <a:pt x="840391" y="391954"/>
                      <a:pt x="863918" y="365093"/>
                    </a:cubicBezTo>
                    <a:lnTo>
                      <a:pt x="810292" y="324231"/>
                    </a:lnTo>
                    <a:cubicBezTo>
                      <a:pt x="798957" y="337661"/>
                      <a:pt x="772192" y="355854"/>
                      <a:pt x="738664" y="355854"/>
                    </a:cubicBezTo>
                    <a:cubicBezTo>
                      <a:pt x="717614" y="355854"/>
                      <a:pt x="700373" y="350996"/>
                      <a:pt x="687229" y="341376"/>
                    </a:cubicBezTo>
                    <a:cubicBezTo>
                      <a:pt x="674084" y="331756"/>
                      <a:pt x="665036" y="318611"/>
                      <a:pt x="660368" y="302133"/>
                    </a:cubicBezTo>
                    <a:lnTo>
                      <a:pt x="659606" y="299466"/>
                    </a:lnTo>
                    <a:lnTo>
                      <a:pt x="881825" y="299466"/>
                    </a:lnTo>
                    <a:lnTo>
                      <a:pt x="881825" y="272796"/>
                    </a:lnTo>
                    <a:close/>
                    <a:moveTo>
                      <a:pt x="660368" y="246793"/>
                    </a:moveTo>
                    <a:cubicBezTo>
                      <a:pt x="660368" y="226124"/>
                      <a:pt x="684086" y="189929"/>
                      <a:pt x="735330" y="189929"/>
                    </a:cubicBezTo>
                    <a:cubicBezTo>
                      <a:pt x="786575" y="189929"/>
                      <a:pt x="810387" y="226028"/>
                      <a:pt x="810387" y="246698"/>
                    </a:cubicBezTo>
                    <a:lnTo>
                      <a:pt x="660368" y="24679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E6ED56C7-8502-4EC0-A864-040B8DB9D862}"/>
                  </a:ext>
                </a:extLst>
              </p:cNvPr>
              <p:cNvSpPr/>
              <p:nvPr/>
            </p:nvSpPr>
            <p:spPr>
              <a:xfrm>
                <a:off x="2358770" y="6728469"/>
                <a:ext cx="79057" cy="79057"/>
              </a:xfrm>
              <a:custGeom>
                <a:avLst/>
                <a:gdLst>
                  <a:gd name="connsiteX0" fmla="*/ 39529 w 79057"/>
                  <a:gd name="connsiteY0" fmla="*/ 5620 h 79057"/>
                  <a:gd name="connsiteX1" fmla="*/ 73438 w 79057"/>
                  <a:gd name="connsiteY1" fmla="*/ 39529 h 79057"/>
                  <a:gd name="connsiteX2" fmla="*/ 39529 w 79057"/>
                  <a:gd name="connsiteY2" fmla="*/ 73438 h 79057"/>
                  <a:gd name="connsiteX3" fmla="*/ 5620 w 79057"/>
                  <a:gd name="connsiteY3" fmla="*/ 39529 h 79057"/>
                  <a:gd name="connsiteX4" fmla="*/ 39529 w 79057"/>
                  <a:gd name="connsiteY4" fmla="*/ 5620 h 79057"/>
                  <a:gd name="connsiteX5" fmla="*/ 39529 w 79057"/>
                  <a:gd name="connsiteY5" fmla="*/ 0 h 79057"/>
                  <a:gd name="connsiteX6" fmla="*/ 0 w 79057"/>
                  <a:gd name="connsiteY6" fmla="*/ 39529 h 79057"/>
                  <a:gd name="connsiteX7" fmla="*/ 39529 w 79057"/>
                  <a:gd name="connsiteY7" fmla="*/ 79058 h 79057"/>
                  <a:gd name="connsiteX8" fmla="*/ 79058 w 79057"/>
                  <a:gd name="connsiteY8" fmla="*/ 39529 h 79057"/>
                  <a:gd name="connsiteX9" fmla="*/ 39529 w 79057"/>
                  <a:gd name="connsiteY9" fmla="*/ 0 h 79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057" h="79057">
                    <a:moveTo>
                      <a:pt x="39529" y="5620"/>
                    </a:moveTo>
                    <a:cubicBezTo>
                      <a:pt x="58198" y="5620"/>
                      <a:pt x="73438" y="20860"/>
                      <a:pt x="73438" y="39529"/>
                    </a:cubicBezTo>
                    <a:cubicBezTo>
                      <a:pt x="73438" y="58198"/>
                      <a:pt x="58198" y="73438"/>
                      <a:pt x="39529" y="73438"/>
                    </a:cubicBezTo>
                    <a:cubicBezTo>
                      <a:pt x="20860" y="73438"/>
                      <a:pt x="5620" y="58198"/>
                      <a:pt x="5620" y="39529"/>
                    </a:cubicBezTo>
                    <a:cubicBezTo>
                      <a:pt x="5620" y="20860"/>
                      <a:pt x="20860" y="5620"/>
                      <a:pt x="39529" y="5620"/>
                    </a:cubicBezTo>
                    <a:moveTo>
                      <a:pt x="39529" y="0"/>
                    </a:moveTo>
                    <a:cubicBezTo>
                      <a:pt x="17717" y="0"/>
                      <a:pt x="0" y="17717"/>
                      <a:pt x="0" y="39529"/>
                    </a:cubicBezTo>
                    <a:cubicBezTo>
                      <a:pt x="0" y="61341"/>
                      <a:pt x="17717" y="79058"/>
                      <a:pt x="39529" y="79058"/>
                    </a:cubicBezTo>
                    <a:cubicBezTo>
                      <a:pt x="61341" y="79058"/>
                      <a:pt x="79058" y="61341"/>
                      <a:pt x="79058" y="39529"/>
                    </a:cubicBezTo>
                    <a:cubicBezTo>
                      <a:pt x="79058" y="17717"/>
                      <a:pt x="61341" y="0"/>
                      <a:pt x="39529" y="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C77F18A-71EB-4B46-8C22-E5C1ACCE6C40}"/>
                  </a:ext>
                </a:extLst>
              </p:cNvPr>
              <p:cNvSpPr/>
              <p:nvPr/>
            </p:nvSpPr>
            <p:spPr>
              <a:xfrm>
                <a:off x="2384869" y="6748090"/>
                <a:ext cx="30765" cy="39528"/>
              </a:xfrm>
              <a:custGeom>
                <a:avLst/>
                <a:gdLst>
                  <a:gd name="connsiteX0" fmla="*/ 16383 w 30765"/>
                  <a:gd name="connsiteY0" fmla="*/ 95 h 39528"/>
                  <a:gd name="connsiteX1" fmla="*/ 23051 w 30765"/>
                  <a:gd name="connsiteY1" fmla="*/ 1715 h 39528"/>
                  <a:gd name="connsiteX2" fmla="*/ 27718 w 30765"/>
                  <a:gd name="connsiteY2" fmla="*/ 6191 h 39528"/>
                  <a:gd name="connsiteX3" fmla="*/ 29337 w 30765"/>
                  <a:gd name="connsiteY3" fmla="*/ 12478 h 39528"/>
                  <a:gd name="connsiteX4" fmla="*/ 27146 w 30765"/>
                  <a:gd name="connsiteY4" fmla="*/ 19622 h 39528"/>
                  <a:gd name="connsiteX5" fmla="*/ 21812 w 30765"/>
                  <a:gd name="connsiteY5" fmla="*/ 23717 h 39528"/>
                  <a:gd name="connsiteX6" fmla="*/ 30766 w 30765"/>
                  <a:gd name="connsiteY6" fmla="*/ 39529 h 39528"/>
                  <a:gd name="connsiteX7" fmla="*/ 23717 w 30765"/>
                  <a:gd name="connsiteY7" fmla="*/ 39529 h 39528"/>
                  <a:gd name="connsiteX8" fmla="*/ 15526 w 30765"/>
                  <a:gd name="connsiteY8" fmla="*/ 24860 h 39528"/>
                  <a:gd name="connsiteX9" fmla="*/ 6191 w 30765"/>
                  <a:gd name="connsiteY9" fmla="*/ 24860 h 39528"/>
                  <a:gd name="connsiteX10" fmla="*/ 6191 w 30765"/>
                  <a:gd name="connsiteY10" fmla="*/ 39529 h 39528"/>
                  <a:gd name="connsiteX11" fmla="*/ 0 w 30765"/>
                  <a:gd name="connsiteY11" fmla="*/ 39529 h 39528"/>
                  <a:gd name="connsiteX12" fmla="*/ 0 w 30765"/>
                  <a:gd name="connsiteY12" fmla="*/ 0 h 39528"/>
                  <a:gd name="connsiteX13" fmla="*/ 16383 w 30765"/>
                  <a:gd name="connsiteY13" fmla="*/ 0 h 39528"/>
                  <a:gd name="connsiteX14" fmla="*/ 16383 w 30765"/>
                  <a:gd name="connsiteY14" fmla="*/ 19336 h 39528"/>
                  <a:gd name="connsiteX15" fmla="*/ 19907 w 30765"/>
                  <a:gd name="connsiteY15" fmla="*/ 18478 h 39528"/>
                  <a:gd name="connsiteX16" fmla="*/ 22289 w 30765"/>
                  <a:gd name="connsiteY16" fmla="*/ 16097 h 39528"/>
                  <a:gd name="connsiteX17" fmla="*/ 23146 w 30765"/>
                  <a:gd name="connsiteY17" fmla="*/ 12573 h 39528"/>
                  <a:gd name="connsiteX18" fmla="*/ 22289 w 30765"/>
                  <a:gd name="connsiteY18" fmla="*/ 9049 h 39528"/>
                  <a:gd name="connsiteX19" fmla="*/ 19907 w 30765"/>
                  <a:gd name="connsiteY19" fmla="*/ 6668 h 39528"/>
                  <a:gd name="connsiteX20" fmla="*/ 16383 w 30765"/>
                  <a:gd name="connsiteY20" fmla="*/ 5810 h 39528"/>
                  <a:gd name="connsiteX21" fmla="*/ 6191 w 30765"/>
                  <a:gd name="connsiteY21" fmla="*/ 5810 h 39528"/>
                  <a:gd name="connsiteX22" fmla="*/ 6191 w 30765"/>
                  <a:gd name="connsiteY22" fmla="*/ 19336 h 39528"/>
                  <a:gd name="connsiteX23" fmla="*/ 16383 w 30765"/>
                  <a:gd name="connsiteY23" fmla="*/ 19336 h 39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765" h="39528">
                    <a:moveTo>
                      <a:pt x="16383" y="95"/>
                    </a:moveTo>
                    <a:cubicBezTo>
                      <a:pt x="18860" y="95"/>
                      <a:pt x="21050" y="667"/>
                      <a:pt x="23051" y="1715"/>
                    </a:cubicBezTo>
                    <a:cubicBezTo>
                      <a:pt x="25051" y="2762"/>
                      <a:pt x="26575" y="4286"/>
                      <a:pt x="27718" y="6191"/>
                    </a:cubicBezTo>
                    <a:cubicBezTo>
                      <a:pt x="28861" y="8096"/>
                      <a:pt x="29337" y="10192"/>
                      <a:pt x="29337" y="12478"/>
                    </a:cubicBezTo>
                    <a:cubicBezTo>
                      <a:pt x="29337" y="15335"/>
                      <a:pt x="28575" y="17717"/>
                      <a:pt x="27146" y="19622"/>
                    </a:cubicBezTo>
                    <a:cubicBezTo>
                      <a:pt x="25718" y="21527"/>
                      <a:pt x="23908" y="22860"/>
                      <a:pt x="21812" y="23717"/>
                    </a:cubicBezTo>
                    <a:lnTo>
                      <a:pt x="30766" y="39529"/>
                    </a:lnTo>
                    <a:lnTo>
                      <a:pt x="23717" y="39529"/>
                    </a:lnTo>
                    <a:lnTo>
                      <a:pt x="15526" y="24860"/>
                    </a:lnTo>
                    <a:lnTo>
                      <a:pt x="6191" y="24860"/>
                    </a:lnTo>
                    <a:lnTo>
                      <a:pt x="6191" y="39529"/>
                    </a:lnTo>
                    <a:lnTo>
                      <a:pt x="0" y="39529"/>
                    </a:lnTo>
                    <a:lnTo>
                      <a:pt x="0" y="0"/>
                    </a:lnTo>
                    <a:lnTo>
                      <a:pt x="16383" y="0"/>
                    </a:lnTo>
                    <a:close/>
                    <a:moveTo>
                      <a:pt x="16383" y="19336"/>
                    </a:moveTo>
                    <a:cubicBezTo>
                      <a:pt x="17717" y="19336"/>
                      <a:pt x="18860" y="19050"/>
                      <a:pt x="19907" y="18478"/>
                    </a:cubicBezTo>
                    <a:cubicBezTo>
                      <a:pt x="20955" y="17907"/>
                      <a:pt x="21717" y="17050"/>
                      <a:pt x="22289" y="16097"/>
                    </a:cubicBezTo>
                    <a:cubicBezTo>
                      <a:pt x="22860" y="15050"/>
                      <a:pt x="23146" y="13906"/>
                      <a:pt x="23146" y="12573"/>
                    </a:cubicBezTo>
                    <a:cubicBezTo>
                      <a:pt x="23146" y="11240"/>
                      <a:pt x="22860" y="10097"/>
                      <a:pt x="22289" y="9049"/>
                    </a:cubicBezTo>
                    <a:cubicBezTo>
                      <a:pt x="21717" y="8001"/>
                      <a:pt x="20860" y="7239"/>
                      <a:pt x="19907" y="6668"/>
                    </a:cubicBezTo>
                    <a:cubicBezTo>
                      <a:pt x="18860" y="6096"/>
                      <a:pt x="17717" y="5810"/>
                      <a:pt x="16383" y="5810"/>
                    </a:cubicBezTo>
                    <a:lnTo>
                      <a:pt x="6191" y="5810"/>
                    </a:lnTo>
                    <a:lnTo>
                      <a:pt x="6191" y="19336"/>
                    </a:lnTo>
                    <a:lnTo>
                      <a:pt x="16383" y="1933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58CE26D-A586-4A86-AA98-B9D850FBFCD7}"/>
                </a:ext>
              </a:extLst>
            </p:cNvPr>
            <p:cNvSpPr/>
            <p:nvPr userDrawn="1"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CE63CF4-E38C-42FE-9C75-CB2B3DEB5FBD}"/>
                </a:ext>
              </a:extLst>
            </p:cNvPr>
            <p:cNvSpPr/>
            <p:nvPr userDrawn="1"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7E1EECF-CDF6-475D-8C89-D59E9C677475}"/>
                </a:ext>
              </a:extLst>
            </p:cNvPr>
            <p:cNvSpPr/>
            <p:nvPr userDrawn="1"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3AA05A6-FEDA-41DC-B943-5B1F42A56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3803" y="0"/>
            <a:ext cx="4325371" cy="6392520"/>
            <a:chOff x="573803" y="0"/>
            <a:chExt cx="4325371" cy="63925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200040-B841-47B7-8555-E0299CDC24FA}"/>
                </a:ext>
              </a:extLst>
            </p:cNvPr>
            <p:cNvSpPr/>
            <p:nvPr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AD8DF60-7E0A-43C5-81B6-9B3522A7A826}"/>
                </a:ext>
              </a:extLst>
            </p:cNvPr>
            <p:cNvGrpSpPr/>
            <p:nvPr/>
          </p:nvGrpSpPr>
          <p:grpSpPr>
            <a:xfrm>
              <a:off x="1468406" y="5995719"/>
              <a:ext cx="1059754" cy="396801"/>
              <a:chOff x="1314450" y="6391094"/>
              <a:chExt cx="1123377" cy="420623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0AC5EDAF-1FA5-4CEA-99CA-7D0E1F5DDF81}"/>
                  </a:ext>
                </a:extLst>
              </p:cNvPr>
              <p:cNvSpPr/>
              <p:nvPr/>
            </p:nvSpPr>
            <p:spPr>
              <a:xfrm>
                <a:off x="1314450" y="6396809"/>
                <a:ext cx="78581" cy="78581"/>
              </a:xfrm>
              <a:custGeom>
                <a:avLst/>
                <a:gdLst>
                  <a:gd name="connsiteX0" fmla="*/ 0 w 78581"/>
                  <a:gd name="connsiteY0" fmla="*/ 0 h 78581"/>
                  <a:gd name="connsiteX1" fmla="*/ 78581 w 78581"/>
                  <a:gd name="connsiteY1" fmla="*/ 0 h 78581"/>
                  <a:gd name="connsiteX2" fmla="*/ 78581 w 78581"/>
                  <a:gd name="connsiteY2" fmla="*/ 78581 h 78581"/>
                  <a:gd name="connsiteX3" fmla="*/ 0 w 78581"/>
                  <a:gd name="connsiteY3" fmla="*/ 78581 h 78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rgbClr val="00B2E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5731A324-874D-4D3D-95F1-8AE3303E2272}"/>
                  </a:ext>
                </a:extLst>
              </p:cNvPr>
              <p:cNvSpPr/>
              <p:nvPr/>
            </p:nvSpPr>
            <p:spPr>
              <a:xfrm>
                <a:off x="1316545" y="6391094"/>
                <a:ext cx="995171" cy="420623"/>
              </a:xfrm>
              <a:custGeom>
                <a:avLst/>
                <a:gdLst>
                  <a:gd name="connsiteX0" fmla="*/ 74486 w 995171"/>
                  <a:gd name="connsiteY0" fmla="*/ 131921 h 420623"/>
                  <a:gd name="connsiteX1" fmla="*/ 0 w 995171"/>
                  <a:gd name="connsiteY1" fmla="*/ 131921 h 420623"/>
                  <a:gd name="connsiteX2" fmla="*/ 0 w 995171"/>
                  <a:gd name="connsiteY2" fmla="*/ 414719 h 420623"/>
                  <a:gd name="connsiteX3" fmla="*/ 74486 w 995171"/>
                  <a:gd name="connsiteY3" fmla="*/ 414719 h 420623"/>
                  <a:gd name="connsiteX4" fmla="*/ 74486 w 995171"/>
                  <a:gd name="connsiteY4" fmla="*/ 131921 h 420623"/>
                  <a:gd name="connsiteX5" fmla="*/ 568262 w 995171"/>
                  <a:gd name="connsiteY5" fmla="*/ 417576 h 420623"/>
                  <a:gd name="connsiteX6" fmla="*/ 568262 w 995171"/>
                  <a:gd name="connsiteY6" fmla="*/ 348234 h 420623"/>
                  <a:gd name="connsiteX7" fmla="*/ 541306 w 995171"/>
                  <a:gd name="connsiteY7" fmla="*/ 346520 h 420623"/>
                  <a:gd name="connsiteX8" fmla="*/ 523780 w 995171"/>
                  <a:gd name="connsiteY8" fmla="*/ 338804 h 420623"/>
                  <a:gd name="connsiteX9" fmla="*/ 516065 w 995171"/>
                  <a:gd name="connsiteY9" fmla="*/ 321945 h 420623"/>
                  <a:gd name="connsiteX10" fmla="*/ 514350 w 995171"/>
                  <a:gd name="connsiteY10" fmla="*/ 294608 h 420623"/>
                  <a:gd name="connsiteX11" fmla="*/ 514350 w 995171"/>
                  <a:gd name="connsiteY11" fmla="*/ 195644 h 420623"/>
                  <a:gd name="connsiteX12" fmla="*/ 568262 w 995171"/>
                  <a:gd name="connsiteY12" fmla="*/ 195644 h 420623"/>
                  <a:gd name="connsiteX13" fmla="*/ 568262 w 995171"/>
                  <a:gd name="connsiteY13" fmla="*/ 131921 h 420623"/>
                  <a:gd name="connsiteX14" fmla="*/ 514350 w 995171"/>
                  <a:gd name="connsiteY14" fmla="*/ 131921 h 420623"/>
                  <a:gd name="connsiteX15" fmla="*/ 514350 w 995171"/>
                  <a:gd name="connsiteY15" fmla="*/ 21812 h 420623"/>
                  <a:gd name="connsiteX16" fmla="*/ 439865 w 995171"/>
                  <a:gd name="connsiteY16" fmla="*/ 21812 h 420623"/>
                  <a:gd name="connsiteX17" fmla="*/ 439865 w 995171"/>
                  <a:gd name="connsiteY17" fmla="*/ 295180 h 420623"/>
                  <a:gd name="connsiteX18" fmla="*/ 445865 w 995171"/>
                  <a:gd name="connsiteY18" fmla="*/ 353473 h 420623"/>
                  <a:gd name="connsiteX19" fmla="*/ 465677 w 995171"/>
                  <a:gd name="connsiteY19" fmla="*/ 391001 h 420623"/>
                  <a:gd name="connsiteX20" fmla="*/ 502063 w 995171"/>
                  <a:gd name="connsiteY20" fmla="*/ 411385 h 420623"/>
                  <a:gd name="connsiteX21" fmla="*/ 558927 w 995171"/>
                  <a:gd name="connsiteY21" fmla="*/ 417671 h 420623"/>
                  <a:gd name="connsiteX22" fmla="*/ 568262 w 995171"/>
                  <a:gd name="connsiteY22" fmla="*/ 417671 h 420623"/>
                  <a:gd name="connsiteX23" fmla="*/ 995172 w 995171"/>
                  <a:gd name="connsiteY23" fmla="*/ 0 h 420623"/>
                  <a:gd name="connsiteX24" fmla="*/ 920687 w 995171"/>
                  <a:gd name="connsiteY24" fmla="*/ 0 h 420623"/>
                  <a:gd name="connsiteX25" fmla="*/ 920687 w 995171"/>
                  <a:gd name="connsiteY25" fmla="*/ 414719 h 420623"/>
                  <a:gd name="connsiteX26" fmla="*/ 995172 w 995171"/>
                  <a:gd name="connsiteY26" fmla="*/ 414719 h 420623"/>
                  <a:gd name="connsiteX27" fmla="*/ 995172 w 995171"/>
                  <a:gd name="connsiteY27" fmla="*/ 0 h 420623"/>
                  <a:gd name="connsiteX28" fmla="*/ 367951 w 995171"/>
                  <a:gd name="connsiteY28" fmla="*/ 159830 h 420623"/>
                  <a:gd name="connsiteX29" fmla="*/ 281273 w 995171"/>
                  <a:gd name="connsiteY29" fmla="*/ 126206 h 420623"/>
                  <a:gd name="connsiteX30" fmla="*/ 232410 w 995171"/>
                  <a:gd name="connsiteY30" fmla="*/ 137065 h 420623"/>
                  <a:gd name="connsiteX31" fmla="*/ 195358 w 995171"/>
                  <a:gd name="connsiteY31" fmla="*/ 167259 h 420623"/>
                  <a:gd name="connsiteX32" fmla="*/ 191262 w 995171"/>
                  <a:gd name="connsiteY32" fmla="*/ 172498 h 420623"/>
                  <a:gd name="connsiteX33" fmla="*/ 191262 w 995171"/>
                  <a:gd name="connsiteY33" fmla="*/ 167831 h 420623"/>
                  <a:gd name="connsiteX34" fmla="*/ 191262 w 995171"/>
                  <a:gd name="connsiteY34" fmla="*/ 132017 h 420623"/>
                  <a:gd name="connsiteX35" fmla="*/ 117920 w 995171"/>
                  <a:gd name="connsiteY35" fmla="*/ 132017 h 420623"/>
                  <a:gd name="connsiteX36" fmla="*/ 117920 w 995171"/>
                  <a:gd name="connsiteY36" fmla="*/ 414814 h 420623"/>
                  <a:gd name="connsiteX37" fmla="*/ 191929 w 995171"/>
                  <a:gd name="connsiteY37" fmla="*/ 414814 h 420623"/>
                  <a:gd name="connsiteX38" fmla="*/ 191929 w 995171"/>
                  <a:gd name="connsiteY38" fmla="*/ 264128 h 420623"/>
                  <a:gd name="connsiteX39" fmla="*/ 192024 w 995171"/>
                  <a:gd name="connsiteY39" fmla="*/ 274606 h 420623"/>
                  <a:gd name="connsiteX40" fmla="*/ 192119 w 995171"/>
                  <a:gd name="connsiteY40" fmla="*/ 269558 h 420623"/>
                  <a:gd name="connsiteX41" fmla="*/ 211741 w 995171"/>
                  <a:gd name="connsiteY41" fmla="*/ 210884 h 420623"/>
                  <a:gd name="connsiteX42" fmla="*/ 258985 w 995171"/>
                  <a:gd name="connsiteY42" fmla="*/ 190786 h 420623"/>
                  <a:gd name="connsiteX43" fmla="*/ 307753 w 995171"/>
                  <a:gd name="connsiteY43" fmla="*/ 210407 h 420623"/>
                  <a:gd name="connsiteX44" fmla="*/ 323945 w 995171"/>
                  <a:gd name="connsiteY44" fmla="*/ 264605 h 420623"/>
                  <a:gd name="connsiteX45" fmla="*/ 323945 w 995171"/>
                  <a:gd name="connsiteY45" fmla="*/ 264605 h 420623"/>
                  <a:gd name="connsiteX46" fmla="*/ 323945 w 995171"/>
                  <a:gd name="connsiteY46" fmla="*/ 265176 h 420623"/>
                  <a:gd name="connsiteX47" fmla="*/ 323945 w 995171"/>
                  <a:gd name="connsiteY47" fmla="*/ 265271 h 420623"/>
                  <a:gd name="connsiteX48" fmla="*/ 323945 w 995171"/>
                  <a:gd name="connsiteY48" fmla="*/ 414814 h 420623"/>
                  <a:gd name="connsiteX49" fmla="*/ 399098 w 995171"/>
                  <a:gd name="connsiteY49" fmla="*/ 414814 h 420623"/>
                  <a:gd name="connsiteX50" fmla="*/ 399098 w 995171"/>
                  <a:gd name="connsiteY50" fmla="*/ 254222 h 420623"/>
                  <a:gd name="connsiteX51" fmla="*/ 367951 w 995171"/>
                  <a:gd name="connsiteY51" fmla="*/ 159830 h 420623"/>
                  <a:gd name="connsiteX52" fmla="*/ 881825 w 995171"/>
                  <a:gd name="connsiteY52" fmla="*/ 272796 h 420623"/>
                  <a:gd name="connsiteX53" fmla="*/ 871061 w 995171"/>
                  <a:gd name="connsiteY53" fmla="*/ 215646 h 420623"/>
                  <a:gd name="connsiteX54" fmla="*/ 841057 w 995171"/>
                  <a:gd name="connsiteY54" fmla="*/ 168974 h 420623"/>
                  <a:gd name="connsiteX55" fmla="*/ 794957 w 995171"/>
                  <a:gd name="connsiteY55" fmla="*/ 137636 h 420623"/>
                  <a:gd name="connsiteX56" fmla="*/ 735806 w 995171"/>
                  <a:gd name="connsiteY56" fmla="*/ 126302 h 420623"/>
                  <a:gd name="connsiteX57" fmla="*/ 678371 w 995171"/>
                  <a:gd name="connsiteY57" fmla="*/ 137922 h 420623"/>
                  <a:gd name="connsiteX58" fmla="*/ 631698 w 995171"/>
                  <a:gd name="connsiteY58" fmla="*/ 169355 h 420623"/>
                  <a:gd name="connsiteX59" fmla="*/ 600266 w 995171"/>
                  <a:gd name="connsiteY59" fmla="*/ 216027 h 420623"/>
                  <a:gd name="connsiteX60" fmla="*/ 588645 w 995171"/>
                  <a:gd name="connsiteY60" fmla="*/ 273463 h 420623"/>
                  <a:gd name="connsiteX61" fmla="*/ 599694 w 995171"/>
                  <a:gd name="connsiteY61" fmla="*/ 330899 h 420623"/>
                  <a:gd name="connsiteX62" fmla="*/ 630269 w 995171"/>
                  <a:gd name="connsiteY62" fmla="*/ 377571 h 420623"/>
                  <a:gd name="connsiteX63" fmla="*/ 677513 w 995171"/>
                  <a:gd name="connsiteY63" fmla="*/ 409004 h 420623"/>
                  <a:gd name="connsiteX64" fmla="*/ 738092 w 995171"/>
                  <a:gd name="connsiteY64" fmla="*/ 420624 h 420623"/>
                  <a:gd name="connsiteX65" fmla="*/ 863918 w 995171"/>
                  <a:gd name="connsiteY65" fmla="*/ 365093 h 420623"/>
                  <a:gd name="connsiteX66" fmla="*/ 810292 w 995171"/>
                  <a:gd name="connsiteY66" fmla="*/ 324231 h 420623"/>
                  <a:gd name="connsiteX67" fmla="*/ 738664 w 995171"/>
                  <a:gd name="connsiteY67" fmla="*/ 355854 h 420623"/>
                  <a:gd name="connsiteX68" fmla="*/ 687229 w 995171"/>
                  <a:gd name="connsiteY68" fmla="*/ 341376 h 420623"/>
                  <a:gd name="connsiteX69" fmla="*/ 660368 w 995171"/>
                  <a:gd name="connsiteY69" fmla="*/ 302133 h 420623"/>
                  <a:gd name="connsiteX70" fmla="*/ 659606 w 995171"/>
                  <a:gd name="connsiteY70" fmla="*/ 299466 h 420623"/>
                  <a:gd name="connsiteX71" fmla="*/ 881825 w 995171"/>
                  <a:gd name="connsiteY71" fmla="*/ 299466 h 420623"/>
                  <a:gd name="connsiteX72" fmla="*/ 881825 w 995171"/>
                  <a:gd name="connsiteY72" fmla="*/ 272796 h 420623"/>
                  <a:gd name="connsiteX73" fmla="*/ 660368 w 995171"/>
                  <a:gd name="connsiteY73" fmla="*/ 246793 h 420623"/>
                  <a:gd name="connsiteX74" fmla="*/ 735330 w 995171"/>
                  <a:gd name="connsiteY74" fmla="*/ 189929 h 420623"/>
                  <a:gd name="connsiteX75" fmla="*/ 810387 w 995171"/>
                  <a:gd name="connsiteY75" fmla="*/ 246698 h 420623"/>
                  <a:gd name="connsiteX76" fmla="*/ 660368 w 995171"/>
                  <a:gd name="connsiteY76" fmla="*/ 246793 h 420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995171" h="420623">
                    <a:moveTo>
                      <a:pt x="74486" y="131921"/>
                    </a:moveTo>
                    <a:lnTo>
                      <a:pt x="0" y="131921"/>
                    </a:lnTo>
                    <a:lnTo>
                      <a:pt x="0" y="414719"/>
                    </a:lnTo>
                    <a:lnTo>
                      <a:pt x="74486" y="414719"/>
                    </a:lnTo>
                    <a:lnTo>
                      <a:pt x="74486" y="131921"/>
                    </a:lnTo>
                    <a:close/>
                    <a:moveTo>
                      <a:pt x="568262" y="417576"/>
                    </a:moveTo>
                    <a:lnTo>
                      <a:pt x="568262" y="348234"/>
                    </a:lnTo>
                    <a:cubicBezTo>
                      <a:pt x="557308" y="348139"/>
                      <a:pt x="548259" y="347567"/>
                      <a:pt x="541306" y="346520"/>
                    </a:cubicBezTo>
                    <a:cubicBezTo>
                      <a:pt x="533591" y="345281"/>
                      <a:pt x="527685" y="342710"/>
                      <a:pt x="523780" y="338804"/>
                    </a:cubicBezTo>
                    <a:cubicBezTo>
                      <a:pt x="519875" y="334899"/>
                      <a:pt x="517303" y="329184"/>
                      <a:pt x="516065" y="321945"/>
                    </a:cubicBezTo>
                    <a:cubicBezTo>
                      <a:pt x="514922" y="314992"/>
                      <a:pt x="514350" y="305753"/>
                      <a:pt x="514350" y="294608"/>
                    </a:cubicBezTo>
                    <a:lnTo>
                      <a:pt x="514350" y="195644"/>
                    </a:lnTo>
                    <a:lnTo>
                      <a:pt x="568262" y="195644"/>
                    </a:lnTo>
                    <a:lnTo>
                      <a:pt x="568262" y="131921"/>
                    </a:lnTo>
                    <a:lnTo>
                      <a:pt x="514350" y="131921"/>
                    </a:lnTo>
                    <a:lnTo>
                      <a:pt x="514350" y="21812"/>
                    </a:lnTo>
                    <a:lnTo>
                      <a:pt x="439865" y="21812"/>
                    </a:lnTo>
                    <a:lnTo>
                      <a:pt x="439865" y="295180"/>
                    </a:lnTo>
                    <a:cubicBezTo>
                      <a:pt x="439865" y="318230"/>
                      <a:pt x="441865" y="337852"/>
                      <a:pt x="445865" y="353473"/>
                    </a:cubicBezTo>
                    <a:cubicBezTo>
                      <a:pt x="449771" y="368903"/>
                      <a:pt x="456438" y="381572"/>
                      <a:pt x="465677" y="391001"/>
                    </a:cubicBezTo>
                    <a:cubicBezTo>
                      <a:pt x="474917" y="400431"/>
                      <a:pt x="487204" y="407289"/>
                      <a:pt x="502063" y="411385"/>
                    </a:cubicBezTo>
                    <a:cubicBezTo>
                      <a:pt x="517112" y="415481"/>
                      <a:pt x="536258" y="417671"/>
                      <a:pt x="558927" y="417671"/>
                    </a:cubicBezTo>
                    <a:lnTo>
                      <a:pt x="568262" y="417671"/>
                    </a:lnTo>
                    <a:close/>
                    <a:moveTo>
                      <a:pt x="995172" y="0"/>
                    </a:moveTo>
                    <a:lnTo>
                      <a:pt x="920687" y="0"/>
                    </a:lnTo>
                    <a:lnTo>
                      <a:pt x="920687" y="414719"/>
                    </a:lnTo>
                    <a:lnTo>
                      <a:pt x="995172" y="414719"/>
                    </a:lnTo>
                    <a:lnTo>
                      <a:pt x="995172" y="0"/>
                    </a:lnTo>
                    <a:close/>
                    <a:moveTo>
                      <a:pt x="367951" y="159830"/>
                    </a:moveTo>
                    <a:cubicBezTo>
                      <a:pt x="347282" y="137541"/>
                      <a:pt x="318135" y="126206"/>
                      <a:pt x="281273" y="126206"/>
                    </a:cubicBezTo>
                    <a:cubicBezTo>
                      <a:pt x="263462" y="126206"/>
                      <a:pt x="247079" y="129921"/>
                      <a:pt x="232410" y="137065"/>
                    </a:cubicBezTo>
                    <a:cubicBezTo>
                      <a:pt x="217742" y="144304"/>
                      <a:pt x="205264" y="154496"/>
                      <a:pt x="195358" y="167259"/>
                    </a:cubicBezTo>
                    <a:lnTo>
                      <a:pt x="191262" y="172498"/>
                    </a:lnTo>
                    <a:lnTo>
                      <a:pt x="191262" y="167831"/>
                    </a:lnTo>
                    <a:lnTo>
                      <a:pt x="191262" y="132017"/>
                    </a:lnTo>
                    <a:lnTo>
                      <a:pt x="117920" y="132017"/>
                    </a:lnTo>
                    <a:lnTo>
                      <a:pt x="117920" y="414814"/>
                    </a:lnTo>
                    <a:lnTo>
                      <a:pt x="191929" y="414814"/>
                    </a:lnTo>
                    <a:lnTo>
                      <a:pt x="191929" y="264128"/>
                    </a:lnTo>
                    <a:lnTo>
                      <a:pt x="192024" y="274606"/>
                    </a:lnTo>
                    <a:cubicBezTo>
                      <a:pt x="192024" y="272891"/>
                      <a:pt x="192024" y="271177"/>
                      <a:pt x="192119" y="269558"/>
                    </a:cubicBezTo>
                    <a:cubicBezTo>
                      <a:pt x="192881" y="243173"/>
                      <a:pt x="199454" y="223456"/>
                      <a:pt x="211741" y="210884"/>
                    </a:cubicBezTo>
                    <a:cubicBezTo>
                      <a:pt x="224790" y="197549"/>
                      <a:pt x="240697" y="190786"/>
                      <a:pt x="258985" y="190786"/>
                    </a:cubicBezTo>
                    <a:cubicBezTo>
                      <a:pt x="280511" y="190786"/>
                      <a:pt x="296894" y="197358"/>
                      <a:pt x="307753" y="210407"/>
                    </a:cubicBezTo>
                    <a:cubicBezTo>
                      <a:pt x="318421" y="223171"/>
                      <a:pt x="323850" y="241364"/>
                      <a:pt x="323945" y="264605"/>
                    </a:cubicBezTo>
                    <a:lnTo>
                      <a:pt x="323945" y="264605"/>
                    </a:lnTo>
                    <a:lnTo>
                      <a:pt x="323945" y="265176"/>
                    </a:lnTo>
                    <a:lnTo>
                      <a:pt x="323945" y="265271"/>
                    </a:lnTo>
                    <a:lnTo>
                      <a:pt x="323945" y="414814"/>
                    </a:lnTo>
                    <a:lnTo>
                      <a:pt x="399098" y="414814"/>
                    </a:lnTo>
                    <a:lnTo>
                      <a:pt x="399098" y="254222"/>
                    </a:lnTo>
                    <a:cubicBezTo>
                      <a:pt x="399193" y="213931"/>
                      <a:pt x="388620" y="182118"/>
                      <a:pt x="367951" y="159830"/>
                    </a:cubicBezTo>
                    <a:moveTo>
                      <a:pt x="881825" y="272796"/>
                    </a:moveTo>
                    <a:cubicBezTo>
                      <a:pt x="881825" y="252508"/>
                      <a:pt x="878205" y="233267"/>
                      <a:pt x="871061" y="215646"/>
                    </a:cubicBezTo>
                    <a:cubicBezTo>
                      <a:pt x="863918" y="198025"/>
                      <a:pt x="853821" y="182309"/>
                      <a:pt x="841057" y="168974"/>
                    </a:cubicBezTo>
                    <a:cubicBezTo>
                      <a:pt x="828294" y="155639"/>
                      <a:pt x="812768" y="145066"/>
                      <a:pt x="794957" y="137636"/>
                    </a:cubicBezTo>
                    <a:cubicBezTo>
                      <a:pt x="777145" y="130112"/>
                      <a:pt x="757238" y="126302"/>
                      <a:pt x="735806" y="126302"/>
                    </a:cubicBezTo>
                    <a:cubicBezTo>
                      <a:pt x="715518" y="126302"/>
                      <a:pt x="696182" y="130207"/>
                      <a:pt x="678371" y="137922"/>
                    </a:cubicBezTo>
                    <a:cubicBezTo>
                      <a:pt x="660559" y="145637"/>
                      <a:pt x="644843" y="156210"/>
                      <a:pt x="631698" y="169355"/>
                    </a:cubicBezTo>
                    <a:cubicBezTo>
                      <a:pt x="618554" y="182499"/>
                      <a:pt x="607981" y="198215"/>
                      <a:pt x="600266" y="216027"/>
                    </a:cubicBezTo>
                    <a:cubicBezTo>
                      <a:pt x="592550" y="233839"/>
                      <a:pt x="588645" y="253175"/>
                      <a:pt x="588645" y="273463"/>
                    </a:cubicBezTo>
                    <a:cubicBezTo>
                      <a:pt x="588645" y="293751"/>
                      <a:pt x="592360" y="313087"/>
                      <a:pt x="599694" y="330899"/>
                    </a:cubicBezTo>
                    <a:cubicBezTo>
                      <a:pt x="607028" y="348710"/>
                      <a:pt x="617315" y="364426"/>
                      <a:pt x="630269" y="377571"/>
                    </a:cubicBezTo>
                    <a:cubicBezTo>
                      <a:pt x="643223" y="390716"/>
                      <a:pt x="659130" y="401288"/>
                      <a:pt x="677513" y="409004"/>
                    </a:cubicBezTo>
                    <a:cubicBezTo>
                      <a:pt x="695897" y="416719"/>
                      <a:pt x="716280" y="420624"/>
                      <a:pt x="738092" y="420624"/>
                    </a:cubicBezTo>
                    <a:cubicBezTo>
                      <a:pt x="801148" y="420624"/>
                      <a:pt x="840391" y="391954"/>
                      <a:pt x="863918" y="365093"/>
                    </a:cubicBezTo>
                    <a:lnTo>
                      <a:pt x="810292" y="324231"/>
                    </a:lnTo>
                    <a:cubicBezTo>
                      <a:pt x="798957" y="337661"/>
                      <a:pt x="772192" y="355854"/>
                      <a:pt x="738664" y="355854"/>
                    </a:cubicBezTo>
                    <a:cubicBezTo>
                      <a:pt x="717614" y="355854"/>
                      <a:pt x="700373" y="350996"/>
                      <a:pt x="687229" y="341376"/>
                    </a:cubicBezTo>
                    <a:cubicBezTo>
                      <a:pt x="674084" y="331756"/>
                      <a:pt x="665036" y="318611"/>
                      <a:pt x="660368" y="302133"/>
                    </a:cubicBezTo>
                    <a:lnTo>
                      <a:pt x="659606" y="299466"/>
                    </a:lnTo>
                    <a:lnTo>
                      <a:pt x="881825" y="299466"/>
                    </a:lnTo>
                    <a:lnTo>
                      <a:pt x="881825" y="272796"/>
                    </a:lnTo>
                    <a:close/>
                    <a:moveTo>
                      <a:pt x="660368" y="246793"/>
                    </a:moveTo>
                    <a:cubicBezTo>
                      <a:pt x="660368" y="226124"/>
                      <a:pt x="684086" y="189929"/>
                      <a:pt x="735330" y="189929"/>
                    </a:cubicBezTo>
                    <a:cubicBezTo>
                      <a:pt x="786575" y="189929"/>
                      <a:pt x="810387" y="226028"/>
                      <a:pt x="810387" y="246698"/>
                    </a:cubicBezTo>
                    <a:lnTo>
                      <a:pt x="660368" y="24679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34E3A93-BFC9-49AD-8CF7-7EDF2A13157E}"/>
                  </a:ext>
                </a:extLst>
              </p:cNvPr>
              <p:cNvSpPr/>
              <p:nvPr/>
            </p:nvSpPr>
            <p:spPr>
              <a:xfrm>
                <a:off x="2358770" y="6728469"/>
                <a:ext cx="79057" cy="79057"/>
              </a:xfrm>
              <a:custGeom>
                <a:avLst/>
                <a:gdLst>
                  <a:gd name="connsiteX0" fmla="*/ 39529 w 79057"/>
                  <a:gd name="connsiteY0" fmla="*/ 5620 h 79057"/>
                  <a:gd name="connsiteX1" fmla="*/ 73438 w 79057"/>
                  <a:gd name="connsiteY1" fmla="*/ 39529 h 79057"/>
                  <a:gd name="connsiteX2" fmla="*/ 39529 w 79057"/>
                  <a:gd name="connsiteY2" fmla="*/ 73438 h 79057"/>
                  <a:gd name="connsiteX3" fmla="*/ 5620 w 79057"/>
                  <a:gd name="connsiteY3" fmla="*/ 39529 h 79057"/>
                  <a:gd name="connsiteX4" fmla="*/ 39529 w 79057"/>
                  <a:gd name="connsiteY4" fmla="*/ 5620 h 79057"/>
                  <a:gd name="connsiteX5" fmla="*/ 39529 w 79057"/>
                  <a:gd name="connsiteY5" fmla="*/ 0 h 79057"/>
                  <a:gd name="connsiteX6" fmla="*/ 0 w 79057"/>
                  <a:gd name="connsiteY6" fmla="*/ 39529 h 79057"/>
                  <a:gd name="connsiteX7" fmla="*/ 39529 w 79057"/>
                  <a:gd name="connsiteY7" fmla="*/ 79058 h 79057"/>
                  <a:gd name="connsiteX8" fmla="*/ 79058 w 79057"/>
                  <a:gd name="connsiteY8" fmla="*/ 39529 h 79057"/>
                  <a:gd name="connsiteX9" fmla="*/ 39529 w 79057"/>
                  <a:gd name="connsiteY9" fmla="*/ 0 h 79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057" h="79057">
                    <a:moveTo>
                      <a:pt x="39529" y="5620"/>
                    </a:moveTo>
                    <a:cubicBezTo>
                      <a:pt x="58198" y="5620"/>
                      <a:pt x="73438" y="20860"/>
                      <a:pt x="73438" y="39529"/>
                    </a:cubicBezTo>
                    <a:cubicBezTo>
                      <a:pt x="73438" y="58198"/>
                      <a:pt x="58198" y="73438"/>
                      <a:pt x="39529" y="73438"/>
                    </a:cubicBezTo>
                    <a:cubicBezTo>
                      <a:pt x="20860" y="73438"/>
                      <a:pt x="5620" y="58198"/>
                      <a:pt x="5620" y="39529"/>
                    </a:cubicBezTo>
                    <a:cubicBezTo>
                      <a:pt x="5620" y="20860"/>
                      <a:pt x="20860" y="5620"/>
                      <a:pt x="39529" y="5620"/>
                    </a:cubicBezTo>
                    <a:moveTo>
                      <a:pt x="39529" y="0"/>
                    </a:moveTo>
                    <a:cubicBezTo>
                      <a:pt x="17717" y="0"/>
                      <a:pt x="0" y="17717"/>
                      <a:pt x="0" y="39529"/>
                    </a:cubicBezTo>
                    <a:cubicBezTo>
                      <a:pt x="0" y="61341"/>
                      <a:pt x="17717" y="79058"/>
                      <a:pt x="39529" y="79058"/>
                    </a:cubicBezTo>
                    <a:cubicBezTo>
                      <a:pt x="61341" y="79058"/>
                      <a:pt x="79058" y="61341"/>
                      <a:pt x="79058" y="39529"/>
                    </a:cubicBezTo>
                    <a:cubicBezTo>
                      <a:pt x="79058" y="17717"/>
                      <a:pt x="61341" y="0"/>
                      <a:pt x="39529" y="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839DD8F2-C56B-454C-9A84-A663F83DB6CE}"/>
                  </a:ext>
                </a:extLst>
              </p:cNvPr>
              <p:cNvSpPr/>
              <p:nvPr/>
            </p:nvSpPr>
            <p:spPr>
              <a:xfrm>
                <a:off x="2384869" y="6748090"/>
                <a:ext cx="30765" cy="39528"/>
              </a:xfrm>
              <a:custGeom>
                <a:avLst/>
                <a:gdLst>
                  <a:gd name="connsiteX0" fmla="*/ 16383 w 30765"/>
                  <a:gd name="connsiteY0" fmla="*/ 95 h 39528"/>
                  <a:gd name="connsiteX1" fmla="*/ 23051 w 30765"/>
                  <a:gd name="connsiteY1" fmla="*/ 1715 h 39528"/>
                  <a:gd name="connsiteX2" fmla="*/ 27718 w 30765"/>
                  <a:gd name="connsiteY2" fmla="*/ 6191 h 39528"/>
                  <a:gd name="connsiteX3" fmla="*/ 29337 w 30765"/>
                  <a:gd name="connsiteY3" fmla="*/ 12478 h 39528"/>
                  <a:gd name="connsiteX4" fmla="*/ 27146 w 30765"/>
                  <a:gd name="connsiteY4" fmla="*/ 19622 h 39528"/>
                  <a:gd name="connsiteX5" fmla="*/ 21812 w 30765"/>
                  <a:gd name="connsiteY5" fmla="*/ 23717 h 39528"/>
                  <a:gd name="connsiteX6" fmla="*/ 30766 w 30765"/>
                  <a:gd name="connsiteY6" fmla="*/ 39529 h 39528"/>
                  <a:gd name="connsiteX7" fmla="*/ 23717 w 30765"/>
                  <a:gd name="connsiteY7" fmla="*/ 39529 h 39528"/>
                  <a:gd name="connsiteX8" fmla="*/ 15526 w 30765"/>
                  <a:gd name="connsiteY8" fmla="*/ 24860 h 39528"/>
                  <a:gd name="connsiteX9" fmla="*/ 6191 w 30765"/>
                  <a:gd name="connsiteY9" fmla="*/ 24860 h 39528"/>
                  <a:gd name="connsiteX10" fmla="*/ 6191 w 30765"/>
                  <a:gd name="connsiteY10" fmla="*/ 39529 h 39528"/>
                  <a:gd name="connsiteX11" fmla="*/ 0 w 30765"/>
                  <a:gd name="connsiteY11" fmla="*/ 39529 h 39528"/>
                  <a:gd name="connsiteX12" fmla="*/ 0 w 30765"/>
                  <a:gd name="connsiteY12" fmla="*/ 0 h 39528"/>
                  <a:gd name="connsiteX13" fmla="*/ 16383 w 30765"/>
                  <a:gd name="connsiteY13" fmla="*/ 0 h 39528"/>
                  <a:gd name="connsiteX14" fmla="*/ 16383 w 30765"/>
                  <a:gd name="connsiteY14" fmla="*/ 19336 h 39528"/>
                  <a:gd name="connsiteX15" fmla="*/ 19907 w 30765"/>
                  <a:gd name="connsiteY15" fmla="*/ 18478 h 39528"/>
                  <a:gd name="connsiteX16" fmla="*/ 22289 w 30765"/>
                  <a:gd name="connsiteY16" fmla="*/ 16097 h 39528"/>
                  <a:gd name="connsiteX17" fmla="*/ 23146 w 30765"/>
                  <a:gd name="connsiteY17" fmla="*/ 12573 h 39528"/>
                  <a:gd name="connsiteX18" fmla="*/ 22289 w 30765"/>
                  <a:gd name="connsiteY18" fmla="*/ 9049 h 39528"/>
                  <a:gd name="connsiteX19" fmla="*/ 19907 w 30765"/>
                  <a:gd name="connsiteY19" fmla="*/ 6668 h 39528"/>
                  <a:gd name="connsiteX20" fmla="*/ 16383 w 30765"/>
                  <a:gd name="connsiteY20" fmla="*/ 5810 h 39528"/>
                  <a:gd name="connsiteX21" fmla="*/ 6191 w 30765"/>
                  <a:gd name="connsiteY21" fmla="*/ 5810 h 39528"/>
                  <a:gd name="connsiteX22" fmla="*/ 6191 w 30765"/>
                  <a:gd name="connsiteY22" fmla="*/ 19336 h 39528"/>
                  <a:gd name="connsiteX23" fmla="*/ 16383 w 30765"/>
                  <a:gd name="connsiteY23" fmla="*/ 19336 h 39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765" h="39528">
                    <a:moveTo>
                      <a:pt x="16383" y="95"/>
                    </a:moveTo>
                    <a:cubicBezTo>
                      <a:pt x="18860" y="95"/>
                      <a:pt x="21050" y="667"/>
                      <a:pt x="23051" y="1715"/>
                    </a:cubicBezTo>
                    <a:cubicBezTo>
                      <a:pt x="25051" y="2762"/>
                      <a:pt x="26575" y="4286"/>
                      <a:pt x="27718" y="6191"/>
                    </a:cubicBezTo>
                    <a:cubicBezTo>
                      <a:pt x="28861" y="8096"/>
                      <a:pt x="29337" y="10192"/>
                      <a:pt x="29337" y="12478"/>
                    </a:cubicBezTo>
                    <a:cubicBezTo>
                      <a:pt x="29337" y="15335"/>
                      <a:pt x="28575" y="17717"/>
                      <a:pt x="27146" y="19622"/>
                    </a:cubicBezTo>
                    <a:cubicBezTo>
                      <a:pt x="25718" y="21527"/>
                      <a:pt x="23908" y="22860"/>
                      <a:pt x="21812" y="23717"/>
                    </a:cubicBezTo>
                    <a:lnTo>
                      <a:pt x="30766" y="39529"/>
                    </a:lnTo>
                    <a:lnTo>
                      <a:pt x="23717" y="39529"/>
                    </a:lnTo>
                    <a:lnTo>
                      <a:pt x="15526" y="24860"/>
                    </a:lnTo>
                    <a:lnTo>
                      <a:pt x="6191" y="24860"/>
                    </a:lnTo>
                    <a:lnTo>
                      <a:pt x="6191" y="39529"/>
                    </a:lnTo>
                    <a:lnTo>
                      <a:pt x="0" y="39529"/>
                    </a:lnTo>
                    <a:lnTo>
                      <a:pt x="0" y="0"/>
                    </a:lnTo>
                    <a:lnTo>
                      <a:pt x="16383" y="0"/>
                    </a:lnTo>
                    <a:close/>
                    <a:moveTo>
                      <a:pt x="16383" y="19336"/>
                    </a:moveTo>
                    <a:cubicBezTo>
                      <a:pt x="17717" y="19336"/>
                      <a:pt x="18860" y="19050"/>
                      <a:pt x="19907" y="18478"/>
                    </a:cubicBezTo>
                    <a:cubicBezTo>
                      <a:pt x="20955" y="17907"/>
                      <a:pt x="21717" y="17050"/>
                      <a:pt x="22289" y="16097"/>
                    </a:cubicBezTo>
                    <a:cubicBezTo>
                      <a:pt x="22860" y="15050"/>
                      <a:pt x="23146" y="13906"/>
                      <a:pt x="23146" y="12573"/>
                    </a:cubicBezTo>
                    <a:cubicBezTo>
                      <a:pt x="23146" y="11240"/>
                      <a:pt x="22860" y="10097"/>
                      <a:pt x="22289" y="9049"/>
                    </a:cubicBezTo>
                    <a:cubicBezTo>
                      <a:pt x="21717" y="8001"/>
                      <a:pt x="20860" y="7239"/>
                      <a:pt x="19907" y="6668"/>
                    </a:cubicBezTo>
                    <a:cubicBezTo>
                      <a:pt x="18860" y="6096"/>
                      <a:pt x="17717" y="5810"/>
                      <a:pt x="16383" y="5810"/>
                    </a:cubicBezTo>
                    <a:lnTo>
                      <a:pt x="6191" y="5810"/>
                    </a:lnTo>
                    <a:lnTo>
                      <a:pt x="6191" y="19336"/>
                    </a:lnTo>
                    <a:lnTo>
                      <a:pt x="16383" y="1933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C1BCBB2-B699-44A9-B291-3CCD0D0E00F2}"/>
                </a:ext>
              </a:extLst>
            </p:cNvPr>
            <p:cNvSpPr/>
            <p:nvPr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3D17A91-F49E-45DE-835E-543E5DCD8458}"/>
                </a:ext>
              </a:extLst>
            </p:cNvPr>
            <p:cNvSpPr/>
            <p:nvPr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7E01F40-8D2A-43E6-B578-00B92049883B}"/>
                </a:ext>
              </a:extLst>
            </p:cNvPr>
            <p:cNvSpPr/>
            <p:nvPr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3438" y="944163"/>
            <a:ext cx="9810362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42536" y="1635111"/>
            <a:ext cx="9789007" cy="187485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42536" y="3602038"/>
            <a:ext cx="978900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1379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E1B587A-481D-4354-9508-D5D8FF887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3803" y="0"/>
            <a:ext cx="4325371" cy="6377476"/>
            <a:chOff x="573803" y="0"/>
            <a:chExt cx="4325371" cy="63774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CFE29C8-410C-4059-919F-670CE49EA18F}"/>
                </a:ext>
              </a:extLst>
            </p:cNvPr>
            <p:cNvSpPr/>
            <p:nvPr userDrawn="1"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ADCBE42-BEC7-4DF9-A16F-7E76C7D448E8}"/>
                </a:ext>
              </a:extLst>
            </p:cNvPr>
            <p:cNvSpPr/>
            <p:nvPr userDrawn="1"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AA47B74-98DC-499D-981D-583A2DD69E50}"/>
                </a:ext>
              </a:extLst>
            </p:cNvPr>
            <p:cNvSpPr/>
            <p:nvPr userDrawn="1"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3D68EB8-A34F-47E3-8B7F-5FF260D65B7C}"/>
                </a:ext>
              </a:extLst>
            </p:cNvPr>
            <p:cNvSpPr/>
            <p:nvPr userDrawn="1"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07897D68-7CB8-406F-9146-F00DE7131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66513" y="5992753"/>
              <a:ext cx="1031758" cy="384723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6D8E5A8-9477-47F6-9CA7-9A7DC4670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3803" y="0"/>
            <a:ext cx="4325371" cy="6377476"/>
            <a:chOff x="573803" y="0"/>
            <a:chExt cx="4325371" cy="637747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200040-B841-47B7-8555-E0299CDC24FA}"/>
                </a:ext>
              </a:extLst>
            </p:cNvPr>
            <p:cNvSpPr/>
            <p:nvPr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24C56C1-BF0A-4234-81F8-D2B769834C58}"/>
                </a:ext>
              </a:extLst>
            </p:cNvPr>
            <p:cNvSpPr/>
            <p:nvPr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57C8AC4-A26E-48AF-9B2F-93A0F02E758D}"/>
                </a:ext>
              </a:extLst>
            </p:cNvPr>
            <p:cNvSpPr/>
            <p:nvPr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D5060BD-E2D2-44BB-ADFB-2B20CEB8775D}"/>
                </a:ext>
              </a:extLst>
            </p:cNvPr>
            <p:cNvSpPr/>
            <p:nvPr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5A184651-D34A-4937-8369-48ADD8E89C0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66513" y="5992753"/>
              <a:ext cx="1031758" cy="384723"/>
            </a:xfrm>
            <a:prstGeom prst="rect">
              <a:avLst/>
            </a:prstGeom>
          </p:spPr>
        </p:pic>
      </p:grp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3438" y="944163"/>
            <a:ext cx="9810362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42536" y="1635111"/>
            <a:ext cx="9789007" cy="1874852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42536" y="3602038"/>
            <a:ext cx="978900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08039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718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115AA-229D-4A6C-90C6-57CFD374E6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547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7416-C44D-4788-AE82-AF3D1327DA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1694"/>
            <a:ext cx="10972800" cy="119982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1487056"/>
            <a:ext cx="10972800" cy="4689908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98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 userDrawn="1">
          <p15:clr>
            <a:srgbClr val="FBAE40"/>
          </p15:clr>
        </p15:guide>
        <p15:guide id="5" pos="240" userDrawn="1">
          <p15:clr>
            <a:srgbClr val="FBAE40"/>
          </p15:clr>
        </p15:guide>
        <p15:guide id="6" pos="715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7416-C44D-4788-AE82-AF3D1327DA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1694"/>
            <a:ext cx="10972800" cy="119982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1487056"/>
            <a:ext cx="10972800" cy="4689908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9249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 userDrawn="1">
          <p15:clr>
            <a:srgbClr val="FBAE40"/>
          </p15:clr>
        </p15:guide>
        <p15:guide id="5" pos="240" userDrawn="1">
          <p15:clr>
            <a:srgbClr val="FBAE40"/>
          </p15:clr>
        </p15:guide>
        <p15:guide id="6" pos="715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7416-C44D-4788-AE82-AF3D1327DA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1694"/>
            <a:ext cx="10972800" cy="119982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1487056"/>
            <a:ext cx="10972800" cy="4689908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6809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 userDrawn="1">
          <p15:clr>
            <a:srgbClr val="FBAE40"/>
          </p15:clr>
        </p15:guide>
        <p15:guide id="5" pos="240" userDrawn="1">
          <p15:clr>
            <a:srgbClr val="FBAE40"/>
          </p15:clr>
        </p15:guide>
        <p15:guide id="6" pos="715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7416-C44D-4788-AE82-AF3D1327DA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1694"/>
            <a:ext cx="10972800" cy="119982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C827E3-834F-40BA-9518-B0648BD536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94289"/>
            <a:ext cx="10972800" cy="52546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200" b="0" i="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2110067"/>
            <a:ext cx="10972800" cy="4084256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2905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">
          <p15:clr>
            <a:srgbClr val="FBAE40"/>
          </p15:clr>
        </p15:guide>
        <p15:guide id="3" pos="71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EBB2-584E-4CD8-BAAE-06D480D3A0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95361"/>
            <a:ext cx="10972800" cy="530454"/>
          </a:xfrm>
        </p:spPr>
        <p:txBody>
          <a:bodyPr>
            <a:noAutofit/>
          </a:bodyPr>
          <a:lstStyle>
            <a:lvl1pPr marL="0" indent="0">
              <a:buNone/>
              <a:defRPr sz="3200" b="0" i="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0999" y="2105680"/>
            <a:ext cx="5429865" cy="4095774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923935" y="2105680"/>
            <a:ext cx="5429865" cy="4095774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7802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0999" y="1496292"/>
            <a:ext cx="5429865" cy="4686689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923935" y="1496292"/>
            <a:ext cx="5429865" cy="4686689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3186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&amp;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1694"/>
            <a:ext cx="5429864" cy="1199822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EBB2-584E-4CD8-BAAE-06D480D3A0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95361"/>
            <a:ext cx="5429864" cy="530454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0999" y="2105680"/>
            <a:ext cx="5429865" cy="4095774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26394" y="230287"/>
            <a:ext cx="5429250" cy="241068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9775C37-EE38-450C-8269-79E50F8E88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26138" y="2655075"/>
            <a:ext cx="5429250" cy="47006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DC24117-8044-4F60-A59D-9F61002D6C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24550" y="3331781"/>
            <a:ext cx="5429250" cy="241068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05F9606-8CF6-4C56-B2B6-E8A04B25F1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4294" y="5767077"/>
            <a:ext cx="5429250" cy="47006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4259668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&amp;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1694"/>
            <a:ext cx="5429864" cy="1199822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0999" y="2105680"/>
            <a:ext cx="5429865" cy="4095774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26394" y="0"/>
            <a:ext cx="5808406" cy="64007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4D1D699-1964-9A45-A892-EAAC949B82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95361"/>
            <a:ext cx="5429864" cy="530454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80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1734800" cy="64007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43974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41833"/>
            <a:ext cx="10972800" cy="4241800"/>
          </a:xfrm>
        </p:spPr>
        <p:txBody>
          <a:bodyPr>
            <a:normAutofit/>
          </a:bodyPr>
          <a:lstStyle>
            <a:lvl1pPr marL="0" indent="0">
              <a:buNone/>
              <a:defRPr sz="6000" b="0" i="0">
                <a:solidFill>
                  <a:schemeClr val="accent1"/>
                </a:solidFill>
                <a:latin typeface="IntelOne Text" panose="020B0503020203020204" pitchFamily="34" charset="0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4C57F0-3964-4184-8486-C7C3D87AEA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5757203"/>
            <a:ext cx="10972800" cy="501650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228315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41833"/>
            <a:ext cx="10972800" cy="4241800"/>
          </a:xfrm>
        </p:spPr>
        <p:txBody>
          <a:bodyPr>
            <a:normAutofit/>
          </a:bodyPr>
          <a:lstStyle>
            <a:lvl1pPr marL="0" indent="0">
              <a:buNone/>
              <a:defRPr sz="6000" b="0" i="0">
                <a:solidFill>
                  <a:schemeClr val="bg1"/>
                </a:solidFill>
                <a:latin typeface="IntelOne Text" panose="020B0503020203020204" pitchFamily="34" charset="0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4C57F0-3964-4184-8486-C7C3D87AEA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5757203"/>
            <a:ext cx="10972800" cy="5016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3DA6DA-63DC-460A-B2F4-6584E4114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F26FFBC-3F56-4549-828C-9A20F03B1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EBB8918-321F-4814-85AD-F9F7A8C67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FBDE8F-8844-4DFF-BA21-35B58CB1D8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75CFAC-8A95-416C-AF0A-BE82C31DD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1852F3-59BE-4CC1-B2BF-0FAA22504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0C7463-044C-48C5-9C61-01035600C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91783BE-2760-44E4-ADC3-DD3F254CE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547586F-EE67-4051-9999-DE673BC9B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B0D2E6-CDB6-4990-9882-8E1AC387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A1EC77-5BEB-45BB-B35A-D1CB9FB09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E3CC19-B2E2-40FF-B774-8AD1AD5A1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89487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gu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29178"/>
            <a:ext cx="10972800" cy="1199822"/>
          </a:xfrm>
        </p:spPr>
        <p:txBody>
          <a:bodyPr anchor="b" anchorCtr="0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3449317"/>
            <a:ext cx="10972800" cy="681935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468919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29178"/>
            <a:ext cx="10972800" cy="1199822"/>
          </a:xfrm>
        </p:spPr>
        <p:txBody>
          <a:bodyPr anchor="b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3449317"/>
            <a:ext cx="10972800" cy="681935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EB7CF4-6E59-4F58-B339-D2AEFB0D2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F87E56-D20F-4261-BEAD-AB9B17E14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5FB7B45-0229-4BD9-84EB-963DE20FB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1CF056-9D11-4F80-AB2B-5694DFB8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D4934B-0E18-43C3-ABD3-375F5EB74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3A9EF0-587D-4D66-AF71-B360DB919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E9F9A1-9773-43B8-98D0-A483D488C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50338064-1322-4DA2-AA1C-4E086E88E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B20DD1C-FBB9-4A79-99DE-1A05C6758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8CF211-593C-4B89-BA8B-B4BF959BF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86AE8E-163B-4673-9C89-BA60DB5BB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9A01FA-314F-465F-BEBB-029CC884B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279161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 Blue 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A368D64-A019-4399-A672-206E0E3B7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5220" y="2614497"/>
            <a:ext cx="4838270" cy="1782383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841197-2CF0-45F0-8F2A-7933BBBCA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C7E27-4D13-40CC-BD02-3CD7453D0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7623" y="546389"/>
            <a:ext cx="5433848" cy="111870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087623" y="1813801"/>
            <a:ext cx="5433848" cy="437679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F87E56-D20F-4261-BEAD-AB9B17E14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1CF056-9D11-4F80-AB2B-5694DFB8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D4934B-0E18-43C3-ABD3-375F5EB74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3A9EF0-587D-4D66-AF71-B360DB919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1B807F-E5A0-4B47-8126-0798D03DDE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2EB94AE-1165-4C66-B976-C2E168859D49}"/>
                </a:ext>
              </a:extLst>
            </p:cNvPr>
            <p:cNvSpPr/>
            <p:nvPr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9F8E51D-DCA9-46A9-A882-29E595D6A99F}"/>
                </a:ext>
              </a:extLst>
            </p:cNvPr>
            <p:cNvSpPr/>
            <p:nvPr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rgbClr val="7BDE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E74772E-29C4-4337-A397-0F1232F1F1FE}"/>
                </a:ext>
              </a:extLst>
            </p:cNvPr>
            <p:cNvSpPr/>
            <p:nvPr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rgbClr val="B4F0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C2D0DF1-6BFD-4E45-8CA9-4436F31DB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0BFD17C7-2044-4743-9B58-A721FED6F0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C1BD233-1B52-4259-BBB2-FFAB0A8D1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012ABA-EED9-48CA-B3FF-9EE6151C6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2426B1C-8B0F-44A4-8250-F1D859854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5D4EF16-2639-4F0C-B7CE-3B49694D7462}"/>
                </a:ext>
              </a:extLst>
            </p:cNvPr>
            <p:cNvSpPr/>
            <p:nvPr userDrawn="1"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FFEF9D7-E955-4747-98A8-A3CDA0B2EA11}"/>
                </a:ext>
              </a:extLst>
            </p:cNvPr>
            <p:cNvSpPr/>
            <p:nvPr userDrawn="1"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rgbClr val="7BDE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C53175F-9DFF-470F-9639-8993D337BE4A}"/>
                </a:ext>
              </a:extLst>
            </p:cNvPr>
            <p:cNvSpPr/>
            <p:nvPr userDrawn="1"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rgbClr val="B4F0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800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 Blue B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6F68134-655A-4C58-8EC5-042D492A6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841197-2CF0-45F0-8F2A-7933BBBCA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C7E27-4D13-40CC-BD02-3CD7453D0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5220" y="2614497"/>
            <a:ext cx="4838270" cy="1782383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7623" y="546389"/>
            <a:ext cx="5433848" cy="111870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087623" y="1813801"/>
            <a:ext cx="5433848" cy="437679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F87E56-D20F-4261-BEAD-AB9B17E14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1CF056-9D11-4F80-AB2B-5694DFB8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D4934B-0E18-43C3-ABD3-375F5EB74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3A9EF0-587D-4D66-AF71-B360DB919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F16FE66-F77C-48EC-9636-B0D3F1F81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2EB94AE-1165-4C66-B976-C2E168859D49}"/>
                </a:ext>
              </a:extLst>
            </p:cNvPr>
            <p:cNvSpPr/>
            <p:nvPr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9F8E51D-DCA9-46A9-A882-29E595D6A99F}"/>
                </a:ext>
              </a:extLst>
            </p:cNvPr>
            <p:cNvSpPr/>
            <p:nvPr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E74772E-29C4-4337-A397-0F1232F1F1FE}"/>
                </a:ext>
              </a:extLst>
            </p:cNvPr>
            <p:cNvSpPr/>
            <p:nvPr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2FC6B6DC-5CBA-4569-BD05-67C2152AE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EF9F90E2-0FB9-44A2-B48E-E894C3113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B2BE4E4-A2DB-46D6-B372-8C331EFD1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945211-AEEA-4A21-B35C-B4FC0F99C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CBCDBB5-E209-49E3-8CC6-AEB941DB1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63C2813-2F09-413F-9991-44CA3B6BE2D7}"/>
                </a:ext>
              </a:extLst>
            </p:cNvPr>
            <p:cNvSpPr/>
            <p:nvPr userDrawn="1"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92EC626-BB7B-40F7-9ABD-4FB62F9E9719}"/>
                </a:ext>
              </a:extLst>
            </p:cNvPr>
            <p:cNvSpPr/>
            <p:nvPr userDrawn="1"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40C129E-8ED4-49C2-A5EB-49C77A547ED5}"/>
                </a:ext>
              </a:extLst>
            </p:cNvPr>
            <p:cNvSpPr/>
            <p:nvPr userDrawn="1"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659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hit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9E57986-E823-49CC-B8D3-C5A2AD941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5220" y="2614497"/>
            <a:ext cx="4838270" cy="1782383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2B7E3E-B537-4EE3-BA97-B90982F6C31B}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C7E27-4D13-40CC-BD02-3CD7453D0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7623" y="546389"/>
            <a:ext cx="5433848" cy="111870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506BD04-B5E7-422F-B321-54907EFDF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2EB94AE-1165-4C66-B976-C2E168859D49}"/>
                </a:ext>
              </a:extLst>
            </p:cNvPr>
            <p:cNvSpPr/>
            <p:nvPr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9F8E51D-DCA9-46A9-A882-29E595D6A99F}"/>
                </a:ext>
              </a:extLst>
            </p:cNvPr>
            <p:cNvSpPr/>
            <p:nvPr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rgbClr val="7BDE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E74772E-29C4-4337-A397-0F1232F1F1FE}"/>
                </a:ext>
              </a:extLst>
            </p:cNvPr>
            <p:cNvSpPr/>
            <p:nvPr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rgbClr val="B4F0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087623" y="1813801"/>
            <a:ext cx="5433848" cy="437679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75E17D-D74E-461D-9994-21701E9CF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5D4340-FCEE-4743-A648-5DB311031F75}"/>
              </a:ext>
            </a:extLst>
          </p:cNvPr>
          <p:cNvSpPr/>
          <p:nvPr userDrawn="1"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C35DA17-DFF2-467C-A710-877908080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6AEFDCF-A68C-4E0D-95B4-6F1A9717550A}"/>
                </a:ext>
              </a:extLst>
            </p:cNvPr>
            <p:cNvSpPr/>
            <p:nvPr userDrawn="1"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55E41F1-4636-455F-8CC5-9CC2D25CD287}"/>
                </a:ext>
              </a:extLst>
            </p:cNvPr>
            <p:cNvSpPr/>
            <p:nvPr userDrawn="1"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rgbClr val="7BDE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F6C486-C6BA-41CF-8F21-5691BA4400F2}"/>
                </a:ext>
              </a:extLst>
            </p:cNvPr>
            <p:cNvSpPr/>
            <p:nvPr userDrawn="1"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rgbClr val="B4F0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A0695690-BC82-4B1F-9B7E-92DC6CAFF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662372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Frame Whit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75A302-45A3-481F-BFAB-9A074C3F7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64127"/>
            <a:ext cx="11286348" cy="5944838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A6F6B2-1DD0-42F2-9039-5327CC0EF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B3A20D-927D-4DD1-8E5E-A3AC6EDE3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0988D3-27CA-4F8F-A6E2-E1104C51DC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030671-1E88-49B1-9FE5-927C1B8EE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28789-1C29-4F2A-B05E-B47226DD5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464127"/>
            <a:ext cx="11286348" cy="5944838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A79AD-8981-4F51-8CC1-43C885681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922" y="1828800"/>
            <a:ext cx="10557387" cy="3200400"/>
          </a:xfrm>
        </p:spPr>
        <p:txBody>
          <a:bodyPr>
            <a:normAutofit/>
          </a:bodyPr>
          <a:lstStyle>
            <a:lvl1pPr algn="ctr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2229570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Frame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75A302-45A3-481F-BFAB-9A074C3F7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64127"/>
            <a:ext cx="11286348" cy="594483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A6F6B2-1DD0-42F2-9039-5327CC0EF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B3A20D-927D-4DD1-8E5E-A3AC6EDE3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DDBF953-491D-46D1-9B3A-9BACF5F24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2B9AAD6-9860-4DB3-B7F8-14D9F7EC7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595309-FEF7-41EA-9715-F4426DF0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60A36B-1810-4498-834B-51F1D1A29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A9CD9B-5FA5-485E-919D-13A6CB9B3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404C922-CDF2-4F38-AFEE-299C1D97D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2FF7EB7-3074-4A03-9376-7D8CBA804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E5BC3-B783-496C-9E9D-03475FAAD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464127"/>
            <a:ext cx="11286348" cy="594483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A79AD-8981-4F51-8CC1-43C885681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922" y="1776845"/>
            <a:ext cx="10557387" cy="3304310"/>
          </a:xfrm>
        </p:spPr>
        <p:txBody>
          <a:bodyPr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2598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ntel 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81D5E138-8800-4F6C-BD71-5E098EFFE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381" y="2626737"/>
            <a:ext cx="4052408" cy="1643927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204B0861-499A-4B5C-86C7-11D994DAA6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381" y="2626737"/>
            <a:ext cx="4052408" cy="164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000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lue 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E1982CC-C5C2-43DF-8FDA-037495FAF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3803" y="0"/>
            <a:ext cx="4325371" cy="6392520"/>
            <a:chOff x="573803" y="0"/>
            <a:chExt cx="4325371" cy="639252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F4567CD-F1DA-4E8F-ADDF-371B07892411}"/>
                </a:ext>
              </a:extLst>
            </p:cNvPr>
            <p:cNvSpPr/>
            <p:nvPr userDrawn="1"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F16119A-1487-48A7-9CC6-71F9F9535C16}"/>
                </a:ext>
              </a:extLst>
            </p:cNvPr>
            <p:cNvSpPr/>
            <p:nvPr userDrawn="1"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3CF0AA4-E89F-418F-83F2-0CC0FB3DF16B}"/>
                </a:ext>
              </a:extLst>
            </p:cNvPr>
            <p:cNvSpPr/>
            <p:nvPr userDrawn="1"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9F8D4CB-DB57-4130-8BDE-86D5A4C11D49}"/>
                </a:ext>
              </a:extLst>
            </p:cNvPr>
            <p:cNvSpPr/>
            <p:nvPr userDrawn="1"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02BD194-F320-4426-964A-1D4F58024C5F}"/>
                </a:ext>
              </a:extLst>
            </p:cNvPr>
            <p:cNvGrpSpPr/>
            <p:nvPr userDrawn="1"/>
          </p:nvGrpSpPr>
          <p:grpSpPr>
            <a:xfrm>
              <a:off x="1468406" y="5995719"/>
              <a:ext cx="1059754" cy="396801"/>
              <a:chOff x="1314450" y="6391094"/>
              <a:chExt cx="1123377" cy="420623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61C32755-5BE0-4F78-B52A-08742A60A8EF}"/>
                  </a:ext>
                </a:extLst>
              </p:cNvPr>
              <p:cNvSpPr/>
              <p:nvPr/>
            </p:nvSpPr>
            <p:spPr>
              <a:xfrm>
                <a:off x="1314450" y="6396809"/>
                <a:ext cx="78581" cy="78581"/>
              </a:xfrm>
              <a:custGeom>
                <a:avLst/>
                <a:gdLst>
                  <a:gd name="connsiteX0" fmla="*/ 0 w 78581"/>
                  <a:gd name="connsiteY0" fmla="*/ 0 h 78581"/>
                  <a:gd name="connsiteX1" fmla="*/ 78581 w 78581"/>
                  <a:gd name="connsiteY1" fmla="*/ 0 h 78581"/>
                  <a:gd name="connsiteX2" fmla="*/ 78581 w 78581"/>
                  <a:gd name="connsiteY2" fmla="*/ 78581 h 78581"/>
                  <a:gd name="connsiteX3" fmla="*/ 0 w 78581"/>
                  <a:gd name="connsiteY3" fmla="*/ 78581 h 78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rgbClr val="00B2E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B33F9D2F-6ED9-4D82-B111-BEFD50CBB7B2}"/>
                  </a:ext>
                </a:extLst>
              </p:cNvPr>
              <p:cNvSpPr/>
              <p:nvPr/>
            </p:nvSpPr>
            <p:spPr>
              <a:xfrm>
                <a:off x="1316545" y="6391094"/>
                <a:ext cx="995171" cy="420623"/>
              </a:xfrm>
              <a:custGeom>
                <a:avLst/>
                <a:gdLst>
                  <a:gd name="connsiteX0" fmla="*/ 74486 w 995171"/>
                  <a:gd name="connsiteY0" fmla="*/ 131921 h 420623"/>
                  <a:gd name="connsiteX1" fmla="*/ 0 w 995171"/>
                  <a:gd name="connsiteY1" fmla="*/ 131921 h 420623"/>
                  <a:gd name="connsiteX2" fmla="*/ 0 w 995171"/>
                  <a:gd name="connsiteY2" fmla="*/ 414719 h 420623"/>
                  <a:gd name="connsiteX3" fmla="*/ 74486 w 995171"/>
                  <a:gd name="connsiteY3" fmla="*/ 414719 h 420623"/>
                  <a:gd name="connsiteX4" fmla="*/ 74486 w 995171"/>
                  <a:gd name="connsiteY4" fmla="*/ 131921 h 420623"/>
                  <a:gd name="connsiteX5" fmla="*/ 568262 w 995171"/>
                  <a:gd name="connsiteY5" fmla="*/ 417576 h 420623"/>
                  <a:gd name="connsiteX6" fmla="*/ 568262 w 995171"/>
                  <a:gd name="connsiteY6" fmla="*/ 348234 h 420623"/>
                  <a:gd name="connsiteX7" fmla="*/ 541306 w 995171"/>
                  <a:gd name="connsiteY7" fmla="*/ 346520 h 420623"/>
                  <a:gd name="connsiteX8" fmla="*/ 523780 w 995171"/>
                  <a:gd name="connsiteY8" fmla="*/ 338804 h 420623"/>
                  <a:gd name="connsiteX9" fmla="*/ 516065 w 995171"/>
                  <a:gd name="connsiteY9" fmla="*/ 321945 h 420623"/>
                  <a:gd name="connsiteX10" fmla="*/ 514350 w 995171"/>
                  <a:gd name="connsiteY10" fmla="*/ 294608 h 420623"/>
                  <a:gd name="connsiteX11" fmla="*/ 514350 w 995171"/>
                  <a:gd name="connsiteY11" fmla="*/ 195644 h 420623"/>
                  <a:gd name="connsiteX12" fmla="*/ 568262 w 995171"/>
                  <a:gd name="connsiteY12" fmla="*/ 195644 h 420623"/>
                  <a:gd name="connsiteX13" fmla="*/ 568262 w 995171"/>
                  <a:gd name="connsiteY13" fmla="*/ 131921 h 420623"/>
                  <a:gd name="connsiteX14" fmla="*/ 514350 w 995171"/>
                  <a:gd name="connsiteY14" fmla="*/ 131921 h 420623"/>
                  <a:gd name="connsiteX15" fmla="*/ 514350 w 995171"/>
                  <a:gd name="connsiteY15" fmla="*/ 21812 h 420623"/>
                  <a:gd name="connsiteX16" fmla="*/ 439865 w 995171"/>
                  <a:gd name="connsiteY16" fmla="*/ 21812 h 420623"/>
                  <a:gd name="connsiteX17" fmla="*/ 439865 w 995171"/>
                  <a:gd name="connsiteY17" fmla="*/ 295180 h 420623"/>
                  <a:gd name="connsiteX18" fmla="*/ 445865 w 995171"/>
                  <a:gd name="connsiteY18" fmla="*/ 353473 h 420623"/>
                  <a:gd name="connsiteX19" fmla="*/ 465677 w 995171"/>
                  <a:gd name="connsiteY19" fmla="*/ 391001 h 420623"/>
                  <a:gd name="connsiteX20" fmla="*/ 502063 w 995171"/>
                  <a:gd name="connsiteY20" fmla="*/ 411385 h 420623"/>
                  <a:gd name="connsiteX21" fmla="*/ 558927 w 995171"/>
                  <a:gd name="connsiteY21" fmla="*/ 417671 h 420623"/>
                  <a:gd name="connsiteX22" fmla="*/ 568262 w 995171"/>
                  <a:gd name="connsiteY22" fmla="*/ 417671 h 420623"/>
                  <a:gd name="connsiteX23" fmla="*/ 995172 w 995171"/>
                  <a:gd name="connsiteY23" fmla="*/ 0 h 420623"/>
                  <a:gd name="connsiteX24" fmla="*/ 920687 w 995171"/>
                  <a:gd name="connsiteY24" fmla="*/ 0 h 420623"/>
                  <a:gd name="connsiteX25" fmla="*/ 920687 w 995171"/>
                  <a:gd name="connsiteY25" fmla="*/ 414719 h 420623"/>
                  <a:gd name="connsiteX26" fmla="*/ 995172 w 995171"/>
                  <a:gd name="connsiteY26" fmla="*/ 414719 h 420623"/>
                  <a:gd name="connsiteX27" fmla="*/ 995172 w 995171"/>
                  <a:gd name="connsiteY27" fmla="*/ 0 h 420623"/>
                  <a:gd name="connsiteX28" fmla="*/ 367951 w 995171"/>
                  <a:gd name="connsiteY28" fmla="*/ 159830 h 420623"/>
                  <a:gd name="connsiteX29" fmla="*/ 281273 w 995171"/>
                  <a:gd name="connsiteY29" fmla="*/ 126206 h 420623"/>
                  <a:gd name="connsiteX30" fmla="*/ 232410 w 995171"/>
                  <a:gd name="connsiteY30" fmla="*/ 137065 h 420623"/>
                  <a:gd name="connsiteX31" fmla="*/ 195358 w 995171"/>
                  <a:gd name="connsiteY31" fmla="*/ 167259 h 420623"/>
                  <a:gd name="connsiteX32" fmla="*/ 191262 w 995171"/>
                  <a:gd name="connsiteY32" fmla="*/ 172498 h 420623"/>
                  <a:gd name="connsiteX33" fmla="*/ 191262 w 995171"/>
                  <a:gd name="connsiteY33" fmla="*/ 167831 h 420623"/>
                  <a:gd name="connsiteX34" fmla="*/ 191262 w 995171"/>
                  <a:gd name="connsiteY34" fmla="*/ 132017 h 420623"/>
                  <a:gd name="connsiteX35" fmla="*/ 117920 w 995171"/>
                  <a:gd name="connsiteY35" fmla="*/ 132017 h 420623"/>
                  <a:gd name="connsiteX36" fmla="*/ 117920 w 995171"/>
                  <a:gd name="connsiteY36" fmla="*/ 414814 h 420623"/>
                  <a:gd name="connsiteX37" fmla="*/ 191929 w 995171"/>
                  <a:gd name="connsiteY37" fmla="*/ 414814 h 420623"/>
                  <a:gd name="connsiteX38" fmla="*/ 191929 w 995171"/>
                  <a:gd name="connsiteY38" fmla="*/ 264128 h 420623"/>
                  <a:gd name="connsiteX39" fmla="*/ 192024 w 995171"/>
                  <a:gd name="connsiteY39" fmla="*/ 274606 h 420623"/>
                  <a:gd name="connsiteX40" fmla="*/ 192119 w 995171"/>
                  <a:gd name="connsiteY40" fmla="*/ 269558 h 420623"/>
                  <a:gd name="connsiteX41" fmla="*/ 211741 w 995171"/>
                  <a:gd name="connsiteY41" fmla="*/ 210884 h 420623"/>
                  <a:gd name="connsiteX42" fmla="*/ 258985 w 995171"/>
                  <a:gd name="connsiteY42" fmla="*/ 190786 h 420623"/>
                  <a:gd name="connsiteX43" fmla="*/ 307753 w 995171"/>
                  <a:gd name="connsiteY43" fmla="*/ 210407 h 420623"/>
                  <a:gd name="connsiteX44" fmla="*/ 323945 w 995171"/>
                  <a:gd name="connsiteY44" fmla="*/ 264605 h 420623"/>
                  <a:gd name="connsiteX45" fmla="*/ 323945 w 995171"/>
                  <a:gd name="connsiteY45" fmla="*/ 264605 h 420623"/>
                  <a:gd name="connsiteX46" fmla="*/ 323945 w 995171"/>
                  <a:gd name="connsiteY46" fmla="*/ 265176 h 420623"/>
                  <a:gd name="connsiteX47" fmla="*/ 323945 w 995171"/>
                  <a:gd name="connsiteY47" fmla="*/ 265271 h 420623"/>
                  <a:gd name="connsiteX48" fmla="*/ 323945 w 995171"/>
                  <a:gd name="connsiteY48" fmla="*/ 414814 h 420623"/>
                  <a:gd name="connsiteX49" fmla="*/ 399098 w 995171"/>
                  <a:gd name="connsiteY49" fmla="*/ 414814 h 420623"/>
                  <a:gd name="connsiteX50" fmla="*/ 399098 w 995171"/>
                  <a:gd name="connsiteY50" fmla="*/ 254222 h 420623"/>
                  <a:gd name="connsiteX51" fmla="*/ 367951 w 995171"/>
                  <a:gd name="connsiteY51" fmla="*/ 159830 h 420623"/>
                  <a:gd name="connsiteX52" fmla="*/ 881825 w 995171"/>
                  <a:gd name="connsiteY52" fmla="*/ 272796 h 420623"/>
                  <a:gd name="connsiteX53" fmla="*/ 871061 w 995171"/>
                  <a:gd name="connsiteY53" fmla="*/ 215646 h 420623"/>
                  <a:gd name="connsiteX54" fmla="*/ 841057 w 995171"/>
                  <a:gd name="connsiteY54" fmla="*/ 168974 h 420623"/>
                  <a:gd name="connsiteX55" fmla="*/ 794957 w 995171"/>
                  <a:gd name="connsiteY55" fmla="*/ 137636 h 420623"/>
                  <a:gd name="connsiteX56" fmla="*/ 735806 w 995171"/>
                  <a:gd name="connsiteY56" fmla="*/ 126302 h 420623"/>
                  <a:gd name="connsiteX57" fmla="*/ 678371 w 995171"/>
                  <a:gd name="connsiteY57" fmla="*/ 137922 h 420623"/>
                  <a:gd name="connsiteX58" fmla="*/ 631698 w 995171"/>
                  <a:gd name="connsiteY58" fmla="*/ 169355 h 420623"/>
                  <a:gd name="connsiteX59" fmla="*/ 600266 w 995171"/>
                  <a:gd name="connsiteY59" fmla="*/ 216027 h 420623"/>
                  <a:gd name="connsiteX60" fmla="*/ 588645 w 995171"/>
                  <a:gd name="connsiteY60" fmla="*/ 273463 h 420623"/>
                  <a:gd name="connsiteX61" fmla="*/ 599694 w 995171"/>
                  <a:gd name="connsiteY61" fmla="*/ 330899 h 420623"/>
                  <a:gd name="connsiteX62" fmla="*/ 630269 w 995171"/>
                  <a:gd name="connsiteY62" fmla="*/ 377571 h 420623"/>
                  <a:gd name="connsiteX63" fmla="*/ 677513 w 995171"/>
                  <a:gd name="connsiteY63" fmla="*/ 409004 h 420623"/>
                  <a:gd name="connsiteX64" fmla="*/ 738092 w 995171"/>
                  <a:gd name="connsiteY64" fmla="*/ 420624 h 420623"/>
                  <a:gd name="connsiteX65" fmla="*/ 863918 w 995171"/>
                  <a:gd name="connsiteY65" fmla="*/ 365093 h 420623"/>
                  <a:gd name="connsiteX66" fmla="*/ 810292 w 995171"/>
                  <a:gd name="connsiteY66" fmla="*/ 324231 h 420623"/>
                  <a:gd name="connsiteX67" fmla="*/ 738664 w 995171"/>
                  <a:gd name="connsiteY67" fmla="*/ 355854 h 420623"/>
                  <a:gd name="connsiteX68" fmla="*/ 687229 w 995171"/>
                  <a:gd name="connsiteY68" fmla="*/ 341376 h 420623"/>
                  <a:gd name="connsiteX69" fmla="*/ 660368 w 995171"/>
                  <a:gd name="connsiteY69" fmla="*/ 302133 h 420623"/>
                  <a:gd name="connsiteX70" fmla="*/ 659606 w 995171"/>
                  <a:gd name="connsiteY70" fmla="*/ 299466 h 420623"/>
                  <a:gd name="connsiteX71" fmla="*/ 881825 w 995171"/>
                  <a:gd name="connsiteY71" fmla="*/ 299466 h 420623"/>
                  <a:gd name="connsiteX72" fmla="*/ 881825 w 995171"/>
                  <a:gd name="connsiteY72" fmla="*/ 272796 h 420623"/>
                  <a:gd name="connsiteX73" fmla="*/ 660368 w 995171"/>
                  <a:gd name="connsiteY73" fmla="*/ 246793 h 420623"/>
                  <a:gd name="connsiteX74" fmla="*/ 735330 w 995171"/>
                  <a:gd name="connsiteY74" fmla="*/ 189929 h 420623"/>
                  <a:gd name="connsiteX75" fmla="*/ 810387 w 995171"/>
                  <a:gd name="connsiteY75" fmla="*/ 246698 h 420623"/>
                  <a:gd name="connsiteX76" fmla="*/ 660368 w 995171"/>
                  <a:gd name="connsiteY76" fmla="*/ 246793 h 420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995171" h="420623">
                    <a:moveTo>
                      <a:pt x="74486" y="131921"/>
                    </a:moveTo>
                    <a:lnTo>
                      <a:pt x="0" y="131921"/>
                    </a:lnTo>
                    <a:lnTo>
                      <a:pt x="0" y="414719"/>
                    </a:lnTo>
                    <a:lnTo>
                      <a:pt x="74486" y="414719"/>
                    </a:lnTo>
                    <a:lnTo>
                      <a:pt x="74486" y="131921"/>
                    </a:lnTo>
                    <a:close/>
                    <a:moveTo>
                      <a:pt x="568262" y="417576"/>
                    </a:moveTo>
                    <a:lnTo>
                      <a:pt x="568262" y="348234"/>
                    </a:lnTo>
                    <a:cubicBezTo>
                      <a:pt x="557308" y="348139"/>
                      <a:pt x="548259" y="347567"/>
                      <a:pt x="541306" y="346520"/>
                    </a:cubicBezTo>
                    <a:cubicBezTo>
                      <a:pt x="533591" y="345281"/>
                      <a:pt x="527685" y="342710"/>
                      <a:pt x="523780" y="338804"/>
                    </a:cubicBezTo>
                    <a:cubicBezTo>
                      <a:pt x="519875" y="334899"/>
                      <a:pt x="517303" y="329184"/>
                      <a:pt x="516065" y="321945"/>
                    </a:cubicBezTo>
                    <a:cubicBezTo>
                      <a:pt x="514922" y="314992"/>
                      <a:pt x="514350" y="305753"/>
                      <a:pt x="514350" y="294608"/>
                    </a:cubicBezTo>
                    <a:lnTo>
                      <a:pt x="514350" y="195644"/>
                    </a:lnTo>
                    <a:lnTo>
                      <a:pt x="568262" y="195644"/>
                    </a:lnTo>
                    <a:lnTo>
                      <a:pt x="568262" y="131921"/>
                    </a:lnTo>
                    <a:lnTo>
                      <a:pt x="514350" y="131921"/>
                    </a:lnTo>
                    <a:lnTo>
                      <a:pt x="514350" y="21812"/>
                    </a:lnTo>
                    <a:lnTo>
                      <a:pt x="439865" y="21812"/>
                    </a:lnTo>
                    <a:lnTo>
                      <a:pt x="439865" y="295180"/>
                    </a:lnTo>
                    <a:cubicBezTo>
                      <a:pt x="439865" y="318230"/>
                      <a:pt x="441865" y="337852"/>
                      <a:pt x="445865" y="353473"/>
                    </a:cubicBezTo>
                    <a:cubicBezTo>
                      <a:pt x="449771" y="368903"/>
                      <a:pt x="456438" y="381572"/>
                      <a:pt x="465677" y="391001"/>
                    </a:cubicBezTo>
                    <a:cubicBezTo>
                      <a:pt x="474917" y="400431"/>
                      <a:pt x="487204" y="407289"/>
                      <a:pt x="502063" y="411385"/>
                    </a:cubicBezTo>
                    <a:cubicBezTo>
                      <a:pt x="517112" y="415481"/>
                      <a:pt x="536258" y="417671"/>
                      <a:pt x="558927" y="417671"/>
                    </a:cubicBezTo>
                    <a:lnTo>
                      <a:pt x="568262" y="417671"/>
                    </a:lnTo>
                    <a:close/>
                    <a:moveTo>
                      <a:pt x="995172" y="0"/>
                    </a:moveTo>
                    <a:lnTo>
                      <a:pt x="920687" y="0"/>
                    </a:lnTo>
                    <a:lnTo>
                      <a:pt x="920687" y="414719"/>
                    </a:lnTo>
                    <a:lnTo>
                      <a:pt x="995172" y="414719"/>
                    </a:lnTo>
                    <a:lnTo>
                      <a:pt x="995172" y="0"/>
                    </a:lnTo>
                    <a:close/>
                    <a:moveTo>
                      <a:pt x="367951" y="159830"/>
                    </a:moveTo>
                    <a:cubicBezTo>
                      <a:pt x="347282" y="137541"/>
                      <a:pt x="318135" y="126206"/>
                      <a:pt x="281273" y="126206"/>
                    </a:cubicBezTo>
                    <a:cubicBezTo>
                      <a:pt x="263462" y="126206"/>
                      <a:pt x="247079" y="129921"/>
                      <a:pt x="232410" y="137065"/>
                    </a:cubicBezTo>
                    <a:cubicBezTo>
                      <a:pt x="217742" y="144304"/>
                      <a:pt x="205264" y="154496"/>
                      <a:pt x="195358" y="167259"/>
                    </a:cubicBezTo>
                    <a:lnTo>
                      <a:pt x="191262" y="172498"/>
                    </a:lnTo>
                    <a:lnTo>
                      <a:pt x="191262" y="167831"/>
                    </a:lnTo>
                    <a:lnTo>
                      <a:pt x="191262" y="132017"/>
                    </a:lnTo>
                    <a:lnTo>
                      <a:pt x="117920" y="132017"/>
                    </a:lnTo>
                    <a:lnTo>
                      <a:pt x="117920" y="414814"/>
                    </a:lnTo>
                    <a:lnTo>
                      <a:pt x="191929" y="414814"/>
                    </a:lnTo>
                    <a:lnTo>
                      <a:pt x="191929" y="264128"/>
                    </a:lnTo>
                    <a:lnTo>
                      <a:pt x="192024" y="274606"/>
                    </a:lnTo>
                    <a:cubicBezTo>
                      <a:pt x="192024" y="272891"/>
                      <a:pt x="192024" y="271177"/>
                      <a:pt x="192119" y="269558"/>
                    </a:cubicBezTo>
                    <a:cubicBezTo>
                      <a:pt x="192881" y="243173"/>
                      <a:pt x="199454" y="223456"/>
                      <a:pt x="211741" y="210884"/>
                    </a:cubicBezTo>
                    <a:cubicBezTo>
                      <a:pt x="224790" y="197549"/>
                      <a:pt x="240697" y="190786"/>
                      <a:pt x="258985" y="190786"/>
                    </a:cubicBezTo>
                    <a:cubicBezTo>
                      <a:pt x="280511" y="190786"/>
                      <a:pt x="296894" y="197358"/>
                      <a:pt x="307753" y="210407"/>
                    </a:cubicBezTo>
                    <a:cubicBezTo>
                      <a:pt x="318421" y="223171"/>
                      <a:pt x="323850" y="241364"/>
                      <a:pt x="323945" y="264605"/>
                    </a:cubicBezTo>
                    <a:lnTo>
                      <a:pt x="323945" y="264605"/>
                    </a:lnTo>
                    <a:lnTo>
                      <a:pt x="323945" y="265176"/>
                    </a:lnTo>
                    <a:lnTo>
                      <a:pt x="323945" y="265271"/>
                    </a:lnTo>
                    <a:lnTo>
                      <a:pt x="323945" y="414814"/>
                    </a:lnTo>
                    <a:lnTo>
                      <a:pt x="399098" y="414814"/>
                    </a:lnTo>
                    <a:lnTo>
                      <a:pt x="399098" y="254222"/>
                    </a:lnTo>
                    <a:cubicBezTo>
                      <a:pt x="399193" y="213931"/>
                      <a:pt x="388620" y="182118"/>
                      <a:pt x="367951" y="159830"/>
                    </a:cubicBezTo>
                    <a:moveTo>
                      <a:pt x="881825" y="272796"/>
                    </a:moveTo>
                    <a:cubicBezTo>
                      <a:pt x="881825" y="252508"/>
                      <a:pt x="878205" y="233267"/>
                      <a:pt x="871061" y="215646"/>
                    </a:cubicBezTo>
                    <a:cubicBezTo>
                      <a:pt x="863918" y="198025"/>
                      <a:pt x="853821" y="182309"/>
                      <a:pt x="841057" y="168974"/>
                    </a:cubicBezTo>
                    <a:cubicBezTo>
                      <a:pt x="828294" y="155639"/>
                      <a:pt x="812768" y="145066"/>
                      <a:pt x="794957" y="137636"/>
                    </a:cubicBezTo>
                    <a:cubicBezTo>
                      <a:pt x="777145" y="130112"/>
                      <a:pt x="757238" y="126302"/>
                      <a:pt x="735806" y="126302"/>
                    </a:cubicBezTo>
                    <a:cubicBezTo>
                      <a:pt x="715518" y="126302"/>
                      <a:pt x="696182" y="130207"/>
                      <a:pt x="678371" y="137922"/>
                    </a:cubicBezTo>
                    <a:cubicBezTo>
                      <a:pt x="660559" y="145637"/>
                      <a:pt x="644843" y="156210"/>
                      <a:pt x="631698" y="169355"/>
                    </a:cubicBezTo>
                    <a:cubicBezTo>
                      <a:pt x="618554" y="182499"/>
                      <a:pt x="607981" y="198215"/>
                      <a:pt x="600266" y="216027"/>
                    </a:cubicBezTo>
                    <a:cubicBezTo>
                      <a:pt x="592550" y="233839"/>
                      <a:pt x="588645" y="253175"/>
                      <a:pt x="588645" y="273463"/>
                    </a:cubicBezTo>
                    <a:cubicBezTo>
                      <a:pt x="588645" y="293751"/>
                      <a:pt x="592360" y="313087"/>
                      <a:pt x="599694" y="330899"/>
                    </a:cubicBezTo>
                    <a:cubicBezTo>
                      <a:pt x="607028" y="348710"/>
                      <a:pt x="617315" y="364426"/>
                      <a:pt x="630269" y="377571"/>
                    </a:cubicBezTo>
                    <a:cubicBezTo>
                      <a:pt x="643223" y="390716"/>
                      <a:pt x="659130" y="401288"/>
                      <a:pt x="677513" y="409004"/>
                    </a:cubicBezTo>
                    <a:cubicBezTo>
                      <a:pt x="695897" y="416719"/>
                      <a:pt x="716280" y="420624"/>
                      <a:pt x="738092" y="420624"/>
                    </a:cubicBezTo>
                    <a:cubicBezTo>
                      <a:pt x="801148" y="420624"/>
                      <a:pt x="840391" y="391954"/>
                      <a:pt x="863918" y="365093"/>
                    </a:cubicBezTo>
                    <a:lnTo>
                      <a:pt x="810292" y="324231"/>
                    </a:lnTo>
                    <a:cubicBezTo>
                      <a:pt x="798957" y="337661"/>
                      <a:pt x="772192" y="355854"/>
                      <a:pt x="738664" y="355854"/>
                    </a:cubicBezTo>
                    <a:cubicBezTo>
                      <a:pt x="717614" y="355854"/>
                      <a:pt x="700373" y="350996"/>
                      <a:pt x="687229" y="341376"/>
                    </a:cubicBezTo>
                    <a:cubicBezTo>
                      <a:pt x="674084" y="331756"/>
                      <a:pt x="665036" y="318611"/>
                      <a:pt x="660368" y="302133"/>
                    </a:cubicBezTo>
                    <a:lnTo>
                      <a:pt x="659606" y="299466"/>
                    </a:lnTo>
                    <a:lnTo>
                      <a:pt x="881825" y="299466"/>
                    </a:lnTo>
                    <a:lnTo>
                      <a:pt x="881825" y="272796"/>
                    </a:lnTo>
                    <a:close/>
                    <a:moveTo>
                      <a:pt x="660368" y="246793"/>
                    </a:moveTo>
                    <a:cubicBezTo>
                      <a:pt x="660368" y="226124"/>
                      <a:pt x="684086" y="189929"/>
                      <a:pt x="735330" y="189929"/>
                    </a:cubicBezTo>
                    <a:cubicBezTo>
                      <a:pt x="786575" y="189929"/>
                      <a:pt x="810387" y="226028"/>
                      <a:pt x="810387" y="246698"/>
                    </a:cubicBezTo>
                    <a:lnTo>
                      <a:pt x="660368" y="24679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1C42114-E0DC-41C5-A333-869DAB921F8F}"/>
                  </a:ext>
                </a:extLst>
              </p:cNvPr>
              <p:cNvSpPr/>
              <p:nvPr/>
            </p:nvSpPr>
            <p:spPr>
              <a:xfrm>
                <a:off x="2358770" y="6728469"/>
                <a:ext cx="79057" cy="79057"/>
              </a:xfrm>
              <a:custGeom>
                <a:avLst/>
                <a:gdLst>
                  <a:gd name="connsiteX0" fmla="*/ 39529 w 79057"/>
                  <a:gd name="connsiteY0" fmla="*/ 5620 h 79057"/>
                  <a:gd name="connsiteX1" fmla="*/ 73438 w 79057"/>
                  <a:gd name="connsiteY1" fmla="*/ 39529 h 79057"/>
                  <a:gd name="connsiteX2" fmla="*/ 39529 w 79057"/>
                  <a:gd name="connsiteY2" fmla="*/ 73438 h 79057"/>
                  <a:gd name="connsiteX3" fmla="*/ 5620 w 79057"/>
                  <a:gd name="connsiteY3" fmla="*/ 39529 h 79057"/>
                  <a:gd name="connsiteX4" fmla="*/ 39529 w 79057"/>
                  <a:gd name="connsiteY4" fmla="*/ 5620 h 79057"/>
                  <a:gd name="connsiteX5" fmla="*/ 39529 w 79057"/>
                  <a:gd name="connsiteY5" fmla="*/ 0 h 79057"/>
                  <a:gd name="connsiteX6" fmla="*/ 0 w 79057"/>
                  <a:gd name="connsiteY6" fmla="*/ 39529 h 79057"/>
                  <a:gd name="connsiteX7" fmla="*/ 39529 w 79057"/>
                  <a:gd name="connsiteY7" fmla="*/ 79058 h 79057"/>
                  <a:gd name="connsiteX8" fmla="*/ 79058 w 79057"/>
                  <a:gd name="connsiteY8" fmla="*/ 39529 h 79057"/>
                  <a:gd name="connsiteX9" fmla="*/ 39529 w 79057"/>
                  <a:gd name="connsiteY9" fmla="*/ 0 h 79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057" h="79057">
                    <a:moveTo>
                      <a:pt x="39529" y="5620"/>
                    </a:moveTo>
                    <a:cubicBezTo>
                      <a:pt x="58198" y="5620"/>
                      <a:pt x="73438" y="20860"/>
                      <a:pt x="73438" y="39529"/>
                    </a:cubicBezTo>
                    <a:cubicBezTo>
                      <a:pt x="73438" y="58198"/>
                      <a:pt x="58198" y="73438"/>
                      <a:pt x="39529" y="73438"/>
                    </a:cubicBezTo>
                    <a:cubicBezTo>
                      <a:pt x="20860" y="73438"/>
                      <a:pt x="5620" y="58198"/>
                      <a:pt x="5620" y="39529"/>
                    </a:cubicBezTo>
                    <a:cubicBezTo>
                      <a:pt x="5620" y="20860"/>
                      <a:pt x="20860" y="5620"/>
                      <a:pt x="39529" y="5620"/>
                    </a:cubicBezTo>
                    <a:moveTo>
                      <a:pt x="39529" y="0"/>
                    </a:moveTo>
                    <a:cubicBezTo>
                      <a:pt x="17717" y="0"/>
                      <a:pt x="0" y="17717"/>
                      <a:pt x="0" y="39529"/>
                    </a:cubicBezTo>
                    <a:cubicBezTo>
                      <a:pt x="0" y="61341"/>
                      <a:pt x="17717" y="79058"/>
                      <a:pt x="39529" y="79058"/>
                    </a:cubicBezTo>
                    <a:cubicBezTo>
                      <a:pt x="61341" y="79058"/>
                      <a:pt x="79058" y="61341"/>
                      <a:pt x="79058" y="39529"/>
                    </a:cubicBezTo>
                    <a:cubicBezTo>
                      <a:pt x="79058" y="17717"/>
                      <a:pt x="61341" y="0"/>
                      <a:pt x="39529" y="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EB18CC9F-8A17-402D-B10E-AE9061E9554F}"/>
                  </a:ext>
                </a:extLst>
              </p:cNvPr>
              <p:cNvSpPr/>
              <p:nvPr/>
            </p:nvSpPr>
            <p:spPr>
              <a:xfrm>
                <a:off x="2384869" y="6748090"/>
                <a:ext cx="30765" cy="39528"/>
              </a:xfrm>
              <a:custGeom>
                <a:avLst/>
                <a:gdLst>
                  <a:gd name="connsiteX0" fmla="*/ 16383 w 30765"/>
                  <a:gd name="connsiteY0" fmla="*/ 95 h 39528"/>
                  <a:gd name="connsiteX1" fmla="*/ 23051 w 30765"/>
                  <a:gd name="connsiteY1" fmla="*/ 1715 h 39528"/>
                  <a:gd name="connsiteX2" fmla="*/ 27718 w 30765"/>
                  <a:gd name="connsiteY2" fmla="*/ 6191 h 39528"/>
                  <a:gd name="connsiteX3" fmla="*/ 29337 w 30765"/>
                  <a:gd name="connsiteY3" fmla="*/ 12478 h 39528"/>
                  <a:gd name="connsiteX4" fmla="*/ 27146 w 30765"/>
                  <a:gd name="connsiteY4" fmla="*/ 19622 h 39528"/>
                  <a:gd name="connsiteX5" fmla="*/ 21812 w 30765"/>
                  <a:gd name="connsiteY5" fmla="*/ 23717 h 39528"/>
                  <a:gd name="connsiteX6" fmla="*/ 30766 w 30765"/>
                  <a:gd name="connsiteY6" fmla="*/ 39529 h 39528"/>
                  <a:gd name="connsiteX7" fmla="*/ 23717 w 30765"/>
                  <a:gd name="connsiteY7" fmla="*/ 39529 h 39528"/>
                  <a:gd name="connsiteX8" fmla="*/ 15526 w 30765"/>
                  <a:gd name="connsiteY8" fmla="*/ 24860 h 39528"/>
                  <a:gd name="connsiteX9" fmla="*/ 6191 w 30765"/>
                  <a:gd name="connsiteY9" fmla="*/ 24860 h 39528"/>
                  <a:gd name="connsiteX10" fmla="*/ 6191 w 30765"/>
                  <a:gd name="connsiteY10" fmla="*/ 39529 h 39528"/>
                  <a:gd name="connsiteX11" fmla="*/ 0 w 30765"/>
                  <a:gd name="connsiteY11" fmla="*/ 39529 h 39528"/>
                  <a:gd name="connsiteX12" fmla="*/ 0 w 30765"/>
                  <a:gd name="connsiteY12" fmla="*/ 0 h 39528"/>
                  <a:gd name="connsiteX13" fmla="*/ 16383 w 30765"/>
                  <a:gd name="connsiteY13" fmla="*/ 0 h 39528"/>
                  <a:gd name="connsiteX14" fmla="*/ 16383 w 30765"/>
                  <a:gd name="connsiteY14" fmla="*/ 19336 h 39528"/>
                  <a:gd name="connsiteX15" fmla="*/ 19907 w 30765"/>
                  <a:gd name="connsiteY15" fmla="*/ 18478 h 39528"/>
                  <a:gd name="connsiteX16" fmla="*/ 22289 w 30765"/>
                  <a:gd name="connsiteY16" fmla="*/ 16097 h 39528"/>
                  <a:gd name="connsiteX17" fmla="*/ 23146 w 30765"/>
                  <a:gd name="connsiteY17" fmla="*/ 12573 h 39528"/>
                  <a:gd name="connsiteX18" fmla="*/ 22289 w 30765"/>
                  <a:gd name="connsiteY18" fmla="*/ 9049 h 39528"/>
                  <a:gd name="connsiteX19" fmla="*/ 19907 w 30765"/>
                  <a:gd name="connsiteY19" fmla="*/ 6668 h 39528"/>
                  <a:gd name="connsiteX20" fmla="*/ 16383 w 30765"/>
                  <a:gd name="connsiteY20" fmla="*/ 5810 h 39528"/>
                  <a:gd name="connsiteX21" fmla="*/ 6191 w 30765"/>
                  <a:gd name="connsiteY21" fmla="*/ 5810 h 39528"/>
                  <a:gd name="connsiteX22" fmla="*/ 6191 w 30765"/>
                  <a:gd name="connsiteY22" fmla="*/ 19336 h 39528"/>
                  <a:gd name="connsiteX23" fmla="*/ 16383 w 30765"/>
                  <a:gd name="connsiteY23" fmla="*/ 19336 h 39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765" h="39528">
                    <a:moveTo>
                      <a:pt x="16383" y="95"/>
                    </a:moveTo>
                    <a:cubicBezTo>
                      <a:pt x="18860" y="95"/>
                      <a:pt x="21050" y="667"/>
                      <a:pt x="23051" y="1715"/>
                    </a:cubicBezTo>
                    <a:cubicBezTo>
                      <a:pt x="25051" y="2762"/>
                      <a:pt x="26575" y="4286"/>
                      <a:pt x="27718" y="6191"/>
                    </a:cubicBezTo>
                    <a:cubicBezTo>
                      <a:pt x="28861" y="8096"/>
                      <a:pt x="29337" y="10192"/>
                      <a:pt x="29337" y="12478"/>
                    </a:cubicBezTo>
                    <a:cubicBezTo>
                      <a:pt x="29337" y="15335"/>
                      <a:pt x="28575" y="17717"/>
                      <a:pt x="27146" y="19622"/>
                    </a:cubicBezTo>
                    <a:cubicBezTo>
                      <a:pt x="25718" y="21527"/>
                      <a:pt x="23908" y="22860"/>
                      <a:pt x="21812" y="23717"/>
                    </a:cubicBezTo>
                    <a:lnTo>
                      <a:pt x="30766" y="39529"/>
                    </a:lnTo>
                    <a:lnTo>
                      <a:pt x="23717" y="39529"/>
                    </a:lnTo>
                    <a:lnTo>
                      <a:pt x="15526" y="24860"/>
                    </a:lnTo>
                    <a:lnTo>
                      <a:pt x="6191" y="24860"/>
                    </a:lnTo>
                    <a:lnTo>
                      <a:pt x="6191" y="39529"/>
                    </a:lnTo>
                    <a:lnTo>
                      <a:pt x="0" y="39529"/>
                    </a:lnTo>
                    <a:lnTo>
                      <a:pt x="0" y="0"/>
                    </a:lnTo>
                    <a:lnTo>
                      <a:pt x="16383" y="0"/>
                    </a:lnTo>
                    <a:close/>
                    <a:moveTo>
                      <a:pt x="16383" y="19336"/>
                    </a:moveTo>
                    <a:cubicBezTo>
                      <a:pt x="17717" y="19336"/>
                      <a:pt x="18860" y="19050"/>
                      <a:pt x="19907" y="18478"/>
                    </a:cubicBezTo>
                    <a:cubicBezTo>
                      <a:pt x="20955" y="17907"/>
                      <a:pt x="21717" y="17050"/>
                      <a:pt x="22289" y="16097"/>
                    </a:cubicBezTo>
                    <a:cubicBezTo>
                      <a:pt x="22860" y="15050"/>
                      <a:pt x="23146" y="13906"/>
                      <a:pt x="23146" y="12573"/>
                    </a:cubicBezTo>
                    <a:cubicBezTo>
                      <a:pt x="23146" y="11240"/>
                      <a:pt x="22860" y="10097"/>
                      <a:pt x="22289" y="9049"/>
                    </a:cubicBezTo>
                    <a:cubicBezTo>
                      <a:pt x="21717" y="8001"/>
                      <a:pt x="20860" y="7239"/>
                      <a:pt x="19907" y="6668"/>
                    </a:cubicBezTo>
                    <a:cubicBezTo>
                      <a:pt x="18860" y="6096"/>
                      <a:pt x="17717" y="5810"/>
                      <a:pt x="16383" y="5810"/>
                    </a:cubicBezTo>
                    <a:lnTo>
                      <a:pt x="6191" y="5810"/>
                    </a:lnTo>
                    <a:lnTo>
                      <a:pt x="6191" y="19336"/>
                    </a:lnTo>
                    <a:lnTo>
                      <a:pt x="16383" y="1933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538DC6-5A10-44DE-BF8C-5185BC4F6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3803" y="0"/>
            <a:ext cx="4325371" cy="6392520"/>
            <a:chOff x="573803" y="0"/>
            <a:chExt cx="4325371" cy="639252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BE35751-F391-41AA-9B05-1647E37D235B}"/>
                </a:ext>
              </a:extLst>
            </p:cNvPr>
            <p:cNvSpPr/>
            <p:nvPr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CF1866E-6300-47C1-B36B-E4F93E357EE1}"/>
                </a:ext>
              </a:extLst>
            </p:cNvPr>
            <p:cNvSpPr/>
            <p:nvPr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4266AC4-1BB0-4DCC-B988-F338CCC87BB0}"/>
                </a:ext>
              </a:extLst>
            </p:cNvPr>
            <p:cNvSpPr/>
            <p:nvPr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200040-B841-47B7-8555-E0299CDC24FA}"/>
                </a:ext>
              </a:extLst>
            </p:cNvPr>
            <p:cNvSpPr/>
            <p:nvPr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AD8DF60-7E0A-43C5-81B6-9B3522A7A826}"/>
                </a:ext>
              </a:extLst>
            </p:cNvPr>
            <p:cNvGrpSpPr/>
            <p:nvPr/>
          </p:nvGrpSpPr>
          <p:grpSpPr>
            <a:xfrm>
              <a:off x="1468406" y="5995719"/>
              <a:ext cx="1059754" cy="396801"/>
              <a:chOff x="1314450" y="6391094"/>
              <a:chExt cx="1123377" cy="420623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0AC5EDAF-1FA5-4CEA-99CA-7D0E1F5DDF81}"/>
                  </a:ext>
                </a:extLst>
              </p:cNvPr>
              <p:cNvSpPr/>
              <p:nvPr/>
            </p:nvSpPr>
            <p:spPr>
              <a:xfrm>
                <a:off x="1314450" y="6396809"/>
                <a:ext cx="78581" cy="78581"/>
              </a:xfrm>
              <a:custGeom>
                <a:avLst/>
                <a:gdLst>
                  <a:gd name="connsiteX0" fmla="*/ 0 w 78581"/>
                  <a:gd name="connsiteY0" fmla="*/ 0 h 78581"/>
                  <a:gd name="connsiteX1" fmla="*/ 78581 w 78581"/>
                  <a:gd name="connsiteY1" fmla="*/ 0 h 78581"/>
                  <a:gd name="connsiteX2" fmla="*/ 78581 w 78581"/>
                  <a:gd name="connsiteY2" fmla="*/ 78581 h 78581"/>
                  <a:gd name="connsiteX3" fmla="*/ 0 w 78581"/>
                  <a:gd name="connsiteY3" fmla="*/ 78581 h 78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rgbClr val="00B2E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5731A324-874D-4D3D-95F1-8AE3303E2272}"/>
                  </a:ext>
                </a:extLst>
              </p:cNvPr>
              <p:cNvSpPr/>
              <p:nvPr/>
            </p:nvSpPr>
            <p:spPr>
              <a:xfrm>
                <a:off x="1316545" y="6391094"/>
                <a:ext cx="995171" cy="420623"/>
              </a:xfrm>
              <a:custGeom>
                <a:avLst/>
                <a:gdLst>
                  <a:gd name="connsiteX0" fmla="*/ 74486 w 995171"/>
                  <a:gd name="connsiteY0" fmla="*/ 131921 h 420623"/>
                  <a:gd name="connsiteX1" fmla="*/ 0 w 995171"/>
                  <a:gd name="connsiteY1" fmla="*/ 131921 h 420623"/>
                  <a:gd name="connsiteX2" fmla="*/ 0 w 995171"/>
                  <a:gd name="connsiteY2" fmla="*/ 414719 h 420623"/>
                  <a:gd name="connsiteX3" fmla="*/ 74486 w 995171"/>
                  <a:gd name="connsiteY3" fmla="*/ 414719 h 420623"/>
                  <a:gd name="connsiteX4" fmla="*/ 74486 w 995171"/>
                  <a:gd name="connsiteY4" fmla="*/ 131921 h 420623"/>
                  <a:gd name="connsiteX5" fmla="*/ 568262 w 995171"/>
                  <a:gd name="connsiteY5" fmla="*/ 417576 h 420623"/>
                  <a:gd name="connsiteX6" fmla="*/ 568262 w 995171"/>
                  <a:gd name="connsiteY6" fmla="*/ 348234 h 420623"/>
                  <a:gd name="connsiteX7" fmla="*/ 541306 w 995171"/>
                  <a:gd name="connsiteY7" fmla="*/ 346520 h 420623"/>
                  <a:gd name="connsiteX8" fmla="*/ 523780 w 995171"/>
                  <a:gd name="connsiteY8" fmla="*/ 338804 h 420623"/>
                  <a:gd name="connsiteX9" fmla="*/ 516065 w 995171"/>
                  <a:gd name="connsiteY9" fmla="*/ 321945 h 420623"/>
                  <a:gd name="connsiteX10" fmla="*/ 514350 w 995171"/>
                  <a:gd name="connsiteY10" fmla="*/ 294608 h 420623"/>
                  <a:gd name="connsiteX11" fmla="*/ 514350 w 995171"/>
                  <a:gd name="connsiteY11" fmla="*/ 195644 h 420623"/>
                  <a:gd name="connsiteX12" fmla="*/ 568262 w 995171"/>
                  <a:gd name="connsiteY12" fmla="*/ 195644 h 420623"/>
                  <a:gd name="connsiteX13" fmla="*/ 568262 w 995171"/>
                  <a:gd name="connsiteY13" fmla="*/ 131921 h 420623"/>
                  <a:gd name="connsiteX14" fmla="*/ 514350 w 995171"/>
                  <a:gd name="connsiteY14" fmla="*/ 131921 h 420623"/>
                  <a:gd name="connsiteX15" fmla="*/ 514350 w 995171"/>
                  <a:gd name="connsiteY15" fmla="*/ 21812 h 420623"/>
                  <a:gd name="connsiteX16" fmla="*/ 439865 w 995171"/>
                  <a:gd name="connsiteY16" fmla="*/ 21812 h 420623"/>
                  <a:gd name="connsiteX17" fmla="*/ 439865 w 995171"/>
                  <a:gd name="connsiteY17" fmla="*/ 295180 h 420623"/>
                  <a:gd name="connsiteX18" fmla="*/ 445865 w 995171"/>
                  <a:gd name="connsiteY18" fmla="*/ 353473 h 420623"/>
                  <a:gd name="connsiteX19" fmla="*/ 465677 w 995171"/>
                  <a:gd name="connsiteY19" fmla="*/ 391001 h 420623"/>
                  <a:gd name="connsiteX20" fmla="*/ 502063 w 995171"/>
                  <a:gd name="connsiteY20" fmla="*/ 411385 h 420623"/>
                  <a:gd name="connsiteX21" fmla="*/ 558927 w 995171"/>
                  <a:gd name="connsiteY21" fmla="*/ 417671 h 420623"/>
                  <a:gd name="connsiteX22" fmla="*/ 568262 w 995171"/>
                  <a:gd name="connsiteY22" fmla="*/ 417671 h 420623"/>
                  <a:gd name="connsiteX23" fmla="*/ 995172 w 995171"/>
                  <a:gd name="connsiteY23" fmla="*/ 0 h 420623"/>
                  <a:gd name="connsiteX24" fmla="*/ 920687 w 995171"/>
                  <a:gd name="connsiteY24" fmla="*/ 0 h 420623"/>
                  <a:gd name="connsiteX25" fmla="*/ 920687 w 995171"/>
                  <a:gd name="connsiteY25" fmla="*/ 414719 h 420623"/>
                  <a:gd name="connsiteX26" fmla="*/ 995172 w 995171"/>
                  <a:gd name="connsiteY26" fmla="*/ 414719 h 420623"/>
                  <a:gd name="connsiteX27" fmla="*/ 995172 w 995171"/>
                  <a:gd name="connsiteY27" fmla="*/ 0 h 420623"/>
                  <a:gd name="connsiteX28" fmla="*/ 367951 w 995171"/>
                  <a:gd name="connsiteY28" fmla="*/ 159830 h 420623"/>
                  <a:gd name="connsiteX29" fmla="*/ 281273 w 995171"/>
                  <a:gd name="connsiteY29" fmla="*/ 126206 h 420623"/>
                  <a:gd name="connsiteX30" fmla="*/ 232410 w 995171"/>
                  <a:gd name="connsiteY30" fmla="*/ 137065 h 420623"/>
                  <a:gd name="connsiteX31" fmla="*/ 195358 w 995171"/>
                  <a:gd name="connsiteY31" fmla="*/ 167259 h 420623"/>
                  <a:gd name="connsiteX32" fmla="*/ 191262 w 995171"/>
                  <a:gd name="connsiteY32" fmla="*/ 172498 h 420623"/>
                  <a:gd name="connsiteX33" fmla="*/ 191262 w 995171"/>
                  <a:gd name="connsiteY33" fmla="*/ 167831 h 420623"/>
                  <a:gd name="connsiteX34" fmla="*/ 191262 w 995171"/>
                  <a:gd name="connsiteY34" fmla="*/ 132017 h 420623"/>
                  <a:gd name="connsiteX35" fmla="*/ 117920 w 995171"/>
                  <a:gd name="connsiteY35" fmla="*/ 132017 h 420623"/>
                  <a:gd name="connsiteX36" fmla="*/ 117920 w 995171"/>
                  <a:gd name="connsiteY36" fmla="*/ 414814 h 420623"/>
                  <a:gd name="connsiteX37" fmla="*/ 191929 w 995171"/>
                  <a:gd name="connsiteY37" fmla="*/ 414814 h 420623"/>
                  <a:gd name="connsiteX38" fmla="*/ 191929 w 995171"/>
                  <a:gd name="connsiteY38" fmla="*/ 264128 h 420623"/>
                  <a:gd name="connsiteX39" fmla="*/ 192024 w 995171"/>
                  <a:gd name="connsiteY39" fmla="*/ 274606 h 420623"/>
                  <a:gd name="connsiteX40" fmla="*/ 192119 w 995171"/>
                  <a:gd name="connsiteY40" fmla="*/ 269558 h 420623"/>
                  <a:gd name="connsiteX41" fmla="*/ 211741 w 995171"/>
                  <a:gd name="connsiteY41" fmla="*/ 210884 h 420623"/>
                  <a:gd name="connsiteX42" fmla="*/ 258985 w 995171"/>
                  <a:gd name="connsiteY42" fmla="*/ 190786 h 420623"/>
                  <a:gd name="connsiteX43" fmla="*/ 307753 w 995171"/>
                  <a:gd name="connsiteY43" fmla="*/ 210407 h 420623"/>
                  <a:gd name="connsiteX44" fmla="*/ 323945 w 995171"/>
                  <a:gd name="connsiteY44" fmla="*/ 264605 h 420623"/>
                  <a:gd name="connsiteX45" fmla="*/ 323945 w 995171"/>
                  <a:gd name="connsiteY45" fmla="*/ 264605 h 420623"/>
                  <a:gd name="connsiteX46" fmla="*/ 323945 w 995171"/>
                  <a:gd name="connsiteY46" fmla="*/ 265176 h 420623"/>
                  <a:gd name="connsiteX47" fmla="*/ 323945 w 995171"/>
                  <a:gd name="connsiteY47" fmla="*/ 265271 h 420623"/>
                  <a:gd name="connsiteX48" fmla="*/ 323945 w 995171"/>
                  <a:gd name="connsiteY48" fmla="*/ 414814 h 420623"/>
                  <a:gd name="connsiteX49" fmla="*/ 399098 w 995171"/>
                  <a:gd name="connsiteY49" fmla="*/ 414814 h 420623"/>
                  <a:gd name="connsiteX50" fmla="*/ 399098 w 995171"/>
                  <a:gd name="connsiteY50" fmla="*/ 254222 h 420623"/>
                  <a:gd name="connsiteX51" fmla="*/ 367951 w 995171"/>
                  <a:gd name="connsiteY51" fmla="*/ 159830 h 420623"/>
                  <a:gd name="connsiteX52" fmla="*/ 881825 w 995171"/>
                  <a:gd name="connsiteY52" fmla="*/ 272796 h 420623"/>
                  <a:gd name="connsiteX53" fmla="*/ 871061 w 995171"/>
                  <a:gd name="connsiteY53" fmla="*/ 215646 h 420623"/>
                  <a:gd name="connsiteX54" fmla="*/ 841057 w 995171"/>
                  <a:gd name="connsiteY54" fmla="*/ 168974 h 420623"/>
                  <a:gd name="connsiteX55" fmla="*/ 794957 w 995171"/>
                  <a:gd name="connsiteY55" fmla="*/ 137636 h 420623"/>
                  <a:gd name="connsiteX56" fmla="*/ 735806 w 995171"/>
                  <a:gd name="connsiteY56" fmla="*/ 126302 h 420623"/>
                  <a:gd name="connsiteX57" fmla="*/ 678371 w 995171"/>
                  <a:gd name="connsiteY57" fmla="*/ 137922 h 420623"/>
                  <a:gd name="connsiteX58" fmla="*/ 631698 w 995171"/>
                  <a:gd name="connsiteY58" fmla="*/ 169355 h 420623"/>
                  <a:gd name="connsiteX59" fmla="*/ 600266 w 995171"/>
                  <a:gd name="connsiteY59" fmla="*/ 216027 h 420623"/>
                  <a:gd name="connsiteX60" fmla="*/ 588645 w 995171"/>
                  <a:gd name="connsiteY60" fmla="*/ 273463 h 420623"/>
                  <a:gd name="connsiteX61" fmla="*/ 599694 w 995171"/>
                  <a:gd name="connsiteY61" fmla="*/ 330899 h 420623"/>
                  <a:gd name="connsiteX62" fmla="*/ 630269 w 995171"/>
                  <a:gd name="connsiteY62" fmla="*/ 377571 h 420623"/>
                  <a:gd name="connsiteX63" fmla="*/ 677513 w 995171"/>
                  <a:gd name="connsiteY63" fmla="*/ 409004 h 420623"/>
                  <a:gd name="connsiteX64" fmla="*/ 738092 w 995171"/>
                  <a:gd name="connsiteY64" fmla="*/ 420624 h 420623"/>
                  <a:gd name="connsiteX65" fmla="*/ 863918 w 995171"/>
                  <a:gd name="connsiteY65" fmla="*/ 365093 h 420623"/>
                  <a:gd name="connsiteX66" fmla="*/ 810292 w 995171"/>
                  <a:gd name="connsiteY66" fmla="*/ 324231 h 420623"/>
                  <a:gd name="connsiteX67" fmla="*/ 738664 w 995171"/>
                  <a:gd name="connsiteY67" fmla="*/ 355854 h 420623"/>
                  <a:gd name="connsiteX68" fmla="*/ 687229 w 995171"/>
                  <a:gd name="connsiteY68" fmla="*/ 341376 h 420623"/>
                  <a:gd name="connsiteX69" fmla="*/ 660368 w 995171"/>
                  <a:gd name="connsiteY69" fmla="*/ 302133 h 420623"/>
                  <a:gd name="connsiteX70" fmla="*/ 659606 w 995171"/>
                  <a:gd name="connsiteY70" fmla="*/ 299466 h 420623"/>
                  <a:gd name="connsiteX71" fmla="*/ 881825 w 995171"/>
                  <a:gd name="connsiteY71" fmla="*/ 299466 h 420623"/>
                  <a:gd name="connsiteX72" fmla="*/ 881825 w 995171"/>
                  <a:gd name="connsiteY72" fmla="*/ 272796 h 420623"/>
                  <a:gd name="connsiteX73" fmla="*/ 660368 w 995171"/>
                  <a:gd name="connsiteY73" fmla="*/ 246793 h 420623"/>
                  <a:gd name="connsiteX74" fmla="*/ 735330 w 995171"/>
                  <a:gd name="connsiteY74" fmla="*/ 189929 h 420623"/>
                  <a:gd name="connsiteX75" fmla="*/ 810387 w 995171"/>
                  <a:gd name="connsiteY75" fmla="*/ 246698 h 420623"/>
                  <a:gd name="connsiteX76" fmla="*/ 660368 w 995171"/>
                  <a:gd name="connsiteY76" fmla="*/ 246793 h 420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995171" h="420623">
                    <a:moveTo>
                      <a:pt x="74486" y="131921"/>
                    </a:moveTo>
                    <a:lnTo>
                      <a:pt x="0" y="131921"/>
                    </a:lnTo>
                    <a:lnTo>
                      <a:pt x="0" y="414719"/>
                    </a:lnTo>
                    <a:lnTo>
                      <a:pt x="74486" y="414719"/>
                    </a:lnTo>
                    <a:lnTo>
                      <a:pt x="74486" y="131921"/>
                    </a:lnTo>
                    <a:close/>
                    <a:moveTo>
                      <a:pt x="568262" y="417576"/>
                    </a:moveTo>
                    <a:lnTo>
                      <a:pt x="568262" y="348234"/>
                    </a:lnTo>
                    <a:cubicBezTo>
                      <a:pt x="557308" y="348139"/>
                      <a:pt x="548259" y="347567"/>
                      <a:pt x="541306" y="346520"/>
                    </a:cubicBezTo>
                    <a:cubicBezTo>
                      <a:pt x="533591" y="345281"/>
                      <a:pt x="527685" y="342710"/>
                      <a:pt x="523780" y="338804"/>
                    </a:cubicBezTo>
                    <a:cubicBezTo>
                      <a:pt x="519875" y="334899"/>
                      <a:pt x="517303" y="329184"/>
                      <a:pt x="516065" y="321945"/>
                    </a:cubicBezTo>
                    <a:cubicBezTo>
                      <a:pt x="514922" y="314992"/>
                      <a:pt x="514350" y="305753"/>
                      <a:pt x="514350" y="294608"/>
                    </a:cubicBezTo>
                    <a:lnTo>
                      <a:pt x="514350" y="195644"/>
                    </a:lnTo>
                    <a:lnTo>
                      <a:pt x="568262" y="195644"/>
                    </a:lnTo>
                    <a:lnTo>
                      <a:pt x="568262" y="131921"/>
                    </a:lnTo>
                    <a:lnTo>
                      <a:pt x="514350" y="131921"/>
                    </a:lnTo>
                    <a:lnTo>
                      <a:pt x="514350" y="21812"/>
                    </a:lnTo>
                    <a:lnTo>
                      <a:pt x="439865" y="21812"/>
                    </a:lnTo>
                    <a:lnTo>
                      <a:pt x="439865" y="295180"/>
                    </a:lnTo>
                    <a:cubicBezTo>
                      <a:pt x="439865" y="318230"/>
                      <a:pt x="441865" y="337852"/>
                      <a:pt x="445865" y="353473"/>
                    </a:cubicBezTo>
                    <a:cubicBezTo>
                      <a:pt x="449771" y="368903"/>
                      <a:pt x="456438" y="381572"/>
                      <a:pt x="465677" y="391001"/>
                    </a:cubicBezTo>
                    <a:cubicBezTo>
                      <a:pt x="474917" y="400431"/>
                      <a:pt x="487204" y="407289"/>
                      <a:pt x="502063" y="411385"/>
                    </a:cubicBezTo>
                    <a:cubicBezTo>
                      <a:pt x="517112" y="415481"/>
                      <a:pt x="536258" y="417671"/>
                      <a:pt x="558927" y="417671"/>
                    </a:cubicBezTo>
                    <a:lnTo>
                      <a:pt x="568262" y="417671"/>
                    </a:lnTo>
                    <a:close/>
                    <a:moveTo>
                      <a:pt x="995172" y="0"/>
                    </a:moveTo>
                    <a:lnTo>
                      <a:pt x="920687" y="0"/>
                    </a:lnTo>
                    <a:lnTo>
                      <a:pt x="920687" y="414719"/>
                    </a:lnTo>
                    <a:lnTo>
                      <a:pt x="995172" y="414719"/>
                    </a:lnTo>
                    <a:lnTo>
                      <a:pt x="995172" y="0"/>
                    </a:lnTo>
                    <a:close/>
                    <a:moveTo>
                      <a:pt x="367951" y="159830"/>
                    </a:moveTo>
                    <a:cubicBezTo>
                      <a:pt x="347282" y="137541"/>
                      <a:pt x="318135" y="126206"/>
                      <a:pt x="281273" y="126206"/>
                    </a:cubicBezTo>
                    <a:cubicBezTo>
                      <a:pt x="263462" y="126206"/>
                      <a:pt x="247079" y="129921"/>
                      <a:pt x="232410" y="137065"/>
                    </a:cubicBezTo>
                    <a:cubicBezTo>
                      <a:pt x="217742" y="144304"/>
                      <a:pt x="205264" y="154496"/>
                      <a:pt x="195358" y="167259"/>
                    </a:cubicBezTo>
                    <a:lnTo>
                      <a:pt x="191262" y="172498"/>
                    </a:lnTo>
                    <a:lnTo>
                      <a:pt x="191262" y="167831"/>
                    </a:lnTo>
                    <a:lnTo>
                      <a:pt x="191262" y="132017"/>
                    </a:lnTo>
                    <a:lnTo>
                      <a:pt x="117920" y="132017"/>
                    </a:lnTo>
                    <a:lnTo>
                      <a:pt x="117920" y="414814"/>
                    </a:lnTo>
                    <a:lnTo>
                      <a:pt x="191929" y="414814"/>
                    </a:lnTo>
                    <a:lnTo>
                      <a:pt x="191929" y="264128"/>
                    </a:lnTo>
                    <a:lnTo>
                      <a:pt x="192024" y="274606"/>
                    </a:lnTo>
                    <a:cubicBezTo>
                      <a:pt x="192024" y="272891"/>
                      <a:pt x="192024" y="271177"/>
                      <a:pt x="192119" y="269558"/>
                    </a:cubicBezTo>
                    <a:cubicBezTo>
                      <a:pt x="192881" y="243173"/>
                      <a:pt x="199454" y="223456"/>
                      <a:pt x="211741" y="210884"/>
                    </a:cubicBezTo>
                    <a:cubicBezTo>
                      <a:pt x="224790" y="197549"/>
                      <a:pt x="240697" y="190786"/>
                      <a:pt x="258985" y="190786"/>
                    </a:cubicBezTo>
                    <a:cubicBezTo>
                      <a:pt x="280511" y="190786"/>
                      <a:pt x="296894" y="197358"/>
                      <a:pt x="307753" y="210407"/>
                    </a:cubicBezTo>
                    <a:cubicBezTo>
                      <a:pt x="318421" y="223171"/>
                      <a:pt x="323850" y="241364"/>
                      <a:pt x="323945" y="264605"/>
                    </a:cubicBezTo>
                    <a:lnTo>
                      <a:pt x="323945" y="264605"/>
                    </a:lnTo>
                    <a:lnTo>
                      <a:pt x="323945" y="265176"/>
                    </a:lnTo>
                    <a:lnTo>
                      <a:pt x="323945" y="265271"/>
                    </a:lnTo>
                    <a:lnTo>
                      <a:pt x="323945" y="414814"/>
                    </a:lnTo>
                    <a:lnTo>
                      <a:pt x="399098" y="414814"/>
                    </a:lnTo>
                    <a:lnTo>
                      <a:pt x="399098" y="254222"/>
                    </a:lnTo>
                    <a:cubicBezTo>
                      <a:pt x="399193" y="213931"/>
                      <a:pt x="388620" y="182118"/>
                      <a:pt x="367951" y="159830"/>
                    </a:cubicBezTo>
                    <a:moveTo>
                      <a:pt x="881825" y="272796"/>
                    </a:moveTo>
                    <a:cubicBezTo>
                      <a:pt x="881825" y="252508"/>
                      <a:pt x="878205" y="233267"/>
                      <a:pt x="871061" y="215646"/>
                    </a:cubicBezTo>
                    <a:cubicBezTo>
                      <a:pt x="863918" y="198025"/>
                      <a:pt x="853821" y="182309"/>
                      <a:pt x="841057" y="168974"/>
                    </a:cubicBezTo>
                    <a:cubicBezTo>
                      <a:pt x="828294" y="155639"/>
                      <a:pt x="812768" y="145066"/>
                      <a:pt x="794957" y="137636"/>
                    </a:cubicBezTo>
                    <a:cubicBezTo>
                      <a:pt x="777145" y="130112"/>
                      <a:pt x="757238" y="126302"/>
                      <a:pt x="735806" y="126302"/>
                    </a:cubicBezTo>
                    <a:cubicBezTo>
                      <a:pt x="715518" y="126302"/>
                      <a:pt x="696182" y="130207"/>
                      <a:pt x="678371" y="137922"/>
                    </a:cubicBezTo>
                    <a:cubicBezTo>
                      <a:pt x="660559" y="145637"/>
                      <a:pt x="644843" y="156210"/>
                      <a:pt x="631698" y="169355"/>
                    </a:cubicBezTo>
                    <a:cubicBezTo>
                      <a:pt x="618554" y="182499"/>
                      <a:pt x="607981" y="198215"/>
                      <a:pt x="600266" y="216027"/>
                    </a:cubicBezTo>
                    <a:cubicBezTo>
                      <a:pt x="592550" y="233839"/>
                      <a:pt x="588645" y="253175"/>
                      <a:pt x="588645" y="273463"/>
                    </a:cubicBezTo>
                    <a:cubicBezTo>
                      <a:pt x="588645" y="293751"/>
                      <a:pt x="592360" y="313087"/>
                      <a:pt x="599694" y="330899"/>
                    </a:cubicBezTo>
                    <a:cubicBezTo>
                      <a:pt x="607028" y="348710"/>
                      <a:pt x="617315" y="364426"/>
                      <a:pt x="630269" y="377571"/>
                    </a:cubicBezTo>
                    <a:cubicBezTo>
                      <a:pt x="643223" y="390716"/>
                      <a:pt x="659130" y="401288"/>
                      <a:pt x="677513" y="409004"/>
                    </a:cubicBezTo>
                    <a:cubicBezTo>
                      <a:pt x="695897" y="416719"/>
                      <a:pt x="716280" y="420624"/>
                      <a:pt x="738092" y="420624"/>
                    </a:cubicBezTo>
                    <a:cubicBezTo>
                      <a:pt x="801148" y="420624"/>
                      <a:pt x="840391" y="391954"/>
                      <a:pt x="863918" y="365093"/>
                    </a:cubicBezTo>
                    <a:lnTo>
                      <a:pt x="810292" y="324231"/>
                    </a:lnTo>
                    <a:cubicBezTo>
                      <a:pt x="798957" y="337661"/>
                      <a:pt x="772192" y="355854"/>
                      <a:pt x="738664" y="355854"/>
                    </a:cubicBezTo>
                    <a:cubicBezTo>
                      <a:pt x="717614" y="355854"/>
                      <a:pt x="700373" y="350996"/>
                      <a:pt x="687229" y="341376"/>
                    </a:cubicBezTo>
                    <a:cubicBezTo>
                      <a:pt x="674084" y="331756"/>
                      <a:pt x="665036" y="318611"/>
                      <a:pt x="660368" y="302133"/>
                    </a:cubicBezTo>
                    <a:lnTo>
                      <a:pt x="659606" y="299466"/>
                    </a:lnTo>
                    <a:lnTo>
                      <a:pt x="881825" y="299466"/>
                    </a:lnTo>
                    <a:lnTo>
                      <a:pt x="881825" y="272796"/>
                    </a:lnTo>
                    <a:close/>
                    <a:moveTo>
                      <a:pt x="660368" y="246793"/>
                    </a:moveTo>
                    <a:cubicBezTo>
                      <a:pt x="660368" y="226124"/>
                      <a:pt x="684086" y="189929"/>
                      <a:pt x="735330" y="189929"/>
                    </a:cubicBezTo>
                    <a:cubicBezTo>
                      <a:pt x="786575" y="189929"/>
                      <a:pt x="810387" y="226028"/>
                      <a:pt x="810387" y="246698"/>
                    </a:cubicBezTo>
                    <a:lnTo>
                      <a:pt x="660368" y="24679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34E3A93-BFC9-49AD-8CF7-7EDF2A13157E}"/>
                  </a:ext>
                </a:extLst>
              </p:cNvPr>
              <p:cNvSpPr/>
              <p:nvPr/>
            </p:nvSpPr>
            <p:spPr>
              <a:xfrm>
                <a:off x="2358770" y="6728469"/>
                <a:ext cx="79057" cy="79057"/>
              </a:xfrm>
              <a:custGeom>
                <a:avLst/>
                <a:gdLst>
                  <a:gd name="connsiteX0" fmla="*/ 39529 w 79057"/>
                  <a:gd name="connsiteY0" fmla="*/ 5620 h 79057"/>
                  <a:gd name="connsiteX1" fmla="*/ 73438 w 79057"/>
                  <a:gd name="connsiteY1" fmla="*/ 39529 h 79057"/>
                  <a:gd name="connsiteX2" fmla="*/ 39529 w 79057"/>
                  <a:gd name="connsiteY2" fmla="*/ 73438 h 79057"/>
                  <a:gd name="connsiteX3" fmla="*/ 5620 w 79057"/>
                  <a:gd name="connsiteY3" fmla="*/ 39529 h 79057"/>
                  <a:gd name="connsiteX4" fmla="*/ 39529 w 79057"/>
                  <a:gd name="connsiteY4" fmla="*/ 5620 h 79057"/>
                  <a:gd name="connsiteX5" fmla="*/ 39529 w 79057"/>
                  <a:gd name="connsiteY5" fmla="*/ 0 h 79057"/>
                  <a:gd name="connsiteX6" fmla="*/ 0 w 79057"/>
                  <a:gd name="connsiteY6" fmla="*/ 39529 h 79057"/>
                  <a:gd name="connsiteX7" fmla="*/ 39529 w 79057"/>
                  <a:gd name="connsiteY7" fmla="*/ 79058 h 79057"/>
                  <a:gd name="connsiteX8" fmla="*/ 79058 w 79057"/>
                  <a:gd name="connsiteY8" fmla="*/ 39529 h 79057"/>
                  <a:gd name="connsiteX9" fmla="*/ 39529 w 79057"/>
                  <a:gd name="connsiteY9" fmla="*/ 0 h 79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057" h="79057">
                    <a:moveTo>
                      <a:pt x="39529" y="5620"/>
                    </a:moveTo>
                    <a:cubicBezTo>
                      <a:pt x="58198" y="5620"/>
                      <a:pt x="73438" y="20860"/>
                      <a:pt x="73438" y="39529"/>
                    </a:cubicBezTo>
                    <a:cubicBezTo>
                      <a:pt x="73438" y="58198"/>
                      <a:pt x="58198" y="73438"/>
                      <a:pt x="39529" y="73438"/>
                    </a:cubicBezTo>
                    <a:cubicBezTo>
                      <a:pt x="20860" y="73438"/>
                      <a:pt x="5620" y="58198"/>
                      <a:pt x="5620" y="39529"/>
                    </a:cubicBezTo>
                    <a:cubicBezTo>
                      <a:pt x="5620" y="20860"/>
                      <a:pt x="20860" y="5620"/>
                      <a:pt x="39529" y="5620"/>
                    </a:cubicBezTo>
                    <a:moveTo>
                      <a:pt x="39529" y="0"/>
                    </a:moveTo>
                    <a:cubicBezTo>
                      <a:pt x="17717" y="0"/>
                      <a:pt x="0" y="17717"/>
                      <a:pt x="0" y="39529"/>
                    </a:cubicBezTo>
                    <a:cubicBezTo>
                      <a:pt x="0" y="61341"/>
                      <a:pt x="17717" y="79058"/>
                      <a:pt x="39529" y="79058"/>
                    </a:cubicBezTo>
                    <a:cubicBezTo>
                      <a:pt x="61341" y="79058"/>
                      <a:pt x="79058" y="61341"/>
                      <a:pt x="79058" y="39529"/>
                    </a:cubicBezTo>
                    <a:cubicBezTo>
                      <a:pt x="79058" y="17717"/>
                      <a:pt x="61341" y="0"/>
                      <a:pt x="39529" y="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839DD8F2-C56B-454C-9A84-A663F83DB6CE}"/>
                  </a:ext>
                </a:extLst>
              </p:cNvPr>
              <p:cNvSpPr/>
              <p:nvPr/>
            </p:nvSpPr>
            <p:spPr>
              <a:xfrm>
                <a:off x="2384869" y="6748090"/>
                <a:ext cx="30765" cy="39528"/>
              </a:xfrm>
              <a:custGeom>
                <a:avLst/>
                <a:gdLst>
                  <a:gd name="connsiteX0" fmla="*/ 16383 w 30765"/>
                  <a:gd name="connsiteY0" fmla="*/ 95 h 39528"/>
                  <a:gd name="connsiteX1" fmla="*/ 23051 w 30765"/>
                  <a:gd name="connsiteY1" fmla="*/ 1715 h 39528"/>
                  <a:gd name="connsiteX2" fmla="*/ 27718 w 30765"/>
                  <a:gd name="connsiteY2" fmla="*/ 6191 h 39528"/>
                  <a:gd name="connsiteX3" fmla="*/ 29337 w 30765"/>
                  <a:gd name="connsiteY3" fmla="*/ 12478 h 39528"/>
                  <a:gd name="connsiteX4" fmla="*/ 27146 w 30765"/>
                  <a:gd name="connsiteY4" fmla="*/ 19622 h 39528"/>
                  <a:gd name="connsiteX5" fmla="*/ 21812 w 30765"/>
                  <a:gd name="connsiteY5" fmla="*/ 23717 h 39528"/>
                  <a:gd name="connsiteX6" fmla="*/ 30766 w 30765"/>
                  <a:gd name="connsiteY6" fmla="*/ 39529 h 39528"/>
                  <a:gd name="connsiteX7" fmla="*/ 23717 w 30765"/>
                  <a:gd name="connsiteY7" fmla="*/ 39529 h 39528"/>
                  <a:gd name="connsiteX8" fmla="*/ 15526 w 30765"/>
                  <a:gd name="connsiteY8" fmla="*/ 24860 h 39528"/>
                  <a:gd name="connsiteX9" fmla="*/ 6191 w 30765"/>
                  <a:gd name="connsiteY9" fmla="*/ 24860 h 39528"/>
                  <a:gd name="connsiteX10" fmla="*/ 6191 w 30765"/>
                  <a:gd name="connsiteY10" fmla="*/ 39529 h 39528"/>
                  <a:gd name="connsiteX11" fmla="*/ 0 w 30765"/>
                  <a:gd name="connsiteY11" fmla="*/ 39529 h 39528"/>
                  <a:gd name="connsiteX12" fmla="*/ 0 w 30765"/>
                  <a:gd name="connsiteY12" fmla="*/ 0 h 39528"/>
                  <a:gd name="connsiteX13" fmla="*/ 16383 w 30765"/>
                  <a:gd name="connsiteY13" fmla="*/ 0 h 39528"/>
                  <a:gd name="connsiteX14" fmla="*/ 16383 w 30765"/>
                  <a:gd name="connsiteY14" fmla="*/ 19336 h 39528"/>
                  <a:gd name="connsiteX15" fmla="*/ 19907 w 30765"/>
                  <a:gd name="connsiteY15" fmla="*/ 18478 h 39528"/>
                  <a:gd name="connsiteX16" fmla="*/ 22289 w 30765"/>
                  <a:gd name="connsiteY16" fmla="*/ 16097 h 39528"/>
                  <a:gd name="connsiteX17" fmla="*/ 23146 w 30765"/>
                  <a:gd name="connsiteY17" fmla="*/ 12573 h 39528"/>
                  <a:gd name="connsiteX18" fmla="*/ 22289 w 30765"/>
                  <a:gd name="connsiteY18" fmla="*/ 9049 h 39528"/>
                  <a:gd name="connsiteX19" fmla="*/ 19907 w 30765"/>
                  <a:gd name="connsiteY19" fmla="*/ 6668 h 39528"/>
                  <a:gd name="connsiteX20" fmla="*/ 16383 w 30765"/>
                  <a:gd name="connsiteY20" fmla="*/ 5810 h 39528"/>
                  <a:gd name="connsiteX21" fmla="*/ 6191 w 30765"/>
                  <a:gd name="connsiteY21" fmla="*/ 5810 h 39528"/>
                  <a:gd name="connsiteX22" fmla="*/ 6191 w 30765"/>
                  <a:gd name="connsiteY22" fmla="*/ 19336 h 39528"/>
                  <a:gd name="connsiteX23" fmla="*/ 16383 w 30765"/>
                  <a:gd name="connsiteY23" fmla="*/ 19336 h 39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765" h="39528">
                    <a:moveTo>
                      <a:pt x="16383" y="95"/>
                    </a:moveTo>
                    <a:cubicBezTo>
                      <a:pt x="18860" y="95"/>
                      <a:pt x="21050" y="667"/>
                      <a:pt x="23051" y="1715"/>
                    </a:cubicBezTo>
                    <a:cubicBezTo>
                      <a:pt x="25051" y="2762"/>
                      <a:pt x="26575" y="4286"/>
                      <a:pt x="27718" y="6191"/>
                    </a:cubicBezTo>
                    <a:cubicBezTo>
                      <a:pt x="28861" y="8096"/>
                      <a:pt x="29337" y="10192"/>
                      <a:pt x="29337" y="12478"/>
                    </a:cubicBezTo>
                    <a:cubicBezTo>
                      <a:pt x="29337" y="15335"/>
                      <a:pt x="28575" y="17717"/>
                      <a:pt x="27146" y="19622"/>
                    </a:cubicBezTo>
                    <a:cubicBezTo>
                      <a:pt x="25718" y="21527"/>
                      <a:pt x="23908" y="22860"/>
                      <a:pt x="21812" y="23717"/>
                    </a:cubicBezTo>
                    <a:lnTo>
                      <a:pt x="30766" y="39529"/>
                    </a:lnTo>
                    <a:lnTo>
                      <a:pt x="23717" y="39529"/>
                    </a:lnTo>
                    <a:lnTo>
                      <a:pt x="15526" y="24860"/>
                    </a:lnTo>
                    <a:lnTo>
                      <a:pt x="6191" y="24860"/>
                    </a:lnTo>
                    <a:lnTo>
                      <a:pt x="6191" y="39529"/>
                    </a:lnTo>
                    <a:lnTo>
                      <a:pt x="0" y="39529"/>
                    </a:lnTo>
                    <a:lnTo>
                      <a:pt x="0" y="0"/>
                    </a:lnTo>
                    <a:lnTo>
                      <a:pt x="16383" y="0"/>
                    </a:lnTo>
                    <a:close/>
                    <a:moveTo>
                      <a:pt x="16383" y="19336"/>
                    </a:moveTo>
                    <a:cubicBezTo>
                      <a:pt x="17717" y="19336"/>
                      <a:pt x="18860" y="19050"/>
                      <a:pt x="19907" y="18478"/>
                    </a:cubicBezTo>
                    <a:cubicBezTo>
                      <a:pt x="20955" y="17907"/>
                      <a:pt x="21717" y="17050"/>
                      <a:pt x="22289" y="16097"/>
                    </a:cubicBezTo>
                    <a:cubicBezTo>
                      <a:pt x="22860" y="15050"/>
                      <a:pt x="23146" y="13906"/>
                      <a:pt x="23146" y="12573"/>
                    </a:cubicBezTo>
                    <a:cubicBezTo>
                      <a:pt x="23146" y="11240"/>
                      <a:pt x="22860" y="10097"/>
                      <a:pt x="22289" y="9049"/>
                    </a:cubicBezTo>
                    <a:cubicBezTo>
                      <a:pt x="21717" y="8001"/>
                      <a:pt x="20860" y="7239"/>
                      <a:pt x="19907" y="6668"/>
                    </a:cubicBezTo>
                    <a:cubicBezTo>
                      <a:pt x="18860" y="6096"/>
                      <a:pt x="17717" y="5810"/>
                      <a:pt x="16383" y="5810"/>
                    </a:cubicBezTo>
                    <a:lnTo>
                      <a:pt x="6191" y="5810"/>
                    </a:lnTo>
                    <a:lnTo>
                      <a:pt x="6191" y="19336"/>
                    </a:lnTo>
                    <a:lnTo>
                      <a:pt x="16383" y="1933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3438" y="944163"/>
            <a:ext cx="9810362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42536" y="1635111"/>
            <a:ext cx="9789007" cy="187485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42536" y="3602038"/>
            <a:ext cx="978900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63862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lue B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6882660D-9752-4416-A0A1-69ECA0CD4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3803" y="0"/>
            <a:ext cx="4325371" cy="6392520"/>
            <a:chOff x="573803" y="0"/>
            <a:chExt cx="4325371" cy="639252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81569F-6701-4CDA-895D-6BD6D388AB05}"/>
                </a:ext>
              </a:extLst>
            </p:cNvPr>
            <p:cNvSpPr/>
            <p:nvPr userDrawn="1"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EFB02BB-CBC4-4742-9BA0-2C9212EFAF23}"/>
                </a:ext>
              </a:extLst>
            </p:cNvPr>
            <p:cNvGrpSpPr/>
            <p:nvPr userDrawn="1"/>
          </p:nvGrpSpPr>
          <p:grpSpPr>
            <a:xfrm>
              <a:off x="1468406" y="5995719"/>
              <a:ext cx="1059754" cy="396801"/>
              <a:chOff x="1314450" y="6391094"/>
              <a:chExt cx="1123377" cy="420623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85AE6566-9773-4111-B8E5-827E7E8AE779}"/>
                  </a:ext>
                </a:extLst>
              </p:cNvPr>
              <p:cNvSpPr/>
              <p:nvPr/>
            </p:nvSpPr>
            <p:spPr>
              <a:xfrm>
                <a:off x="1314450" y="6396809"/>
                <a:ext cx="78581" cy="78581"/>
              </a:xfrm>
              <a:custGeom>
                <a:avLst/>
                <a:gdLst>
                  <a:gd name="connsiteX0" fmla="*/ 0 w 78581"/>
                  <a:gd name="connsiteY0" fmla="*/ 0 h 78581"/>
                  <a:gd name="connsiteX1" fmla="*/ 78581 w 78581"/>
                  <a:gd name="connsiteY1" fmla="*/ 0 h 78581"/>
                  <a:gd name="connsiteX2" fmla="*/ 78581 w 78581"/>
                  <a:gd name="connsiteY2" fmla="*/ 78581 h 78581"/>
                  <a:gd name="connsiteX3" fmla="*/ 0 w 78581"/>
                  <a:gd name="connsiteY3" fmla="*/ 78581 h 78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rgbClr val="00B2E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5251A5FC-EF81-41EC-BA9D-EC2323003C59}"/>
                  </a:ext>
                </a:extLst>
              </p:cNvPr>
              <p:cNvSpPr/>
              <p:nvPr/>
            </p:nvSpPr>
            <p:spPr>
              <a:xfrm>
                <a:off x="1316545" y="6391094"/>
                <a:ext cx="995171" cy="420623"/>
              </a:xfrm>
              <a:custGeom>
                <a:avLst/>
                <a:gdLst>
                  <a:gd name="connsiteX0" fmla="*/ 74486 w 995171"/>
                  <a:gd name="connsiteY0" fmla="*/ 131921 h 420623"/>
                  <a:gd name="connsiteX1" fmla="*/ 0 w 995171"/>
                  <a:gd name="connsiteY1" fmla="*/ 131921 h 420623"/>
                  <a:gd name="connsiteX2" fmla="*/ 0 w 995171"/>
                  <a:gd name="connsiteY2" fmla="*/ 414719 h 420623"/>
                  <a:gd name="connsiteX3" fmla="*/ 74486 w 995171"/>
                  <a:gd name="connsiteY3" fmla="*/ 414719 h 420623"/>
                  <a:gd name="connsiteX4" fmla="*/ 74486 w 995171"/>
                  <a:gd name="connsiteY4" fmla="*/ 131921 h 420623"/>
                  <a:gd name="connsiteX5" fmla="*/ 568262 w 995171"/>
                  <a:gd name="connsiteY5" fmla="*/ 417576 h 420623"/>
                  <a:gd name="connsiteX6" fmla="*/ 568262 w 995171"/>
                  <a:gd name="connsiteY6" fmla="*/ 348234 h 420623"/>
                  <a:gd name="connsiteX7" fmla="*/ 541306 w 995171"/>
                  <a:gd name="connsiteY7" fmla="*/ 346520 h 420623"/>
                  <a:gd name="connsiteX8" fmla="*/ 523780 w 995171"/>
                  <a:gd name="connsiteY8" fmla="*/ 338804 h 420623"/>
                  <a:gd name="connsiteX9" fmla="*/ 516065 w 995171"/>
                  <a:gd name="connsiteY9" fmla="*/ 321945 h 420623"/>
                  <a:gd name="connsiteX10" fmla="*/ 514350 w 995171"/>
                  <a:gd name="connsiteY10" fmla="*/ 294608 h 420623"/>
                  <a:gd name="connsiteX11" fmla="*/ 514350 w 995171"/>
                  <a:gd name="connsiteY11" fmla="*/ 195644 h 420623"/>
                  <a:gd name="connsiteX12" fmla="*/ 568262 w 995171"/>
                  <a:gd name="connsiteY12" fmla="*/ 195644 h 420623"/>
                  <a:gd name="connsiteX13" fmla="*/ 568262 w 995171"/>
                  <a:gd name="connsiteY13" fmla="*/ 131921 h 420623"/>
                  <a:gd name="connsiteX14" fmla="*/ 514350 w 995171"/>
                  <a:gd name="connsiteY14" fmla="*/ 131921 h 420623"/>
                  <a:gd name="connsiteX15" fmla="*/ 514350 w 995171"/>
                  <a:gd name="connsiteY15" fmla="*/ 21812 h 420623"/>
                  <a:gd name="connsiteX16" fmla="*/ 439865 w 995171"/>
                  <a:gd name="connsiteY16" fmla="*/ 21812 h 420623"/>
                  <a:gd name="connsiteX17" fmla="*/ 439865 w 995171"/>
                  <a:gd name="connsiteY17" fmla="*/ 295180 h 420623"/>
                  <a:gd name="connsiteX18" fmla="*/ 445865 w 995171"/>
                  <a:gd name="connsiteY18" fmla="*/ 353473 h 420623"/>
                  <a:gd name="connsiteX19" fmla="*/ 465677 w 995171"/>
                  <a:gd name="connsiteY19" fmla="*/ 391001 h 420623"/>
                  <a:gd name="connsiteX20" fmla="*/ 502063 w 995171"/>
                  <a:gd name="connsiteY20" fmla="*/ 411385 h 420623"/>
                  <a:gd name="connsiteX21" fmla="*/ 558927 w 995171"/>
                  <a:gd name="connsiteY21" fmla="*/ 417671 h 420623"/>
                  <a:gd name="connsiteX22" fmla="*/ 568262 w 995171"/>
                  <a:gd name="connsiteY22" fmla="*/ 417671 h 420623"/>
                  <a:gd name="connsiteX23" fmla="*/ 995172 w 995171"/>
                  <a:gd name="connsiteY23" fmla="*/ 0 h 420623"/>
                  <a:gd name="connsiteX24" fmla="*/ 920687 w 995171"/>
                  <a:gd name="connsiteY24" fmla="*/ 0 h 420623"/>
                  <a:gd name="connsiteX25" fmla="*/ 920687 w 995171"/>
                  <a:gd name="connsiteY25" fmla="*/ 414719 h 420623"/>
                  <a:gd name="connsiteX26" fmla="*/ 995172 w 995171"/>
                  <a:gd name="connsiteY26" fmla="*/ 414719 h 420623"/>
                  <a:gd name="connsiteX27" fmla="*/ 995172 w 995171"/>
                  <a:gd name="connsiteY27" fmla="*/ 0 h 420623"/>
                  <a:gd name="connsiteX28" fmla="*/ 367951 w 995171"/>
                  <a:gd name="connsiteY28" fmla="*/ 159830 h 420623"/>
                  <a:gd name="connsiteX29" fmla="*/ 281273 w 995171"/>
                  <a:gd name="connsiteY29" fmla="*/ 126206 h 420623"/>
                  <a:gd name="connsiteX30" fmla="*/ 232410 w 995171"/>
                  <a:gd name="connsiteY30" fmla="*/ 137065 h 420623"/>
                  <a:gd name="connsiteX31" fmla="*/ 195358 w 995171"/>
                  <a:gd name="connsiteY31" fmla="*/ 167259 h 420623"/>
                  <a:gd name="connsiteX32" fmla="*/ 191262 w 995171"/>
                  <a:gd name="connsiteY32" fmla="*/ 172498 h 420623"/>
                  <a:gd name="connsiteX33" fmla="*/ 191262 w 995171"/>
                  <a:gd name="connsiteY33" fmla="*/ 167831 h 420623"/>
                  <a:gd name="connsiteX34" fmla="*/ 191262 w 995171"/>
                  <a:gd name="connsiteY34" fmla="*/ 132017 h 420623"/>
                  <a:gd name="connsiteX35" fmla="*/ 117920 w 995171"/>
                  <a:gd name="connsiteY35" fmla="*/ 132017 h 420623"/>
                  <a:gd name="connsiteX36" fmla="*/ 117920 w 995171"/>
                  <a:gd name="connsiteY36" fmla="*/ 414814 h 420623"/>
                  <a:gd name="connsiteX37" fmla="*/ 191929 w 995171"/>
                  <a:gd name="connsiteY37" fmla="*/ 414814 h 420623"/>
                  <a:gd name="connsiteX38" fmla="*/ 191929 w 995171"/>
                  <a:gd name="connsiteY38" fmla="*/ 264128 h 420623"/>
                  <a:gd name="connsiteX39" fmla="*/ 192024 w 995171"/>
                  <a:gd name="connsiteY39" fmla="*/ 274606 h 420623"/>
                  <a:gd name="connsiteX40" fmla="*/ 192119 w 995171"/>
                  <a:gd name="connsiteY40" fmla="*/ 269558 h 420623"/>
                  <a:gd name="connsiteX41" fmla="*/ 211741 w 995171"/>
                  <a:gd name="connsiteY41" fmla="*/ 210884 h 420623"/>
                  <a:gd name="connsiteX42" fmla="*/ 258985 w 995171"/>
                  <a:gd name="connsiteY42" fmla="*/ 190786 h 420623"/>
                  <a:gd name="connsiteX43" fmla="*/ 307753 w 995171"/>
                  <a:gd name="connsiteY43" fmla="*/ 210407 h 420623"/>
                  <a:gd name="connsiteX44" fmla="*/ 323945 w 995171"/>
                  <a:gd name="connsiteY44" fmla="*/ 264605 h 420623"/>
                  <a:gd name="connsiteX45" fmla="*/ 323945 w 995171"/>
                  <a:gd name="connsiteY45" fmla="*/ 264605 h 420623"/>
                  <a:gd name="connsiteX46" fmla="*/ 323945 w 995171"/>
                  <a:gd name="connsiteY46" fmla="*/ 265176 h 420623"/>
                  <a:gd name="connsiteX47" fmla="*/ 323945 w 995171"/>
                  <a:gd name="connsiteY47" fmla="*/ 265271 h 420623"/>
                  <a:gd name="connsiteX48" fmla="*/ 323945 w 995171"/>
                  <a:gd name="connsiteY48" fmla="*/ 414814 h 420623"/>
                  <a:gd name="connsiteX49" fmla="*/ 399098 w 995171"/>
                  <a:gd name="connsiteY49" fmla="*/ 414814 h 420623"/>
                  <a:gd name="connsiteX50" fmla="*/ 399098 w 995171"/>
                  <a:gd name="connsiteY50" fmla="*/ 254222 h 420623"/>
                  <a:gd name="connsiteX51" fmla="*/ 367951 w 995171"/>
                  <a:gd name="connsiteY51" fmla="*/ 159830 h 420623"/>
                  <a:gd name="connsiteX52" fmla="*/ 881825 w 995171"/>
                  <a:gd name="connsiteY52" fmla="*/ 272796 h 420623"/>
                  <a:gd name="connsiteX53" fmla="*/ 871061 w 995171"/>
                  <a:gd name="connsiteY53" fmla="*/ 215646 h 420623"/>
                  <a:gd name="connsiteX54" fmla="*/ 841057 w 995171"/>
                  <a:gd name="connsiteY54" fmla="*/ 168974 h 420623"/>
                  <a:gd name="connsiteX55" fmla="*/ 794957 w 995171"/>
                  <a:gd name="connsiteY55" fmla="*/ 137636 h 420623"/>
                  <a:gd name="connsiteX56" fmla="*/ 735806 w 995171"/>
                  <a:gd name="connsiteY56" fmla="*/ 126302 h 420623"/>
                  <a:gd name="connsiteX57" fmla="*/ 678371 w 995171"/>
                  <a:gd name="connsiteY57" fmla="*/ 137922 h 420623"/>
                  <a:gd name="connsiteX58" fmla="*/ 631698 w 995171"/>
                  <a:gd name="connsiteY58" fmla="*/ 169355 h 420623"/>
                  <a:gd name="connsiteX59" fmla="*/ 600266 w 995171"/>
                  <a:gd name="connsiteY59" fmla="*/ 216027 h 420623"/>
                  <a:gd name="connsiteX60" fmla="*/ 588645 w 995171"/>
                  <a:gd name="connsiteY60" fmla="*/ 273463 h 420623"/>
                  <a:gd name="connsiteX61" fmla="*/ 599694 w 995171"/>
                  <a:gd name="connsiteY61" fmla="*/ 330899 h 420623"/>
                  <a:gd name="connsiteX62" fmla="*/ 630269 w 995171"/>
                  <a:gd name="connsiteY62" fmla="*/ 377571 h 420623"/>
                  <a:gd name="connsiteX63" fmla="*/ 677513 w 995171"/>
                  <a:gd name="connsiteY63" fmla="*/ 409004 h 420623"/>
                  <a:gd name="connsiteX64" fmla="*/ 738092 w 995171"/>
                  <a:gd name="connsiteY64" fmla="*/ 420624 h 420623"/>
                  <a:gd name="connsiteX65" fmla="*/ 863918 w 995171"/>
                  <a:gd name="connsiteY65" fmla="*/ 365093 h 420623"/>
                  <a:gd name="connsiteX66" fmla="*/ 810292 w 995171"/>
                  <a:gd name="connsiteY66" fmla="*/ 324231 h 420623"/>
                  <a:gd name="connsiteX67" fmla="*/ 738664 w 995171"/>
                  <a:gd name="connsiteY67" fmla="*/ 355854 h 420623"/>
                  <a:gd name="connsiteX68" fmla="*/ 687229 w 995171"/>
                  <a:gd name="connsiteY68" fmla="*/ 341376 h 420623"/>
                  <a:gd name="connsiteX69" fmla="*/ 660368 w 995171"/>
                  <a:gd name="connsiteY69" fmla="*/ 302133 h 420623"/>
                  <a:gd name="connsiteX70" fmla="*/ 659606 w 995171"/>
                  <a:gd name="connsiteY70" fmla="*/ 299466 h 420623"/>
                  <a:gd name="connsiteX71" fmla="*/ 881825 w 995171"/>
                  <a:gd name="connsiteY71" fmla="*/ 299466 h 420623"/>
                  <a:gd name="connsiteX72" fmla="*/ 881825 w 995171"/>
                  <a:gd name="connsiteY72" fmla="*/ 272796 h 420623"/>
                  <a:gd name="connsiteX73" fmla="*/ 660368 w 995171"/>
                  <a:gd name="connsiteY73" fmla="*/ 246793 h 420623"/>
                  <a:gd name="connsiteX74" fmla="*/ 735330 w 995171"/>
                  <a:gd name="connsiteY74" fmla="*/ 189929 h 420623"/>
                  <a:gd name="connsiteX75" fmla="*/ 810387 w 995171"/>
                  <a:gd name="connsiteY75" fmla="*/ 246698 h 420623"/>
                  <a:gd name="connsiteX76" fmla="*/ 660368 w 995171"/>
                  <a:gd name="connsiteY76" fmla="*/ 246793 h 420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995171" h="420623">
                    <a:moveTo>
                      <a:pt x="74486" y="131921"/>
                    </a:moveTo>
                    <a:lnTo>
                      <a:pt x="0" y="131921"/>
                    </a:lnTo>
                    <a:lnTo>
                      <a:pt x="0" y="414719"/>
                    </a:lnTo>
                    <a:lnTo>
                      <a:pt x="74486" y="414719"/>
                    </a:lnTo>
                    <a:lnTo>
                      <a:pt x="74486" y="131921"/>
                    </a:lnTo>
                    <a:close/>
                    <a:moveTo>
                      <a:pt x="568262" y="417576"/>
                    </a:moveTo>
                    <a:lnTo>
                      <a:pt x="568262" y="348234"/>
                    </a:lnTo>
                    <a:cubicBezTo>
                      <a:pt x="557308" y="348139"/>
                      <a:pt x="548259" y="347567"/>
                      <a:pt x="541306" y="346520"/>
                    </a:cubicBezTo>
                    <a:cubicBezTo>
                      <a:pt x="533591" y="345281"/>
                      <a:pt x="527685" y="342710"/>
                      <a:pt x="523780" y="338804"/>
                    </a:cubicBezTo>
                    <a:cubicBezTo>
                      <a:pt x="519875" y="334899"/>
                      <a:pt x="517303" y="329184"/>
                      <a:pt x="516065" y="321945"/>
                    </a:cubicBezTo>
                    <a:cubicBezTo>
                      <a:pt x="514922" y="314992"/>
                      <a:pt x="514350" y="305753"/>
                      <a:pt x="514350" y="294608"/>
                    </a:cubicBezTo>
                    <a:lnTo>
                      <a:pt x="514350" y="195644"/>
                    </a:lnTo>
                    <a:lnTo>
                      <a:pt x="568262" y="195644"/>
                    </a:lnTo>
                    <a:lnTo>
                      <a:pt x="568262" y="131921"/>
                    </a:lnTo>
                    <a:lnTo>
                      <a:pt x="514350" y="131921"/>
                    </a:lnTo>
                    <a:lnTo>
                      <a:pt x="514350" y="21812"/>
                    </a:lnTo>
                    <a:lnTo>
                      <a:pt x="439865" y="21812"/>
                    </a:lnTo>
                    <a:lnTo>
                      <a:pt x="439865" y="295180"/>
                    </a:lnTo>
                    <a:cubicBezTo>
                      <a:pt x="439865" y="318230"/>
                      <a:pt x="441865" y="337852"/>
                      <a:pt x="445865" y="353473"/>
                    </a:cubicBezTo>
                    <a:cubicBezTo>
                      <a:pt x="449771" y="368903"/>
                      <a:pt x="456438" y="381572"/>
                      <a:pt x="465677" y="391001"/>
                    </a:cubicBezTo>
                    <a:cubicBezTo>
                      <a:pt x="474917" y="400431"/>
                      <a:pt x="487204" y="407289"/>
                      <a:pt x="502063" y="411385"/>
                    </a:cubicBezTo>
                    <a:cubicBezTo>
                      <a:pt x="517112" y="415481"/>
                      <a:pt x="536258" y="417671"/>
                      <a:pt x="558927" y="417671"/>
                    </a:cubicBezTo>
                    <a:lnTo>
                      <a:pt x="568262" y="417671"/>
                    </a:lnTo>
                    <a:close/>
                    <a:moveTo>
                      <a:pt x="995172" y="0"/>
                    </a:moveTo>
                    <a:lnTo>
                      <a:pt x="920687" y="0"/>
                    </a:lnTo>
                    <a:lnTo>
                      <a:pt x="920687" y="414719"/>
                    </a:lnTo>
                    <a:lnTo>
                      <a:pt x="995172" y="414719"/>
                    </a:lnTo>
                    <a:lnTo>
                      <a:pt x="995172" y="0"/>
                    </a:lnTo>
                    <a:close/>
                    <a:moveTo>
                      <a:pt x="367951" y="159830"/>
                    </a:moveTo>
                    <a:cubicBezTo>
                      <a:pt x="347282" y="137541"/>
                      <a:pt x="318135" y="126206"/>
                      <a:pt x="281273" y="126206"/>
                    </a:cubicBezTo>
                    <a:cubicBezTo>
                      <a:pt x="263462" y="126206"/>
                      <a:pt x="247079" y="129921"/>
                      <a:pt x="232410" y="137065"/>
                    </a:cubicBezTo>
                    <a:cubicBezTo>
                      <a:pt x="217742" y="144304"/>
                      <a:pt x="205264" y="154496"/>
                      <a:pt x="195358" y="167259"/>
                    </a:cubicBezTo>
                    <a:lnTo>
                      <a:pt x="191262" y="172498"/>
                    </a:lnTo>
                    <a:lnTo>
                      <a:pt x="191262" y="167831"/>
                    </a:lnTo>
                    <a:lnTo>
                      <a:pt x="191262" y="132017"/>
                    </a:lnTo>
                    <a:lnTo>
                      <a:pt x="117920" y="132017"/>
                    </a:lnTo>
                    <a:lnTo>
                      <a:pt x="117920" y="414814"/>
                    </a:lnTo>
                    <a:lnTo>
                      <a:pt x="191929" y="414814"/>
                    </a:lnTo>
                    <a:lnTo>
                      <a:pt x="191929" y="264128"/>
                    </a:lnTo>
                    <a:lnTo>
                      <a:pt x="192024" y="274606"/>
                    </a:lnTo>
                    <a:cubicBezTo>
                      <a:pt x="192024" y="272891"/>
                      <a:pt x="192024" y="271177"/>
                      <a:pt x="192119" y="269558"/>
                    </a:cubicBezTo>
                    <a:cubicBezTo>
                      <a:pt x="192881" y="243173"/>
                      <a:pt x="199454" y="223456"/>
                      <a:pt x="211741" y="210884"/>
                    </a:cubicBezTo>
                    <a:cubicBezTo>
                      <a:pt x="224790" y="197549"/>
                      <a:pt x="240697" y="190786"/>
                      <a:pt x="258985" y="190786"/>
                    </a:cubicBezTo>
                    <a:cubicBezTo>
                      <a:pt x="280511" y="190786"/>
                      <a:pt x="296894" y="197358"/>
                      <a:pt x="307753" y="210407"/>
                    </a:cubicBezTo>
                    <a:cubicBezTo>
                      <a:pt x="318421" y="223171"/>
                      <a:pt x="323850" y="241364"/>
                      <a:pt x="323945" y="264605"/>
                    </a:cubicBezTo>
                    <a:lnTo>
                      <a:pt x="323945" y="264605"/>
                    </a:lnTo>
                    <a:lnTo>
                      <a:pt x="323945" y="265176"/>
                    </a:lnTo>
                    <a:lnTo>
                      <a:pt x="323945" y="265271"/>
                    </a:lnTo>
                    <a:lnTo>
                      <a:pt x="323945" y="414814"/>
                    </a:lnTo>
                    <a:lnTo>
                      <a:pt x="399098" y="414814"/>
                    </a:lnTo>
                    <a:lnTo>
                      <a:pt x="399098" y="254222"/>
                    </a:lnTo>
                    <a:cubicBezTo>
                      <a:pt x="399193" y="213931"/>
                      <a:pt x="388620" y="182118"/>
                      <a:pt x="367951" y="159830"/>
                    </a:cubicBezTo>
                    <a:moveTo>
                      <a:pt x="881825" y="272796"/>
                    </a:moveTo>
                    <a:cubicBezTo>
                      <a:pt x="881825" y="252508"/>
                      <a:pt x="878205" y="233267"/>
                      <a:pt x="871061" y="215646"/>
                    </a:cubicBezTo>
                    <a:cubicBezTo>
                      <a:pt x="863918" y="198025"/>
                      <a:pt x="853821" y="182309"/>
                      <a:pt x="841057" y="168974"/>
                    </a:cubicBezTo>
                    <a:cubicBezTo>
                      <a:pt x="828294" y="155639"/>
                      <a:pt x="812768" y="145066"/>
                      <a:pt x="794957" y="137636"/>
                    </a:cubicBezTo>
                    <a:cubicBezTo>
                      <a:pt x="777145" y="130112"/>
                      <a:pt x="757238" y="126302"/>
                      <a:pt x="735806" y="126302"/>
                    </a:cubicBezTo>
                    <a:cubicBezTo>
                      <a:pt x="715518" y="126302"/>
                      <a:pt x="696182" y="130207"/>
                      <a:pt x="678371" y="137922"/>
                    </a:cubicBezTo>
                    <a:cubicBezTo>
                      <a:pt x="660559" y="145637"/>
                      <a:pt x="644843" y="156210"/>
                      <a:pt x="631698" y="169355"/>
                    </a:cubicBezTo>
                    <a:cubicBezTo>
                      <a:pt x="618554" y="182499"/>
                      <a:pt x="607981" y="198215"/>
                      <a:pt x="600266" y="216027"/>
                    </a:cubicBezTo>
                    <a:cubicBezTo>
                      <a:pt x="592550" y="233839"/>
                      <a:pt x="588645" y="253175"/>
                      <a:pt x="588645" y="273463"/>
                    </a:cubicBezTo>
                    <a:cubicBezTo>
                      <a:pt x="588645" y="293751"/>
                      <a:pt x="592360" y="313087"/>
                      <a:pt x="599694" y="330899"/>
                    </a:cubicBezTo>
                    <a:cubicBezTo>
                      <a:pt x="607028" y="348710"/>
                      <a:pt x="617315" y="364426"/>
                      <a:pt x="630269" y="377571"/>
                    </a:cubicBezTo>
                    <a:cubicBezTo>
                      <a:pt x="643223" y="390716"/>
                      <a:pt x="659130" y="401288"/>
                      <a:pt x="677513" y="409004"/>
                    </a:cubicBezTo>
                    <a:cubicBezTo>
                      <a:pt x="695897" y="416719"/>
                      <a:pt x="716280" y="420624"/>
                      <a:pt x="738092" y="420624"/>
                    </a:cubicBezTo>
                    <a:cubicBezTo>
                      <a:pt x="801148" y="420624"/>
                      <a:pt x="840391" y="391954"/>
                      <a:pt x="863918" y="365093"/>
                    </a:cubicBezTo>
                    <a:lnTo>
                      <a:pt x="810292" y="324231"/>
                    </a:lnTo>
                    <a:cubicBezTo>
                      <a:pt x="798957" y="337661"/>
                      <a:pt x="772192" y="355854"/>
                      <a:pt x="738664" y="355854"/>
                    </a:cubicBezTo>
                    <a:cubicBezTo>
                      <a:pt x="717614" y="355854"/>
                      <a:pt x="700373" y="350996"/>
                      <a:pt x="687229" y="341376"/>
                    </a:cubicBezTo>
                    <a:cubicBezTo>
                      <a:pt x="674084" y="331756"/>
                      <a:pt x="665036" y="318611"/>
                      <a:pt x="660368" y="302133"/>
                    </a:cubicBezTo>
                    <a:lnTo>
                      <a:pt x="659606" y="299466"/>
                    </a:lnTo>
                    <a:lnTo>
                      <a:pt x="881825" y="299466"/>
                    </a:lnTo>
                    <a:lnTo>
                      <a:pt x="881825" y="272796"/>
                    </a:lnTo>
                    <a:close/>
                    <a:moveTo>
                      <a:pt x="660368" y="246793"/>
                    </a:moveTo>
                    <a:cubicBezTo>
                      <a:pt x="660368" y="226124"/>
                      <a:pt x="684086" y="189929"/>
                      <a:pt x="735330" y="189929"/>
                    </a:cubicBezTo>
                    <a:cubicBezTo>
                      <a:pt x="786575" y="189929"/>
                      <a:pt x="810387" y="226028"/>
                      <a:pt x="810387" y="246698"/>
                    </a:cubicBezTo>
                    <a:lnTo>
                      <a:pt x="660368" y="24679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E6ED56C7-8502-4EC0-A864-040B8DB9D862}"/>
                  </a:ext>
                </a:extLst>
              </p:cNvPr>
              <p:cNvSpPr/>
              <p:nvPr/>
            </p:nvSpPr>
            <p:spPr>
              <a:xfrm>
                <a:off x="2358770" y="6728469"/>
                <a:ext cx="79057" cy="79057"/>
              </a:xfrm>
              <a:custGeom>
                <a:avLst/>
                <a:gdLst>
                  <a:gd name="connsiteX0" fmla="*/ 39529 w 79057"/>
                  <a:gd name="connsiteY0" fmla="*/ 5620 h 79057"/>
                  <a:gd name="connsiteX1" fmla="*/ 73438 w 79057"/>
                  <a:gd name="connsiteY1" fmla="*/ 39529 h 79057"/>
                  <a:gd name="connsiteX2" fmla="*/ 39529 w 79057"/>
                  <a:gd name="connsiteY2" fmla="*/ 73438 h 79057"/>
                  <a:gd name="connsiteX3" fmla="*/ 5620 w 79057"/>
                  <a:gd name="connsiteY3" fmla="*/ 39529 h 79057"/>
                  <a:gd name="connsiteX4" fmla="*/ 39529 w 79057"/>
                  <a:gd name="connsiteY4" fmla="*/ 5620 h 79057"/>
                  <a:gd name="connsiteX5" fmla="*/ 39529 w 79057"/>
                  <a:gd name="connsiteY5" fmla="*/ 0 h 79057"/>
                  <a:gd name="connsiteX6" fmla="*/ 0 w 79057"/>
                  <a:gd name="connsiteY6" fmla="*/ 39529 h 79057"/>
                  <a:gd name="connsiteX7" fmla="*/ 39529 w 79057"/>
                  <a:gd name="connsiteY7" fmla="*/ 79058 h 79057"/>
                  <a:gd name="connsiteX8" fmla="*/ 79058 w 79057"/>
                  <a:gd name="connsiteY8" fmla="*/ 39529 h 79057"/>
                  <a:gd name="connsiteX9" fmla="*/ 39529 w 79057"/>
                  <a:gd name="connsiteY9" fmla="*/ 0 h 79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057" h="79057">
                    <a:moveTo>
                      <a:pt x="39529" y="5620"/>
                    </a:moveTo>
                    <a:cubicBezTo>
                      <a:pt x="58198" y="5620"/>
                      <a:pt x="73438" y="20860"/>
                      <a:pt x="73438" y="39529"/>
                    </a:cubicBezTo>
                    <a:cubicBezTo>
                      <a:pt x="73438" y="58198"/>
                      <a:pt x="58198" y="73438"/>
                      <a:pt x="39529" y="73438"/>
                    </a:cubicBezTo>
                    <a:cubicBezTo>
                      <a:pt x="20860" y="73438"/>
                      <a:pt x="5620" y="58198"/>
                      <a:pt x="5620" y="39529"/>
                    </a:cubicBezTo>
                    <a:cubicBezTo>
                      <a:pt x="5620" y="20860"/>
                      <a:pt x="20860" y="5620"/>
                      <a:pt x="39529" y="5620"/>
                    </a:cubicBezTo>
                    <a:moveTo>
                      <a:pt x="39529" y="0"/>
                    </a:moveTo>
                    <a:cubicBezTo>
                      <a:pt x="17717" y="0"/>
                      <a:pt x="0" y="17717"/>
                      <a:pt x="0" y="39529"/>
                    </a:cubicBezTo>
                    <a:cubicBezTo>
                      <a:pt x="0" y="61341"/>
                      <a:pt x="17717" y="79058"/>
                      <a:pt x="39529" y="79058"/>
                    </a:cubicBezTo>
                    <a:cubicBezTo>
                      <a:pt x="61341" y="79058"/>
                      <a:pt x="79058" y="61341"/>
                      <a:pt x="79058" y="39529"/>
                    </a:cubicBezTo>
                    <a:cubicBezTo>
                      <a:pt x="79058" y="17717"/>
                      <a:pt x="61341" y="0"/>
                      <a:pt x="39529" y="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C77F18A-71EB-4B46-8C22-E5C1ACCE6C40}"/>
                  </a:ext>
                </a:extLst>
              </p:cNvPr>
              <p:cNvSpPr/>
              <p:nvPr/>
            </p:nvSpPr>
            <p:spPr>
              <a:xfrm>
                <a:off x="2384869" y="6748090"/>
                <a:ext cx="30765" cy="39528"/>
              </a:xfrm>
              <a:custGeom>
                <a:avLst/>
                <a:gdLst>
                  <a:gd name="connsiteX0" fmla="*/ 16383 w 30765"/>
                  <a:gd name="connsiteY0" fmla="*/ 95 h 39528"/>
                  <a:gd name="connsiteX1" fmla="*/ 23051 w 30765"/>
                  <a:gd name="connsiteY1" fmla="*/ 1715 h 39528"/>
                  <a:gd name="connsiteX2" fmla="*/ 27718 w 30765"/>
                  <a:gd name="connsiteY2" fmla="*/ 6191 h 39528"/>
                  <a:gd name="connsiteX3" fmla="*/ 29337 w 30765"/>
                  <a:gd name="connsiteY3" fmla="*/ 12478 h 39528"/>
                  <a:gd name="connsiteX4" fmla="*/ 27146 w 30765"/>
                  <a:gd name="connsiteY4" fmla="*/ 19622 h 39528"/>
                  <a:gd name="connsiteX5" fmla="*/ 21812 w 30765"/>
                  <a:gd name="connsiteY5" fmla="*/ 23717 h 39528"/>
                  <a:gd name="connsiteX6" fmla="*/ 30766 w 30765"/>
                  <a:gd name="connsiteY6" fmla="*/ 39529 h 39528"/>
                  <a:gd name="connsiteX7" fmla="*/ 23717 w 30765"/>
                  <a:gd name="connsiteY7" fmla="*/ 39529 h 39528"/>
                  <a:gd name="connsiteX8" fmla="*/ 15526 w 30765"/>
                  <a:gd name="connsiteY8" fmla="*/ 24860 h 39528"/>
                  <a:gd name="connsiteX9" fmla="*/ 6191 w 30765"/>
                  <a:gd name="connsiteY9" fmla="*/ 24860 h 39528"/>
                  <a:gd name="connsiteX10" fmla="*/ 6191 w 30765"/>
                  <a:gd name="connsiteY10" fmla="*/ 39529 h 39528"/>
                  <a:gd name="connsiteX11" fmla="*/ 0 w 30765"/>
                  <a:gd name="connsiteY11" fmla="*/ 39529 h 39528"/>
                  <a:gd name="connsiteX12" fmla="*/ 0 w 30765"/>
                  <a:gd name="connsiteY12" fmla="*/ 0 h 39528"/>
                  <a:gd name="connsiteX13" fmla="*/ 16383 w 30765"/>
                  <a:gd name="connsiteY13" fmla="*/ 0 h 39528"/>
                  <a:gd name="connsiteX14" fmla="*/ 16383 w 30765"/>
                  <a:gd name="connsiteY14" fmla="*/ 19336 h 39528"/>
                  <a:gd name="connsiteX15" fmla="*/ 19907 w 30765"/>
                  <a:gd name="connsiteY15" fmla="*/ 18478 h 39528"/>
                  <a:gd name="connsiteX16" fmla="*/ 22289 w 30765"/>
                  <a:gd name="connsiteY16" fmla="*/ 16097 h 39528"/>
                  <a:gd name="connsiteX17" fmla="*/ 23146 w 30765"/>
                  <a:gd name="connsiteY17" fmla="*/ 12573 h 39528"/>
                  <a:gd name="connsiteX18" fmla="*/ 22289 w 30765"/>
                  <a:gd name="connsiteY18" fmla="*/ 9049 h 39528"/>
                  <a:gd name="connsiteX19" fmla="*/ 19907 w 30765"/>
                  <a:gd name="connsiteY19" fmla="*/ 6668 h 39528"/>
                  <a:gd name="connsiteX20" fmla="*/ 16383 w 30765"/>
                  <a:gd name="connsiteY20" fmla="*/ 5810 h 39528"/>
                  <a:gd name="connsiteX21" fmla="*/ 6191 w 30765"/>
                  <a:gd name="connsiteY21" fmla="*/ 5810 h 39528"/>
                  <a:gd name="connsiteX22" fmla="*/ 6191 w 30765"/>
                  <a:gd name="connsiteY22" fmla="*/ 19336 h 39528"/>
                  <a:gd name="connsiteX23" fmla="*/ 16383 w 30765"/>
                  <a:gd name="connsiteY23" fmla="*/ 19336 h 39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765" h="39528">
                    <a:moveTo>
                      <a:pt x="16383" y="95"/>
                    </a:moveTo>
                    <a:cubicBezTo>
                      <a:pt x="18860" y="95"/>
                      <a:pt x="21050" y="667"/>
                      <a:pt x="23051" y="1715"/>
                    </a:cubicBezTo>
                    <a:cubicBezTo>
                      <a:pt x="25051" y="2762"/>
                      <a:pt x="26575" y="4286"/>
                      <a:pt x="27718" y="6191"/>
                    </a:cubicBezTo>
                    <a:cubicBezTo>
                      <a:pt x="28861" y="8096"/>
                      <a:pt x="29337" y="10192"/>
                      <a:pt x="29337" y="12478"/>
                    </a:cubicBezTo>
                    <a:cubicBezTo>
                      <a:pt x="29337" y="15335"/>
                      <a:pt x="28575" y="17717"/>
                      <a:pt x="27146" y="19622"/>
                    </a:cubicBezTo>
                    <a:cubicBezTo>
                      <a:pt x="25718" y="21527"/>
                      <a:pt x="23908" y="22860"/>
                      <a:pt x="21812" y="23717"/>
                    </a:cubicBezTo>
                    <a:lnTo>
                      <a:pt x="30766" y="39529"/>
                    </a:lnTo>
                    <a:lnTo>
                      <a:pt x="23717" y="39529"/>
                    </a:lnTo>
                    <a:lnTo>
                      <a:pt x="15526" y="24860"/>
                    </a:lnTo>
                    <a:lnTo>
                      <a:pt x="6191" y="24860"/>
                    </a:lnTo>
                    <a:lnTo>
                      <a:pt x="6191" y="39529"/>
                    </a:lnTo>
                    <a:lnTo>
                      <a:pt x="0" y="39529"/>
                    </a:lnTo>
                    <a:lnTo>
                      <a:pt x="0" y="0"/>
                    </a:lnTo>
                    <a:lnTo>
                      <a:pt x="16383" y="0"/>
                    </a:lnTo>
                    <a:close/>
                    <a:moveTo>
                      <a:pt x="16383" y="19336"/>
                    </a:moveTo>
                    <a:cubicBezTo>
                      <a:pt x="17717" y="19336"/>
                      <a:pt x="18860" y="19050"/>
                      <a:pt x="19907" y="18478"/>
                    </a:cubicBezTo>
                    <a:cubicBezTo>
                      <a:pt x="20955" y="17907"/>
                      <a:pt x="21717" y="17050"/>
                      <a:pt x="22289" y="16097"/>
                    </a:cubicBezTo>
                    <a:cubicBezTo>
                      <a:pt x="22860" y="15050"/>
                      <a:pt x="23146" y="13906"/>
                      <a:pt x="23146" y="12573"/>
                    </a:cubicBezTo>
                    <a:cubicBezTo>
                      <a:pt x="23146" y="11240"/>
                      <a:pt x="22860" y="10097"/>
                      <a:pt x="22289" y="9049"/>
                    </a:cubicBezTo>
                    <a:cubicBezTo>
                      <a:pt x="21717" y="8001"/>
                      <a:pt x="20860" y="7239"/>
                      <a:pt x="19907" y="6668"/>
                    </a:cubicBezTo>
                    <a:cubicBezTo>
                      <a:pt x="18860" y="6096"/>
                      <a:pt x="17717" y="5810"/>
                      <a:pt x="16383" y="5810"/>
                    </a:cubicBezTo>
                    <a:lnTo>
                      <a:pt x="6191" y="5810"/>
                    </a:lnTo>
                    <a:lnTo>
                      <a:pt x="6191" y="19336"/>
                    </a:lnTo>
                    <a:lnTo>
                      <a:pt x="16383" y="1933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58CE26D-A586-4A86-AA98-B9D850FBFCD7}"/>
                </a:ext>
              </a:extLst>
            </p:cNvPr>
            <p:cNvSpPr/>
            <p:nvPr userDrawn="1"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CE63CF4-E38C-42FE-9C75-CB2B3DEB5FBD}"/>
                </a:ext>
              </a:extLst>
            </p:cNvPr>
            <p:cNvSpPr/>
            <p:nvPr userDrawn="1"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7E1EECF-CDF6-475D-8C89-D59E9C677475}"/>
                </a:ext>
              </a:extLst>
            </p:cNvPr>
            <p:cNvSpPr/>
            <p:nvPr userDrawn="1"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3AA05A6-FEDA-41DC-B943-5B1F42A56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3803" y="0"/>
            <a:ext cx="4325371" cy="6392520"/>
            <a:chOff x="573803" y="0"/>
            <a:chExt cx="4325371" cy="63925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200040-B841-47B7-8555-E0299CDC24FA}"/>
                </a:ext>
              </a:extLst>
            </p:cNvPr>
            <p:cNvSpPr/>
            <p:nvPr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AD8DF60-7E0A-43C5-81B6-9B3522A7A826}"/>
                </a:ext>
              </a:extLst>
            </p:cNvPr>
            <p:cNvGrpSpPr/>
            <p:nvPr/>
          </p:nvGrpSpPr>
          <p:grpSpPr>
            <a:xfrm>
              <a:off x="1468406" y="5995719"/>
              <a:ext cx="1059754" cy="396801"/>
              <a:chOff x="1314450" y="6391094"/>
              <a:chExt cx="1123377" cy="420623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0AC5EDAF-1FA5-4CEA-99CA-7D0E1F5DDF81}"/>
                  </a:ext>
                </a:extLst>
              </p:cNvPr>
              <p:cNvSpPr/>
              <p:nvPr/>
            </p:nvSpPr>
            <p:spPr>
              <a:xfrm>
                <a:off x="1314450" y="6396809"/>
                <a:ext cx="78581" cy="78581"/>
              </a:xfrm>
              <a:custGeom>
                <a:avLst/>
                <a:gdLst>
                  <a:gd name="connsiteX0" fmla="*/ 0 w 78581"/>
                  <a:gd name="connsiteY0" fmla="*/ 0 h 78581"/>
                  <a:gd name="connsiteX1" fmla="*/ 78581 w 78581"/>
                  <a:gd name="connsiteY1" fmla="*/ 0 h 78581"/>
                  <a:gd name="connsiteX2" fmla="*/ 78581 w 78581"/>
                  <a:gd name="connsiteY2" fmla="*/ 78581 h 78581"/>
                  <a:gd name="connsiteX3" fmla="*/ 0 w 78581"/>
                  <a:gd name="connsiteY3" fmla="*/ 78581 h 78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rgbClr val="00B2E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5731A324-874D-4D3D-95F1-8AE3303E2272}"/>
                  </a:ext>
                </a:extLst>
              </p:cNvPr>
              <p:cNvSpPr/>
              <p:nvPr/>
            </p:nvSpPr>
            <p:spPr>
              <a:xfrm>
                <a:off x="1316545" y="6391094"/>
                <a:ext cx="995171" cy="420623"/>
              </a:xfrm>
              <a:custGeom>
                <a:avLst/>
                <a:gdLst>
                  <a:gd name="connsiteX0" fmla="*/ 74486 w 995171"/>
                  <a:gd name="connsiteY0" fmla="*/ 131921 h 420623"/>
                  <a:gd name="connsiteX1" fmla="*/ 0 w 995171"/>
                  <a:gd name="connsiteY1" fmla="*/ 131921 h 420623"/>
                  <a:gd name="connsiteX2" fmla="*/ 0 w 995171"/>
                  <a:gd name="connsiteY2" fmla="*/ 414719 h 420623"/>
                  <a:gd name="connsiteX3" fmla="*/ 74486 w 995171"/>
                  <a:gd name="connsiteY3" fmla="*/ 414719 h 420623"/>
                  <a:gd name="connsiteX4" fmla="*/ 74486 w 995171"/>
                  <a:gd name="connsiteY4" fmla="*/ 131921 h 420623"/>
                  <a:gd name="connsiteX5" fmla="*/ 568262 w 995171"/>
                  <a:gd name="connsiteY5" fmla="*/ 417576 h 420623"/>
                  <a:gd name="connsiteX6" fmla="*/ 568262 w 995171"/>
                  <a:gd name="connsiteY6" fmla="*/ 348234 h 420623"/>
                  <a:gd name="connsiteX7" fmla="*/ 541306 w 995171"/>
                  <a:gd name="connsiteY7" fmla="*/ 346520 h 420623"/>
                  <a:gd name="connsiteX8" fmla="*/ 523780 w 995171"/>
                  <a:gd name="connsiteY8" fmla="*/ 338804 h 420623"/>
                  <a:gd name="connsiteX9" fmla="*/ 516065 w 995171"/>
                  <a:gd name="connsiteY9" fmla="*/ 321945 h 420623"/>
                  <a:gd name="connsiteX10" fmla="*/ 514350 w 995171"/>
                  <a:gd name="connsiteY10" fmla="*/ 294608 h 420623"/>
                  <a:gd name="connsiteX11" fmla="*/ 514350 w 995171"/>
                  <a:gd name="connsiteY11" fmla="*/ 195644 h 420623"/>
                  <a:gd name="connsiteX12" fmla="*/ 568262 w 995171"/>
                  <a:gd name="connsiteY12" fmla="*/ 195644 h 420623"/>
                  <a:gd name="connsiteX13" fmla="*/ 568262 w 995171"/>
                  <a:gd name="connsiteY13" fmla="*/ 131921 h 420623"/>
                  <a:gd name="connsiteX14" fmla="*/ 514350 w 995171"/>
                  <a:gd name="connsiteY14" fmla="*/ 131921 h 420623"/>
                  <a:gd name="connsiteX15" fmla="*/ 514350 w 995171"/>
                  <a:gd name="connsiteY15" fmla="*/ 21812 h 420623"/>
                  <a:gd name="connsiteX16" fmla="*/ 439865 w 995171"/>
                  <a:gd name="connsiteY16" fmla="*/ 21812 h 420623"/>
                  <a:gd name="connsiteX17" fmla="*/ 439865 w 995171"/>
                  <a:gd name="connsiteY17" fmla="*/ 295180 h 420623"/>
                  <a:gd name="connsiteX18" fmla="*/ 445865 w 995171"/>
                  <a:gd name="connsiteY18" fmla="*/ 353473 h 420623"/>
                  <a:gd name="connsiteX19" fmla="*/ 465677 w 995171"/>
                  <a:gd name="connsiteY19" fmla="*/ 391001 h 420623"/>
                  <a:gd name="connsiteX20" fmla="*/ 502063 w 995171"/>
                  <a:gd name="connsiteY20" fmla="*/ 411385 h 420623"/>
                  <a:gd name="connsiteX21" fmla="*/ 558927 w 995171"/>
                  <a:gd name="connsiteY21" fmla="*/ 417671 h 420623"/>
                  <a:gd name="connsiteX22" fmla="*/ 568262 w 995171"/>
                  <a:gd name="connsiteY22" fmla="*/ 417671 h 420623"/>
                  <a:gd name="connsiteX23" fmla="*/ 995172 w 995171"/>
                  <a:gd name="connsiteY23" fmla="*/ 0 h 420623"/>
                  <a:gd name="connsiteX24" fmla="*/ 920687 w 995171"/>
                  <a:gd name="connsiteY24" fmla="*/ 0 h 420623"/>
                  <a:gd name="connsiteX25" fmla="*/ 920687 w 995171"/>
                  <a:gd name="connsiteY25" fmla="*/ 414719 h 420623"/>
                  <a:gd name="connsiteX26" fmla="*/ 995172 w 995171"/>
                  <a:gd name="connsiteY26" fmla="*/ 414719 h 420623"/>
                  <a:gd name="connsiteX27" fmla="*/ 995172 w 995171"/>
                  <a:gd name="connsiteY27" fmla="*/ 0 h 420623"/>
                  <a:gd name="connsiteX28" fmla="*/ 367951 w 995171"/>
                  <a:gd name="connsiteY28" fmla="*/ 159830 h 420623"/>
                  <a:gd name="connsiteX29" fmla="*/ 281273 w 995171"/>
                  <a:gd name="connsiteY29" fmla="*/ 126206 h 420623"/>
                  <a:gd name="connsiteX30" fmla="*/ 232410 w 995171"/>
                  <a:gd name="connsiteY30" fmla="*/ 137065 h 420623"/>
                  <a:gd name="connsiteX31" fmla="*/ 195358 w 995171"/>
                  <a:gd name="connsiteY31" fmla="*/ 167259 h 420623"/>
                  <a:gd name="connsiteX32" fmla="*/ 191262 w 995171"/>
                  <a:gd name="connsiteY32" fmla="*/ 172498 h 420623"/>
                  <a:gd name="connsiteX33" fmla="*/ 191262 w 995171"/>
                  <a:gd name="connsiteY33" fmla="*/ 167831 h 420623"/>
                  <a:gd name="connsiteX34" fmla="*/ 191262 w 995171"/>
                  <a:gd name="connsiteY34" fmla="*/ 132017 h 420623"/>
                  <a:gd name="connsiteX35" fmla="*/ 117920 w 995171"/>
                  <a:gd name="connsiteY35" fmla="*/ 132017 h 420623"/>
                  <a:gd name="connsiteX36" fmla="*/ 117920 w 995171"/>
                  <a:gd name="connsiteY36" fmla="*/ 414814 h 420623"/>
                  <a:gd name="connsiteX37" fmla="*/ 191929 w 995171"/>
                  <a:gd name="connsiteY37" fmla="*/ 414814 h 420623"/>
                  <a:gd name="connsiteX38" fmla="*/ 191929 w 995171"/>
                  <a:gd name="connsiteY38" fmla="*/ 264128 h 420623"/>
                  <a:gd name="connsiteX39" fmla="*/ 192024 w 995171"/>
                  <a:gd name="connsiteY39" fmla="*/ 274606 h 420623"/>
                  <a:gd name="connsiteX40" fmla="*/ 192119 w 995171"/>
                  <a:gd name="connsiteY40" fmla="*/ 269558 h 420623"/>
                  <a:gd name="connsiteX41" fmla="*/ 211741 w 995171"/>
                  <a:gd name="connsiteY41" fmla="*/ 210884 h 420623"/>
                  <a:gd name="connsiteX42" fmla="*/ 258985 w 995171"/>
                  <a:gd name="connsiteY42" fmla="*/ 190786 h 420623"/>
                  <a:gd name="connsiteX43" fmla="*/ 307753 w 995171"/>
                  <a:gd name="connsiteY43" fmla="*/ 210407 h 420623"/>
                  <a:gd name="connsiteX44" fmla="*/ 323945 w 995171"/>
                  <a:gd name="connsiteY44" fmla="*/ 264605 h 420623"/>
                  <a:gd name="connsiteX45" fmla="*/ 323945 w 995171"/>
                  <a:gd name="connsiteY45" fmla="*/ 264605 h 420623"/>
                  <a:gd name="connsiteX46" fmla="*/ 323945 w 995171"/>
                  <a:gd name="connsiteY46" fmla="*/ 265176 h 420623"/>
                  <a:gd name="connsiteX47" fmla="*/ 323945 w 995171"/>
                  <a:gd name="connsiteY47" fmla="*/ 265271 h 420623"/>
                  <a:gd name="connsiteX48" fmla="*/ 323945 w 995171"/>
                  <a:gd name="connsiteY48" fmla="*/ 414814 h 420623"/>
                  <a:gd name="connsiteX49" fmla="*/ 399098 w 995171"/>
                  <a:gd name="connsiteY49" fmla="*/ 414814 h 420623"/>
                  <a:gd name="connsiteX50" fmla="*/ 399098 w 995171"/>
                  <a:gd name="connsiteY50" fmla="*/ 254222 h 420623"/>
                  <a:gd name="connsiteX51" fmla="*/ 367951 w 995171"/>
                  <a:gd name="connsiteY51" fmla="*/ 159830 h 420623"/>
                  <a:gd name="connsiteX52" fmla="*/ 881825 w 995171"/>
                  <a:gd name="connsiteY52" fmla="*/ 272796 h 420623"/>
                  <a:gd name="connsiteX53" fmla="*/ 871061 w 995171"/>
                  <a:gd name="connsiteY53" fmla="*/ 215646 h 420623"/>
                  <a:gd name="connsiteX54" fmla="*/ 841057 w 995171"/>
                  <a:gd name="connsiteY54" fmla="*/ 168974 h 420623"/>
                  <a:gd name="connsiteX55" fmla="*/ 794957 w 995171"/>
                  <a:gd name="connsiteY55" fmla="*/ 137636 h 420623"/>
                  <a:gd name="connsiteX56" fmla="*/ 735806 w 995171"/>
                  <a:gd name="connsiteY56" fmla="*/ 126302 h 420623"/>
                  <a:gd name="connsiteX57" fmla="*/ 678371 w 995171"/>
                  <a:gd name="connsiteY57" fmla="*/ 137922 h 420623"/>
                  <a:gd name="connsiteX58" fmla="*/ 631698 w 995171"/>
                  <a:gd name="connsiteY58" fmla="*/ 169355 h 420623"/>
                  <a:gd name="connsiteX59" fmla="*/ 600266 w 995171"/>
                  <a:gd name="connsiteY59" fmla="*/ 216027 h 420623"/>
                  <a:gd name="connsiteX60" fmla="*/ 588645 w 995171"/>
                  <a:gd name="connsiteY60" fmla="*/ 273463 h 420623"/>
                  <a:gd name="connsiteX61" fmla="*/ 599694 w 995171"/>
                  <a:gd name="connsiteY61" fmla="*/ 330899 h 420623"/>
                  <a:gd name="connsiteX62" fmla="*/ 630269 w 995171"/>
                  <a:gd name="connsiteY62" fmla="*/ 377571 h 420623"/>
                  <a:gd name="connsiteX63" fmla="*/ 677513 w 995171"/>
                  <a:gd name="connsiteY63" fmla="*/ 409004 h 420623"/>
                  <a:gd name="connsiteX64" fmla="*/ 738092 w 995171"/>
                  <a:gd name="connsiteY64" fmla="*/ 420624 h 420623"/>
                  <a:gd name="connsiteX65" fmla="*/ 863918 w 995171"/>
                  <a:gd name="connsiteY65" fmla="*/ 365093 h 420623"/>
                  <a:gd name="connsiteX66" fmla="*/ 810292 w 995171"/>
                  <a:gd name="connsiteY66" fmla="*/ 324231 h 420623"/>
                  <a:gd name="connsiteX67" fmla="*/ 738664 w 995171"/>
                  <a:gd name="connsiteY67" fmla="*/ 355854 h 420623"/>
                  <a:gd name="connsiteX68" fmla="*/ 687229 w 995171"/>
                  <a:gd name="connsiteY68" fmla="*/ 341376 h 420623"/>
                  <a:gd name="connsiteX69" fmla="*/ 660368 w 995171"/>
                  <a:gd name="connsiteY69" fmla="*/ 302133 h 420623"/>
                  <a:gd name="connsiteX70" fmla="*/ 659606 w 995171"/>
                  <a:gd name="connsiteY70" fmla="*/ 299466 h 420623"/>
                  <a:gd name="connsiteX71" fmla="*/ 881825 w 995171"/>
                  <a:gd name="connsiteY71" fmla="*/ 299466 h 420623"/>
                  <a:gd name="connsiteX72" fmla="*/ 881825 w 995171"/>
                  <a:gd name="connsiteY72" fmla="*/ 272796 h 420623"/>
                  <a:gd name="connsiteX73" fmla="*/ 660368 w 995171"/>
                  <a:gd name="connsiteY73" fmla="*/ 246793 h 420623"/>
                  <a:gd name="connsiteX74" fmla="*/ 735330 w 995171"/>
                  <a:gd name="connsiteY74" fmla="*/ 189929 h 420623"/>
                  <a:gd name="connsiteX75" fmla="*/ 810387 w 995171"/>
                  <a:gd name="connsiteY75" fmla="*/ 246698 h 420623"/>
                  <a:gd name="connsiteX76" fmla="*/ 660368 w 995171"/>
                  <a:gd name="connsiteY76" fmla="*/ 246793 h 420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995171" h="420623">
                    <a:moveTo>
                      <a:pt x="74486" y="131921"/>
                    </a:moveTo>
                    <a:lnTo>
                      <a:pt x="0" y="131921"/>
                    </a:lnTo>
                    <a:lnTo>
                      <a:pt x="0" y="414719"/>
                    </a:lnTo>
                    <a:lnTo>
                      <a:pt x="74486" y="414719"/>
                    </a:lnTo>
                    <a:lnTo>
                      <a:pt x="74486" y="131921"/>
                    </a:lnTo>
                    <a:close/>
                    <a:moveTo>
                      <a:pt x="568262" y="417576"/>
                    </a:moveTo>
                    <a:lnTo>
                      <a:pt x="568262" y="348234"/>
                    </a:lnTo>
                    <a:cubicBezTo>
                      <a:pt x="557308" y="348139"/>
                      <a:pt x="548259" y="347567"/>
                      <a:pt x="541306" y="346520"/>
                    </a:cubicBezTo>
                    <a:cubicBezTo>
                      <a:pt x="533591" y="345281"/>
                      <a:pt x="527685" y="342710"/>
                      <a:pt x="523780" y="338804"/>
                    </a:cubicBezTo>
                    <a:cubicBezTo>
                      <a:pt x="519875" y="334899"/>
                      <a:pt x="517303" y="329184"/>
                      <a:pt x="516065" y="321945"/>
                    </a:cubicBezTo>
                    <a:cubicBezTo>
                      <a:pt x="514922" y="314992"/>
                      <a:pt x="514350" y="305753"/>
                      <a:pt x="514350" y="294608"/>
                    </a:cubicBezTo>
                    <a:lnTo>
                      <a:pt x="514350" y="195644"/>
                    </a:lnTo>
                    <a:lnTo>
                      <a:pt x="568262" y="195644"/>
                    </a:lnTo>
                    <a:lnTo>
                      <a:pt x="568262" y="131921"/>
                    </a:lnTo>
                    <a:lnTo>
                      <a:pt x="514350" y="131921"/>
                    </a:lnTo>
                    <a:lnTo>
                      <a:pt x="514350" y="21812"/>
                    </a:lnTo>
                    <a:lnTo>
                      <a:pt x="439865" y="21812"/>
                    </a:lnTo>
                    <a:lnTo>
                      <a:pt x="439865" y="295180"/>
                    </a:lnTo>
                    <a:cubicBezTo>
                      <a:pt x="439865" y="318230"/>
                      <a:pt x="441865" y="337852"/>
                      <a:pt x="445865" y="353473"/>
                    </a:cubicBezTo>
                    <a:cubicBezTo>
                      <a:pt x="449771" y="368903"/>
                      <a:pt x="456438" y="381572"/>
                      <a:pt x="465677" y="391001"/>
                    </a:cubicBezTo>
                    <a:cubicBezTo>
                      <a:pt x="474917" y="400431"/>
                      <a:pt x="487204" y="407289"/>
                      <a:pt x="502063" y="411385"/>
                    </a:cubicBezTo>
                    <a:cubicBezTo>
                      <a:pt x="517112" y="415481"/>
                      <a:pt x="536258" y="417671"/>
                      <a:pt x="558927" y="417671"/>
                    </a:cubicBezTo>
                    <a:lnTo>
                      <a:pt x="568262" y="417671"/>
                    </a:lnTo>
                    <a:close/>
                    <a:moveTo>
                      <a:pt x="995172" y="0"/>
                    </a:moveTo>
                    <a:lnTo>
                      <a:pt x="920687" y="0"/>
                    </a:lnTo>
                    <a:lnTo>
                      <a:pt x="920687" y="414719"/>
                    </a:lnTo>
                    <a:lnTo>
                      <a:pt x="995172" y="414719"/>
                    </a:lnTo>
                    <a:lnTo>
                      <a:pt x="995172" y="0"/>
                    </a:lnTo>
                    <a:close/>
                    <a:moveTo>
                      <a:pt x="367951" y="159830"/>
                    </a:moveTo>
                    <a:cubicBezTo>
                      <a:pt x="347282" y="137541"/>
                      <a:pt x="318135" y="126206"/>
                      <a:pt x="281273" y="126206"/>
                    </a:cubicBezTo>
                    <a:cubicBezTo>
                      <a:pt x="263462" y="126206"/>
                      <a:pt x="247079" y="129921"/>
                      <a:pt x="232410" y="137065"/>
                    </a:cubicBezTo>
                    <a:cubicBezTo>
                      <a:pt x="217742" y="144304"/>
                      <a:pt x="205264" y="154496"/>
                      <a:pt x="195358" y="167259"/>
                    </a:cubicBezTo>
                    <a:lnTo>
                      <a:pt x="191262" y="172498"/>
                    </a:lnTo>
                    <a:lnTo>
                      <a:pt x="191262" y="167831"/>
                    </a:lnTo>
                    <a:lnTo>
                      <a:pt x="191262" y="132017"/>
                    </a:lnTo>
                    <a:lnTo>
                      <a:pt x="117920" y="132017"/>
                    </a:lnTo>
                    <a:lnTo>
                      <a:pt x="117920" y="414814"/>
                    </a:lnTo>
                    <a:lnTo>
                      <a:pt x="191929" y="414814"/>
                    </a:lnTo>
                    <a:lnTo>
                      <a:pt x="191929" y="264128"/>
                    </a:lnTo>
                    <a:lnTo>
                      <a:pt x="192024" y="274606"/>
                    </a:lnTo>
                    <a:cubicBezTo>
                      <a:pt x="192024" y="272891"/>
                      <a:pt x="192024" y="271177"/>
                      <a:pt x="192119" y="269558"/>
                    </a:cubicBezTo>
                    <a:cubicBezTo>
                      <a:pt x="192881" y="243173"/>
                      <a:pt x="199454" y="223456"/>
                      <a:pt x="211741" y="210884"/>
                    </a:cubicBezTo>
                    <a:cubicBezTo>
                      <a:pt x="224790" y="197549"/>
                      <a:pt x="240697" y="190786"/>
                      <a:pt x="258985" y="190786"/>
                    </a:cubicBezTo>
                    <a:cubicBezTo>
                      <a:pt x="280511" y="190786"/>
                      <a:pt x="296894" y="197358"/>
                      <a:pt x="307753" y="210407"/>
                    </a:cubicBezTo>
                    <a:cubicBezTo>
                      <a:pt x="318421" y="223171"/>
                      <a:pt x="323850" y="241364"/>
                      <a:pt x="323945" y="264605"/>
                    </a:cubicBezTo>
                    <a:lnTo>
                      <a:pt x="323945" y="264605"/>
                    </a:lnTo>
                    <a:lnTo>
                      <a:pt x="323945" y="265176"/>
                    </a:lnTo>
                    <a:lnTo>
                      <a:pt x="323945" y="265271"/>
                    </a:lnTo>
                    <a:lnTo>
                      <a:pt x="323945" y="414814"/>
                    </a:lnTo>
                    <a:lnTo>
                      <a:pt x="399098" y="414814"/>
                    </a:lnTo>
                    <a:lnTo>
                      <a:pt x="399098" y="254222"/>
                    </a:lnTo>
                    <a:cubicBezTo>
                      <a:pt x="399193" y="213931"/>
                      <a:pt x="388620" y="182118"/>
                      <a:pt x="367951" y="159830"/>
                    </a:cubicBezTo>
                    <a:moveTo>
                      <a:pt x="881825" y="272796"/>
                    </a:moveTo>
                    <a:cubicBezTo>
                      <a:pt x="881825" y="252508"/>
                      <a:pt x="878205" y="233267"/>
                      <a:pt x="871061" y="215646"/>
                    </a:cubicBezTo>
                    <a:cubicBezTo>
                      <a:pt x="863918" y="198025"/>
                      <a:pt x="853821" y="182309"/>
                      <a:pt x="841057" y="168974"/>
                    </a:cubicBezTo>
                    <a:cubicBezTo>
                      <a:pt x="828294" y="155639"/>
                      <a:pt x="812768" y="145066"/>
                      <a:pt x="794957" y="137636"/>
                    </a:cubicBezTo>
                    <a:cubicBezTo>
                      <a:pt x="777145" y="130112"/>
                      <a:pt x="757238" y="126302"/>
                      <a:pt x="735806" y="126302"/>
                    </a:cubicBezTo>
                    <a:cubicBezTo>
                      <a:pt x="715518" y="126302"/>
                      <a:pt x="696182" y="130207"/>
                      <a:pt x="678371" y="137922"/>
                    </a:cubicBezTo>
                    <a:cubicBezTo>
                      <a:pt x="660559" y="145637"/>
                      <a:pt x="644843" y="156210"/>
                      <a:pt x="631698" y="169355"/>
                    </a:cubicBezTo>
                    <a:cubicBezTo>
                      <a:pt x="618554" y="182499"/>
                      <a:pt x="607981" y="198215"/>
                      <a:pt x="600266" y="216027"/>
                    </a:cubicBezTo>
                    <a:cubicBezTo>
                      <a:pt x="592550" y="233839"/>
                      <a:pt x="588645" y="253175"/>
                      <a:pt x="588645" y="273463"/>
                    </a:cubicBezTo>
                    <a:cubicBezTo>
                      <a:pt x="588645" y="293751"/>
                      <a:pt x="592360" y="313087"/>
                      <a:pt x="599694" y="330899"/>
                    </a:cubicBezTo>
                    <a:cubicBezTo>
                      <a:pt x="607028" y="348710"/>
                      <a:pt x="617315" y="364426"/>
                      <a:pt x="630269" y="377571"/>
                    </a:cubicBezTo>
                    <a:cubicBezTo>
                      <a:pt x="643223" y="390716"/>
                      <a:pt x="659130" y="401288"/>
                      <a:pt x="677513" y="409004"/>
                    </a:cubicBezTo>
                    <a:cubicBezTo>
                      <a:pt x="695897" y="416719"/>
                      <a:pt x="716280" y="420624"/>
                      <a:pt x="738092" y="420624"/>
                    </a:cubicBezTo>
                    <a:cubicBezTo>
                      <a:pt x="801148" y="420624"/>
                      <a:pt x="840391" y="391954"/>
                      <a:pt x="863918" y="365093"/>
                    </a:cubicBezTo>
                    <a:lnTo>
                      <a:pt x="810292" y="324231"/>
                    </a:lnTo>
                    <a:cubicBezTo>
                      <a:pt x="798957" y="337661"/>
                      <a:pt x="772192" y="355854"/>
                      <a:pt x="738664" y="355854"/>
                    </a:cubicBezTo>
                    <a:cubicBezTo>
                      <a:pt x="717614" y="355854"/>
                      <a:pt x="700373" y="350996"/>
                      <a:pt x="687229" y="341376"/>
                    </a:cubicBezTo>
                    <a:cubicBezTo>
                      <a:pt x="674084" y="331756"/>
                      <a:pt x="665036" y="318611"/>
                      <a:pt x="660368" y="302133"/>
                    </a:cubicBezTo>
                    <a:lnTo>
                      <a:pt x="659606" y="299466"/>
                    </a:lnTo>
                    <a:lnTo>
                      <a:pt x="881825" y="299466"/>
                    </a:lnTo>
                    <a:lnTo>
                      <a:pt x="881825" y="272796"/>
                    </a:lnTo>
                    <a:close/>
                    <a:moveTo>
                      <a:pt x="660368" y="246793"/>
                    </a:moveTo>
                    <a:cubicBezTo>
                      <a:pt x="660368" y="226124"/>
                      <a:pt x="684086" y="189929"/>
                      <a:pt x="735330" y="189929"/>
                    </a:cubicBezTo>
                    <a:cubicBezTo>
                      <a:pt x="786575" y="189929"/>
                      <a:pt x="810387" y="226028"/>
                      <a:pt x="810387" y="246698"/>
                    </a:cubicBezTo>
                    <a:lnTo>
                      <a:pt x="660368" y="24679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34E3A93-BFC9-49AD-8CF7-7EDF2A13157E}"/>
                  </a:ext>
                </a:extLst>
              </p:cNvPr>
              <p:cNvSpPr/>
              <p:nvPr/>
            </p:nvSpPr>
            <p:spPr>
              <a:xfrm>
                <a:off x="2358770" y="6728469"/>
                <a:ext cx="79057" cy="79057"/>
              </a:xfrm>
              <a:custGeom>
                <a:avLst/>
                <a:gdLst>
                  <a:gd name="connsiteX0" fmla="*/ 39529 w 79057"/>
                  <a:gd name="connsiteY0" fmla="*/ 5620 h 79057"/>
                  <a:gd name="connsiteX1" fmla="*/ 73438 w 79057"/>
                  <a:gd name="connsiteY1" fmla="*/ 39529 h 79057"/>
                  <a:gd name="connsiteX2" fmla="*/ 39529 w 79057"/>
                  <a:gd name="connsiteY2" fmla="*/ 73438 h 79057"/>
                  <a:gd name="connsiteX3" fmla="*/ 5620 w 79057"/>
                  <a:gd name="connsiteY3" fmla="*/ 39529 h 79057"/>
                  <a:gd name="connsiteX4" fmla="*/ 39529 w 79057"/>
                  <a:gd name="connsiteY4" fmla="*/ 5620 h 79057"/>
                  <a:gd name="connsiteX5" fmla="*/ 39529 w 79057"/>
                  <a:gd name="connsiteY5" fmla="*/ 0 h 79057"/>
                  <a:gd name="connsiteX6" fmla="*/ 0 w 79057"/>
                  <a:gd name="connsiteY6" fmla="*/ 39529 h 79057"/>
                  <a:gd name="connsiteX7" fmla="*/ 39529 w 79057"/>
                  <a:gd name="connsiteY7" fmla="*/ 79058 h 79057"/>
                  <a:gd name="connsiteX8" fmla="*/ 79058 w 79057"/>
                  <a:gd name="connsiteY8" fmla="*/ 39529 h 79057"/>
                  <a:gd name="connsiteX9" fmla="*/ 39529 w 79057"/>
                  <a:gd name="connsiteY9" fmla="*/ 0 h 79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9057" h="79057">
                    <a:moveTo>
                      <a:pt x="39529" y="5620"/>
                    </a:moveTo>
                    <a:cubicBezTo>
                      <a:pt x="58198" y="5620"/>
                      <a:pt x="73438" y="20860"/>
                      <a:pt x="73438" y="39529"/>
                    </a:cubicBezTo>
                    <a:cubicBezTo>
                      <a:pt x="73438" y="58198"/>
                      <a:pt x="58198" y="73438"/>
                      <a:pt x="39529" y="73438"/>
                    </a:cubicBezTo>
                    <a:cubicBezTo>
                      <a:pt x="20860" y="73438"/>
                      <a:pt x="5620" y="58198"/>
                      <a:pt x="5620" y="39529"/>
                    </a:cubicBezTo>
                    <a:cubicBezTo>
                      <a:pt x="5620" y="20860"/>
                      <a:pt x="20860" y="5620"/>
                      <a:pt x="39529" y="5620"/>
                    </a:cubicBezTo>
                    <a:moveTo>
                      <a:pt x="39529" y="0"/>
                    </a:moveTo>
                    <a:cubicBezTo>
                      <a:pt x="17717" y="0"/>
                      <a:pt x="0" y="17717"/>
                      <a:pt x="0" y="39529"/>
                    </a:cubicBezTo>
                    <a:cubicBezTo>
                      <a:pt x="0" y="61341"/>
                      <a:pt x="17717" y="79058"/>
                      <a:pt x="39529" y="79058"/>
                    </a:cubicBezTo>
                    <a:cubicBezTo>
                      <a:pt x="61341" y="79058"/>
                      <a:pt x="79058" y="61341"/>
                      <a:pt x="79058" y="39529"/>
                    </a:cubicBezTo>
                    <a:cubicBezTo>
                      <a:pt x="79058" y="17717"/>
                      <a:pt x="61341" y="0"/>
                      <a:pt x="39529" y="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839DD8F2-C56B-454C-9A84-A663F83DB6CE}"/>
                  </a:ext>
                </a:extLst>
              </p:cNvPr>
              <p:cNvSpPr/>
              <p:nvPr/>
            </p:nvSpPr>
            <p:spPr>
              <a:xfrm>
                <a:off x="2384869" y="6748090"/>
                <a:ext cx="30765" cy="39528"/>
              </a:xfrm>
              <a:custGeom>
                <a:avLst/>
                <a:gdLst>
                  <a:gd name="connsiteX0" fmla="*/ 16383 w 30765"/>
                  <a:gd name="connsiteY0" fmla="*/ 95 h 39528"/>
                  <a:gd name="connsiteX1" fmla="*/ 23051 w 30765"/>
                  <a:gd name="connsiteY1" fmla="*/ 1715 h 39528"/>
                  <a:gd name="connsiteX2" fmla="*/ 27718 w 30765"/>
                  <a:gd name="connsiteY2" fmla="*/ 6191 h 39528"/>
                  <a:gd name="connsiteX3" fmla="*/ 29337 w 30765"/>
                  <a:gd name="connsiteY3" fmla="*/ 12478 h 39528"/>
                  <a:gd name="connsiteX4" fmla="*/ 27146 w 30765"/>
                  <a:gd name="connsiteY4" fmla="*/ 19622 h 39528"/>
                  <a:gd name="connsiteX5" fmla="*/ 21812 w 30765"/>
                  <a:gd name="connsiteY5" fmla="*/ 23717 h 39528"/>
                  <a:gd name="connsiteX6" fmla="*/ 30766 w 30765"/>
                  <a:gd name="connsiteY6" fmla="*/ 39529 h 39528"/>
                  <a:gd name="connsiteX7" fmla="*/ 23717 w 30765"/>
                  <a:gd name="connsiteY7" fmla="*/ 39529 h 39528"/>
                  <a:gd name="connsiteX8" fmla="*/ 15526 w 30765"/>
                  <a:gd name="connsiteY8" fmla="*/ 24860 h 39528"/>
                  <a:gd name="connsiteX9" fmla="*/ 6191 w 30765"/>
                  <a:gd name="connsiteY9" fmla="*/ 24860 h 39528"/>
                  <a:gd name="connsiteX10" fmla="*/ 6191 w 30765"/>
                  <a:gd name="connsiteY10" fmla="*/ 39529 h 39528"/>
                  <a:gd name="connsiteX11" fmla="*/ 0 w 30765"/>
                  <a:gd name="connsiteY11" fmla="*/ 39529 h 39528"/>
                  <a:gd name="connsiteX12" fmla="*/ 0 w 30765"/>
                  <a:gd name="connsiteY12" fmla="*/ 0 h 39528"/>
                  <a:gd name="connsiteX13" fmla="*/ 16383 w 30765"/>
                  <a:gd name="connsiteY13" fmla="*/ 0 h 39528"/>
                  <a:gd name="connsiteX14" fmla="*/ 16383 w 30765"/>
                  <a:gd name="connsiteY14" fmla="*/ 19336 h 39528"/>
                  <a:gd name="connsiteX15" fmla="*/ 19907 w 30765"/>
                  <a:gd name="connsiteY15" fmla="*/ 18478 h 39528"/>
                  <a:gd name="connsiteX16" fmla="*/ 22289 w 30765"/>
                  <a:gd name="connsiteY16" fmla="*/ 16097 h 39528"/>
                  <a:gd name="connsiteX17" fmla="*/ 23146 w 30765"/>
                  <a:gd name="connsiteY17" fmla="*/ 12573 h 39528"/>
                  <a:gd name="connsiteX18" fmla="*/ 22289 w 30765"/>
                  <a:gd name="connsiteY18" fmla="*/ 9049 h 39528"/>
                  <a:gd name="connsiteX19" fmla="*/ 19907 w 30765"/>
                  <a:gd name="connsiteY19" fmla="*/ 6668 h 39528"/>
                  <a:gd name="connsiteX20" fmla="*/ 16383 w 30765"/>
                  <a:gd name="connsiteY20" fmla="*/ 5810 h 39528"/>
                  <a:gd name="connsiteX21" fmla="*/ 6191 w 30765"/>
                  <a:gd name="connsiteY21" fmla="*/ 5810 h 39528"/>
                  <a:gd name="connsiteX22" fmla="*/ 6191 w 30765"/>
                  <a:gd name="connsiteY22" fmla="*/ 19336 h 39528"/>
                  <a:gd name="connsiteX23" fmla="*/ 16383 w 30765"/>
                  <a:gd name="connsiteY23" fmla="*/ 19336 h 39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765" h="39528">
                    <a:moveTo>
                      <a:pt x="16383" y="95"/>
                    </a:moveTo>
                    <a:cubicBezTo>
                      <a:pt x="18860" y="95"/>
                      <a:pt x="21050" y="667"/>
                      <a:pt x="23051" y="1715"/>
                    </a:cubicBezTo>
                    <a:cubicBezTo>
                      <a:pt x="25051" y="2762"/>
                      <a:pt x="26575" y="4286"/>
                      <a:pt x="27718" y="6191"/>
                    </a:cubicBezTo>
                    <a:cubicBezTo>
                      <a:pt x="28861" y="8096"/>
                      <a:pt x="29337" y="10192"/>
                      <a:pt x="29337" y="12478"/>
                    </a:cubicBezTo>
                    <a:cubicBezTo>
                      <a:pt x="29337" y="15335"/>
                      <a:pt x="28575" y="17717"/>
                      <a:pt x="27146" y="19622"/>
                    </a:cubicBezTo>
                    <a:cubicBezTo>
                      <a:pt x="25718" y="21527"/>
                      <a:pt x="23908" y="22860"/>
                      <a:pt x="21812" y="23717"/>
                    </a:cubicBezTo>
                    <a:lnTo>
                      <a:pt x="30766" y="39529"/>
                    </a:lnTo>
                    <a:lnTo>
                      <a:pt x="23717" y="39529"/>
                    </a:lnTo>
                    <a:lnTo>
                      <a:pt x="15526" y="24860"/>
                    </a:lnTo>
                    <a:lnTo>
                      <a:pt x="6191" y="24860"/>
                    </a:lnTo>
                    <a:lnTo>
                      <a:pt x="6191" y="39529"/>
                    </a:lnTo>
                    <a:lnTo>
                      <a:pt x="0" y="39529"/>
                    </a:lnTo>
                    <a:lnTo>
                      <a:pt x="0" y="0"/>
                    </a:lnTo>
                    <a:lnTo>
                      <a:pt x="16383" y="0"/>
                    </a:lnTo>
                    <a:close/>
                    <a:moveTo>
                      <a:pt x="16383" y="19336"/>
                    </a:moveTo>
                    <a:cubicBezTo>
                      <a:pt x="17717" y="19336"/>
                      <a:pt x="18860" y="19050"/>
                      <a:pt x="19907" y="18478"/>
                    </a:cubicBezTo>
                    <a:cubicBezTo>
                      <a:pt x="20955" y="17907"/>
                      <a:pt x="21717" y="17050"/>
                      <a:pt x="22289" y="16097"/>
                    </a:cubicBezTo>
                    <a:cubicBezTo>
                      <a:pt x="22860" y="15050"/>
                      <a:pt x="23146" y="13906"/>
                      <a:pt x="23146" y="12573"/>
                    </a:cubicBezTo>
                    <a:cubicBezTo>
                      <a:pt x="23146" y="11240"/>
                      <a:pt x="22860" y="10097"/>
                      <a:pt x="22289" y="9049"/>
                    </a:cubicBezTo>
                    <a:cubicBezTo>
                      <a:pt x="21717" y="8001"/>
                      <a:pt x="20860" y="7239"/>
                      <a:pt x="19907" y="6668"/>
                    </a:cubicBezTo>
                    <a:cubicBezTo>
                      <a:pt x="18860" y="6096"/>
                      <a:pt x="17717" y="5810"/>
                      <a:pt x="16383" y="5810"/>
                    </a:cubicBezTo>
                    <a:lnTo>
                      <a:pt x="6191" y="5810"/>
                    </a:lnTo>
                    <a:lnTo>
                      <a:pt x="6191" y="19336"/>
                    </a:lnTo>
                    <a:lnTo>
                      <a:pt x="16383" y="1933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ea typeface="Intel Clear" panose="020B0604020203020204" pitchFamily="34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C1BCBB2-B699-44A9-B291-3CCD0D0E00F2}"/>
                </a:ext>
              </a:extLst>
            </p:cNvPr>
            <p:cNvSpPr/>
            <p:nvPr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3D17A91-F49E-45DE-835E-543E5DCD8458}"/>
                </a:ext>
              </a:extLst>
            </p:cNvPr>
            <p:cNvSpPr/>
            <p:nvPr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7E01F40-8D2A-43E6-B578-00B92049883B}"/>
                </a:ext>
              </a:extLst>
            </p:cNvPr>
            <p:cNvSpPr/>
            <p:nvPr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3438" y="944163"/>
            <a:ext cx="9810362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42536" y="1635111"/>
            <a:ext cx="9789007" cy="187485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42536" y="3602038"/>
            <a:ext cx="978900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82174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E1B587A-481D-4354-9508-D5D8FF887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3803" y="0"/>
            <a:ext cx="4325371" cy="6377476"/>
            <a:chOff x="573803" y="0"/>
            <a:chExt cx="4325371" cy="63774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CFE29C8-410C-4059-919F-670CE49EA18F}"/>
                </a:ext>
              </a:extLst>
            </p:cNvPr>
            <p:cNvSpPr/>
            <p:nvPr userDrawn="1"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ADCBE42-BEC7-4DF9-A16F-7E76C7D448E8}"/>
                </a:ext>
              </a:extLst>
            </p:cNvPr>
            <p:cNvSpPr/>
            <p:nvPr userDrawn="1"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AA47B74-98DC-499D-981D-583A2DD69E50}"/>
                </a:ext>
              </a:extLst>
            </p:cNvPr>
            <p:cNvSpPr/>
            <p:nvPr userDrawn="1"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3D68EB8-A34F-47E3-8B7F-5FF260D65B7C}"/>
                </a:ext>
              </a:extLst>
            </p:cNvPr>
            <p:cNvSpPr/>
            <p:nvPr userDrawn="1"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07897D68-7CB8-406F-9146-F00DE7131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66513" y="5992753"/>
              <a:ext cx="1031758" cy="384723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6D8E5A8-9477-47F6-9CA7-9A7DC4670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3803" y="0"/>
            <a:ext cx="4325371" cy="6377476"/>
            <a:chOff x="573803" y="0"/>
            <a:chExt cx="4325371" cy="637747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200040-B841-47B7-8555-E0299CDC24FA}"/>
                </a:ext>
              </a:extLst>
            </p:cNvPr>
            <p:cNvSpPr/>
            <p:nvPr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24C56C1-BF0A-4234-81F8-D2B769834C58}"/>
                </a:ext>
              </a:extLst>
            </p:cNvPr>
            <p:cNvSpPr/>
            <p:nvPr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bg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57C8AC4-A26E-48AF-9B2F-93A0F02E758D}"/>
                </a:ext>
              </a:extLst>
            </p:cNvPr>
            <p:cNvSpPr/>
            <p:nvPr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D5060BD-E2D2-44BB-ADFB-2B20CEB8775D}"/>
                </a:ext>
              </a:extLst>
            </p:cNvPr>
            <p:cNvSpPr/>
            <p:nvPr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bg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5A184651-D34A-4937-8369-48ADD8E89C0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66513" y="5992753"/>
              <a:ext cx="1031758" cy="384723"/>
            </a:xfrm>
            <a:prstGeom prst="rect">
              <a:avLst/>
            </a:prstGeom>
          </p:spPr>
        </p:pic>
      </p:grp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3438" y="944163"/>
            <a:ext cx="9810362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42536" y="1635111"/>
            <a:ext cx="9789007" cy="1874852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42536" y="3602038"/>
            <a:ext cx="978900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11038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584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115AA-229D-4A6C-90C6-57CFD374E6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2853159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7416-C44D-4788-AE82-AF3D1327DA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1694"/>
            <a:ext cx="10972800" cy="119982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1487056"/>
            <a:ext cx="10972800" cy="4689908"/>
          </a:xfrm>
        </p:spPr>
        <p:txBody>
          <a:bodyPr/>
          <a:lstStyle>
            <a:lvl2pPr marL="685800" indent="-228600">
              <a:buFont typeface="Arial" panose="020B0604020202020204" pitchFamily="34" charset="0"/>
              <a:buChar char="•"/>
              <a:defRPr/>
            </a:lvl2pPr>
            <a:lvl3pPr marL="1143000" indent="-228600">
              <a:buFont typeface="Arial" panose="020B0604020202020204" pitchFamily="34" charset="0"/>
              <a:buChar char="•"/>
              <a:defRPr/>
            </a:lvl3pPr>
            <a:lvl4pPr marL="1600200" indent="-228600">
              <a:buFont typeface="Arial" panose="020B0604020202020204" pitchFamily="34" charset="0"/>
              <a:buChar char="•"/>
              <a:defRPr/>
            </a:lvl4pPr>
            <a:lvl5pPr marL="20574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6067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 userDrawn="1">
          <p15:clr>
            <a:srgbClr val="FBAE40"/>
          </p15:clr>
        </p15:guide>
        <p15:guide id="5" pos="240" userDrawn="1">
          <p15:clr>
            <a:srgbClr val="FBAE40"/>
          </p15:clr>
        </p15:guide>
        <p15:guide id="6" pos="7152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7416-C44D-4788-AE82-AF3D1327DA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1694"/>
            <a:ext cx="10972800" cy="119982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1487056"/>
            <a:ext cx="10972800" cy="4689908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0530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 userDrawn="1">
          <p15:clr>
            <a:srgbClr val="FBAE40"/>
          </p15:clr>
        </p15:guide>
        <p15:guide id="5" pos="240" userDrawn="1">
          <p15:clr>
            <a:srgbClr val="FBAE40"/>
          </p15:clr>
        </p15:guide>
        <p15:guide id="6" pos="7152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7416-C44D-4788-AE82-AF3D1327DA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1694"/>
            <a:ext cx="10972800" cy="119982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1487056"/>
            <a:ext cx="10972800" cy="4689908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2033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 userDrawn="1">
          <p15:clr>
            <a:srgbClr val="FBAE40"/>
          </p15:clr>
        </p15:guide>
        <p15:guide id="5" pos="240" userDrawn="1">
          <p15:clr>
            <a:srgbClr val="FBAE40"/>
          </p15:clr>
        </p15:guide>
        <p15:guide id="6" pos="7152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7416-C44D-4788-AE82-AF3D1327DA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1694"/>
            <a:ext cx="10972800" cy="119982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C827E3-834F-40BA-9518-B0648BD536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94289"/>
            <a:ext cx="10972800" cy="52546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200" b="0" i="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2110067"/>
            <a:ext cx="10972800" cy="4084256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7127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">
          <p15:clr>
            <a:srgbClr val="FBAE40"/>
          </p15:clr>
        </p15:guide>
        <p15:guide id="3" pos="7152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EBB2-584E-4CD8-BAAE-06D480D3A0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95361"/>
            <a:ext cx="10972800" cy="530454"/>
          </a:xfrm>
        </p:spPr>
        <p:txBody>
          <a:bodyPr>
            <a:noAutofit/>
          </a:bodyPr>
          <a:lstStyle>
            <a:lvl1pPr marL="0" indent="0">
              <a:buNone/>
              <a:defRPr sz="3200" b="0" i="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0999" y="2105680"/>
            <a:ext cx="5429865" cy="4095774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923935" y="2105680"/>
            <a:ext cx="5429865" cy="4095774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8846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0999" y="1496292"/>
            <a:ext cx="5429865" cy="4686689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923935" y="1496292"/>
            <a:ext cx="5429865" cy="4686689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6306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&amp;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1694"/>
            <a:ext cx="5429864" cy="1199822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EBB2-584E-4CD8-BAAE-06D480D3A0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95361"/>
            <a:ext cx="5429864" cy="530454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0999" y="2105680"/>
            <a:ext cx="5429865" cy="4095774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26394" y="230287"/>
            <a:ext cx="5429250" cy="241068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9775C37-EE38-450C-8269-79E50F8E88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26138" y="2655075"/>
            <a:ext cx="5429250" cy="47006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DC24117-8044-4F60-A59D-9F61002D6C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24550" y="3331781"/>
            <a:ext cx="5429250" cy="241068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05F9606-8CF6-4C56-B2B6-E8A04B25F1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4294" y="5767077"/>
            <a:ext cx="5429250" cy="47006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4604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&amp;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1694"/>
            <a:ext cx="5429864" cy="1199822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0999" y="2105680"/>
            <a:ext cx="5429865" cy="4095774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26394" y="0"/>
            <a:ext cx="5808406" cy="64007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4D1D699-1964-9A45-A892-EAAC949B82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95361"/>
            <a:ext cx="5429864" cy="530454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2362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1734800" cy="64007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86970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41833"/>
            <a:ext cx="10972800" cy="4241800"/>
          </a:xfrm>
        </p:spPr>
        <p:txBody>
          <a:bodyPr>
            <a:normAutofit/>
          </a:bodyPr>
          <a:lstStyle>
            <a:lvl1pPr marL="0" indent="0">
              <a:buNone/>
              <a:defRPr sz="6000" b="0" i="0">
                <a:solidFill>
                  <a:schemeClr val="accent1"/>
                </a:solidFill>
                <a:latin typeface="IntelOne Text" panose="020B0503020203020204" pitchFamily="34" charset="0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4C57F0-3964-4184-8486-C7C3D87AEA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5757203"/>
            <a:ext cx="10972800" cy="501650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248780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441833"/>
            <a:ext cx="10972800" cy="4241800"/>
          </a:xfrm>
        </p:spPr>
        <p:txBody>
          <a:bodyPr>
            <a:normAutofit/>
          </a:bodyPr>
          <a:lstStyle>
            <a:lvl1pPr marL="0" indent="0">
              <a:buNone/>
              <a:defRPr sz="6000" b="0" i="0">
                <a:solidFill>
                  <a:schemeClr val="bg1"/>
                </a:solidFill>
                <a:latin typeface="IntelOne Text" panose="020B0503020203020204" pitchFamily="34" charset="0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4C57F0-3964-4184-8486-C7C3D87AEA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5757203"/>
            <a:ext cx="10972800" cy="5016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3DA6DA-63DC-460A-B2F4-6584E4114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F26FFBC-3F56-4549-828C-9A20F03B1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EBB8918-321F-4814-85AD-F9F7A8C67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FBDE8F-8844-4DFF-BA21-35B58CB1D8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75CFAC-8A95-416C-AF0A-BE82C31DD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1852F3-59BE-4CC1-B2BF-0FAA22504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0C7463-044C-48C5-9C61-01035600C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91783BE-2760-44E4-ADC3-DD3F254CE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547586F-EE67-4051-9999-DE673BC9B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B0D2E6-CDB6-4990-9882-8E1AC387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A1EC77-5BEB-45BB-B35A-D1CB9FB09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6365" y="6510549"/>
            <a:ext cx="17475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 TCE2 | Yuti Kadakia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E3CC19-B2E2-40FF-B774-8AD1AD5A1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894798" y="6553045"/>
            <a:ext cx="150682" cy="1615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5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035220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gu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29178"/>
            <a:ext cx="10972800" cy="1199822"/>
          </a:xfrm>
        </p:spPr>
        <p:txBody>
          <a:bodyPr anchor="b" anchorCtr="0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3449317"/>
            <a:ext cx="10972800" cy="681935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4518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29178"/>
            <a:ext cx="10972800" cy="1199822"/>
          </a:xfrm>
        </p:spPr>
        <p:txBody>
          <a:bodyPr anchor="b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3449317"/>
            <a:ext cx="10972800" cy="681935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EB7CF4-6E59-4F58-B339-D2AEFB0D2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F87E56-D20F-4261-BEAD-AB9B17E14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5FB7B45-0229-4BD9-84EB-963DE20FB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1CF056-9D11-4F80-AB2B-5694DFB8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D4934B-0E18-43C3-ABD3-375F5EB74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3A9EF0-587D-4D66-AF71-B360DB919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E9F9A1-9773-43B8-98D0-A483D488C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50338064-1322-4DA2-AA1C-4E086E88E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B20DD1C-FBB9-4A79-99DE-1A05C6758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8CF211-593C-4B89-BA8B-B4BF959BF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86AE8E-163B-4673-9C89-BA60DB5BB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6365" y="6510549"/>
            <a:ext cx="17475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 TCE2 | Yuti Kadakia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9A01FA-314F-465F-BEBB-029CC884B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894798" y="6553045"/>
            <a:ext cx="150682" cy="1615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5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461990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 Blue 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A368D64-A019-4399-A672-206E0E3B7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5220" y="2614497"/>
            <a:ext cx="4838270" cy="1782383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841197-2CF0-45F0-8F2A-7933BBBCA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C7E27-4D13-40CC-BD02-3CD7453D0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7623" y="546389"/>
            <a:ext cx="5433848" cy="111870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087623" y="1813801"/>
            <a:ext cx="5433848" cy="437679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F87E56-D20F-4261-BEAD-AB9B17E14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1CF056-9D11-4F80-AB2B-5694DFB8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D4934B-0E18-43C3-ABD3-375F5EB74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3A9EF0-587D-4D66-AF71-B360DB919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1B807F-E5A0-4B47-8126-0798D03DDE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2EB94AE-1165-4C66-B976-C2E168859D49}"/>
                </a:ext>
              </a:extLst>
            </p:cNvPr>
            <p:cNvSpPr/>
            <p:nvPr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9F8E51D-DCA9-46A9-A882-29E595D6A99F}"/>
                </a:ext>
              </a:extLst>
            </p:cNvPr>
            <p:cNvSpPr/>
            <p:nvPr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rgbClr val="7BDE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E74772E-29C4-4337-A397-0F1232F1F1FE}"/>
                </a:ext>
              </a:extLst>
            </p:cNvPr>
            <p:cNvSpPr/>
            <p:nvPr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rgbClr val="B4F0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C2D0DF1-6BFD-4E45-8CA9-4436F31DB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0BFD17C7-2044-4743-9B58-A721FED6F0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C1BD233-1B52-4259-BBB2-FFAB0A8D1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012ABA-EED9-48CA-B3FF-9EE6151C6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2426B1C-8B0F-44A4-8250-F1D859854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5D4EF16-2639-4F0C-B7CE-3B49694D7462}"/>
                </a:ext>
              </a:extLst>
            </p:cNvPr>
            <p:cNvSpPr/>
            <p:nvPr userDrawn="1"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FFEF9D7-E955-4747-98A8-A3CDA0B2EA11}"/>
                </a:ext>
              </a:extLst>
            </p:cNvPr>
            <p:cNvSpPr/>
            <p:nvPr userDrawn="1"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rgbClr val="7BDE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C53175F-9DFF-470F-9639-8993D337BE4A}"/>
                </a:ext>
              </a:extLst>
            </p:cNvPr>
            <p:cNvSpPr/>
            <p:nvPr userDrawn="1"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rgbClr val="B4F0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326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 Blue B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6F68134-655A-4C58-8EC5-042D492A6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841197-2CF0-45F0-8F2A-7933BBBCA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C7E27-4D13-40CC-BD02-3CD7453D0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5220" y="2614497"/>
            <a:ext cx="4838270" cy="1782383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7623" y="546389"/>
            <a:ext cx="5433848" cy="111870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087623" y="1813801"/>
            <a:ext cx="5433848" cy="437679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F87E56-D20F-4261-BEAD-AB9B17E14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1CF056-9D11-4F80-AB2B-5694DFB8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D4934B-0E18-43C3-ABD3-375F5EB74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3A9EF0-587D-4D66-AF71-B360DB919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F16FE66-F77C-48EC-9636-B0D3F1F81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2EB94AE-1165-4C66-B976-C2E168859D49}"/>
                </a:ext>
              </a:extLst>
            </p:cNvPr>
            <p:cNvSpPr/>
            <p:nvPr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9F8E51D-DCA9-46A9-A882-29E595D6A99F}"/>
                </a:ext>
              </a:extLst>
            </p:cNvPr>
            <p:cNvSpPr/>
            <p:nvPr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E74772E-29C4-4337-A397-0F1232F1F1FE}"/>
                </a:ext>
              </a:extLst>
            </p:cNvPr>
            <p:cNvSpPr/>
            <p:nvPr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2FC6B6DC-5CBA-4569-BD05-67C2152AE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EF9F90E2-0FB9-44A2-B48E-E894C3113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B2BE4E4-A2DB-46D6-B372-8C331EFD1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945211-AEEA-4A21-B35C-B4FC0F99C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CBCDBB5-E209-49E3-8CC6-AEB941DB1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63C2813-2F09-413F-9991-44CA3B6BE2D7}"/>
                </a:ext>
              </a:extLst>
            </p:cNvPr>
            <p:cNvSpPr/>
            <p:nvPr userDrawn="1"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92EC626-BB7B-40F7-9ABD-4FB62F9E9719}"/>
                </a:ext>
              </a:extLst>
            </p:cNvPr>
            <p:cNvSpPr/>
            <p:nvPr userDrawn="1"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40C129E-8ED4-49C2-A5EB-49C77A547ED5}"/>
                </a:ext>
              </a:extLst>
            </p:cNvPr>
            <p:cNvSpPr/>
            <p:nvPr userDrawn="1"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6529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hit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9E57986-E823-49CC-B8D3-C5A2AD941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5220" y="2614497"/>
            <a:ext cx="4838270" cy="1782383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2B7E3E-B537-4EE3-BA97-B90982F6C31B}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C7E27-4D13-40CC-BD02-3CD7453D0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7623" y="546389"/>
            <a:ext cx="5433848" cy="111870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506BD04-B5E7-422F-B321-54907EFDF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2EB94AE-1165-4C66-B976-C2E168859D49}"/>
                </a:ext>
              </a:extLst>
            </p:cNvPr>
            <p:cNvSpPr/>
            <p:nvPr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9F8E51D-DCA9-46A9-A882-29E595D6A99F}"/>
                </a:ext>
              </a:extLst>
            </p:cNvPr>
            <p:cNvSpPr/>
            <p:nvPr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rgbClr val="7BDE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E74772E-29C4-4337-A397-0F1232F1F1FE}"/>
                </a:ext>
              </a:extLst>
            </p:cNvPr>
            <p:cNvSpPr/>
            <p:nvPr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rgbClr val="B4F0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087623" y="1813801"/>
            <a:ext cx="5433848" cy="437679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75E17D-D74E-461D-9994-21701E9CF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5D4340-FCEE-4743-A648-5DB311031F75}"/>
              </a:ext>
            </a:extLst>
          </p:cNvPr>
          <p:cNvSpPr/>
          <p:nvPr userDrawn="1"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C35DA17-DFF2-467C-A710-877908080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6AEFDCF-A68C-4E0D-95B4-6F1A9717550A}"/>
                </a:ext>
              </a:extLst>
            </p:cNvPr>
            <p:cNvSpPr/>
            <p:nvPr userDrawn="1"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55E41F1-4636-455F-8CC5-9CC2D25CD287}"/>
                </a:ext>
              </a:extLst>
            </p:cNvPr>
            <p:cNvSpPr/>
            <p:nvPr userDrawn="1"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rgbClr val="7BDE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F6C486-C6BA-41CF-8F21-5691BA4400F2}"/>
                </a:ext>
              </a:extLst>
            </p:cNvPr>
            <p:cNvSpPr/>
            <p:nvPr userDrawn="1"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rgbClr val="B4F0FF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A0695690-BC82-4B1F-9B7E-92DC6CAFF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250289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Frame Whit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75A302-45A3-481F-BFAB-9A074C3F7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64127"/>
            <a:ext cx="11286348" cy="5944838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A6F6B2-1DD0-42F2-9039-5327CC0EF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B3A20D-927D-4DD1-8E5E-A3AC6EDE3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0988D3-27CA-4F8F-A6E2-E1104C51DC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030671-1E88-49B1-9FE5-927C1B8EE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28789-1C29-4F2A-B05E-B47226DD5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464127"/>
            <a:ext cx="11286348" cy="5944838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A79AD-8981-4F51-8CC1-43C885681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922" y="1828800"/>
            <a:ext cx="10557387" cy="3200400"/>
          </a:xfrm>
        </p:spPr>
        <p:txBody>
          <a:bodyPr>
            <a:normAutofit/>
          </a:bodyPr>
          <a:lstStyle>
            <a:lvl1pPr algn="ctr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215987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Frame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75A302-45A3-481F-BFAB-9A074C3F7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64127"/>
            <a:ext cx="11286348" cy="594483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A6F6B2-1DD0-42F2-9039-5327CC0EF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B3A20D-927D-4DD1-8E5E-A3AC6EDE3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DDBF953-491D-46D1-9B3A-9BACF5F24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2B9AAD6-9860-4DB3-B7F8-14D9F7EC7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595309-FEF7-41EA-9715-F4426DF0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60A36B-1810-4498-834B-51F1D1A29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A9CD9B-5FA5-485E-919D-13A6CB9B3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404C922-CDF2-4F38-AFEE-299C1D97D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2FF7EB7-3074-4A03-9376-7D8CBA804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E5BC3-B783-496C-9E9D-03475FAAD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464127"/>
            <a:ext cx="11286348" cy="594483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A79AD-8981-4F51-8CC1-43C885681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922" y="1776845"/>
            <a:ext cx="10557387" cy="3304310"/>
          </a:xfrm>
        </p:spPr>
        <p:txBody>
          <a:bodyPr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1962830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ntel 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81D5E138-8800-4F6C-BD71-5E098EFFE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381" y="2626737"/>
            <a:ext cx="4052408" cy="1643927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204B0861-499A-4B5C-86C7-11D994DAA6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381" y="2626737"/>
            <a:ext cx="4052408" cy="164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609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ADCD1-88E0-40D3-C7D1-7C473E1E42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ECEEC4-11D5-FDBC-84A3-6EDC3ECA60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3E1A3-6AEE-2E9D-F2BB-F0584B28A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97EE9-C3E3-4AE3-8066-3E03FE8DCE4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248AC-9379-4B38-1C79-41CFF6C1C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C219F-96D6-BEBF-49D2-406519A7D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9BEA5-69CE-4681-AD8B-EACEB4CF4D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746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45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5" Type="http://schemas.openxmlformats.org/officeDocument/2006/relationships/slideLayout" Target="../slideLayouts/slideLayout49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47.xml"/><Relationship Id="rId28" Type="http://schemas.openxmlformats.org/officeDocument/2006/relationships/image" Target="../media/image4.svg"/><Relationship Id="rId10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4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46.xml"/><Relationship Id="rId27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BA0418-D0B8-4038-AB65-D4C12FC9E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1694"/>
            <a:ext cx="10972800" cy="1199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A8DDE-64C9-4F0E-9EE0-F0DA00677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491673"/>
            <a:ext cx="10972800" cy="4685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BF41EA-3085-473A-967C-315794480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ectangle 7" descr="Intel Confidential">
            <a:extLst>
              <a:ext uri="{FF2B5EF4-FFF2-40B4-BE49-F238E27FC236}">
                <a16:creationId xmlns:a16="http://schemas.microsoft.com/office/drawing/2014/main" id="{D272B893-3411-4154-A13D-8DB1F4E167A4}"/>
              </a:ext>
            </a:extLst>
          </p:cNvPr>
          <p:cNvSpPr/>
          <p:nvPr/>
        </p:nvSpPr>
        <p:spPr>
          <a:xfrm>
            <a:off x="5489103" y="6510549"/>
            <a:ext cx="121379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b="0" i="0">
                <a:solidFill>
                  <a:schemeClr val="tx1"/>
                </a:solidFill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 descr="Department or Event Name">
            <a:extLst>
              <a:ext uri="{FF2B5EF4-FFF2-40B4-BE49-F238E27FC236}">
                <a16:creationId xmlns:a16="http://schemas.microsoft.com/office/drawing/2014/main" id="{8A75CF89-9B1A-49AA-8C1C-7280637B6567}"/>
              </a:ext>
            </a:extLst>
          </p:cNvPr>
          <p:cNvSpPr/>
          <p:nvPr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 b="0" i="0">
                <a:solidFill>
                  <a:schemeClr val="tx1"/>
                </a:solidFill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84EC55-415E-440F-AE6F-DDB70FA6D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1" name="TextBox 10" descr="page number">
            <a:extLst>
              <a:ext uri="{FF2B5EF4-FFF2-40B4-BE49-F238E27FC236}">
                <a16:creationId xmlns:a16="http://schemas.microsoft.com/office/drawing/2014/main" id="{02FB4E28-8FF4-469D-9172-AA2B2441695C}"/>
              </a:ext>
            </a:extLst>
          </p:cNvPr>
          <p:cNvSpPr txBox="1"/>
          <p:nvPr/>
        </p:nvSpPr>
        <p:spPr>
          <a:xfrm>
            <a:off x="11886783" y="6553045"/>
            <a:ext cx="166713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IntelOne Text" panose="020B0503020203020204" pitchFamily="34" charset="77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2C4174-C58D-4EF7-A490-8F73147A26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E1E402-C0AA-4A44-97FB-BE9DDACF9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 descr="Intel Confidential">
            <a:extLst>
              <a:ext uri="{FF2B5EF4-FFF2-40B4-BE49-F238E27FC236}">
                <a16:creationId xmlns:a16="http://schemas.microsoft.com/office/drawing/2014/main" id="{906391AB-9F76-4178-9622-4768A6A6C7CA}"/>
              </a:ext>
            </a:extLst>
          </p:cNvPr>
          <p:cNvSpPr/>
          <p:nvPr userDrawn="1"/>
        </p:nvSpPr>
        <p:spPr>
          <a:xfrm>
            <a:off x="5489103" y="6510549"/>
            <a:ext cx="121379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b="0" i="0">
                <a:solidFill>
                  <a:schemeClr val="tx1"/>
                </a:solidFill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5" name="Rectangle 14" descr="Department or Event Name">
            <a:extLst>
              <a:ext uri="{FF2B5EF4-FFF2-40B4-BE49-F238E27FC236}">
                <a16:creationId xmlns:a16="http://schemas.microsoft.com/office/drawing/2014/main" id="{690E8CB7-4C09-47D4-9A3A-4E8E8877F589}"/>
              </a:ext>
            </a:extLst>
          </p:cNvPr>
          <p:cNvSpPr/>
          <p:nvPr userDrawn="1"/>
        </p:nvSpPr>
        <p:spPr>
          <a:xfrm>
            <a:off x="286365" y="6510549"/>
            <a:ext cx="19848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 b="0" i="0" dirty="0">
                <a:solidFill>
                  <a:schemeClr val="tx1"/>
                </a:solidFill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DTP TCE2 | Yuti Kadakia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3DB6E0FE-A458-4FC3-8BCF-C3DEF3B9E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7" name="TextBox 16" descr="page number">
            <a:extLst>
              <a:ext uri="{FF2B5EF4-FFF2-40B4-BE49-F238E27FC236}">
                <a16:creationId xmlns:a16="http://schemas.microsoft.com/office/drawing/2014/main" id="{53D7E5EC-4B62-4515-9A8B-0AB847259844}"/>
              </a:ext>
            </a:extLst>
          </p:cNvPr>
          <p:cNvSpPr txBox="1"/>
          <p:nvPr userDrawn="1"/>
        </p:nvSpPr>
        <p:spPr>
          <a:xfrm>
            <a:off x="11886783" y="6553045"/>
            <a:ext cx="166713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IntelOne Text" panose="020B0503020203020204" pitchFamily="34" charset="77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A5FD6C-5104-45F8-8C61-CC0432723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327371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97" r:id="rId7"/>
    <p:sldLayoutId id="2147483696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  <p:sldLayoutId id="2147483694" r:id="rId23"/>
    <p:sldLayoutId id="2147483695" r:id="rId2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IntelOne Display Regular" panose="020B0503020203020204" pitchFamily="34" charset="0"/>
        <a:buChar char="•"/>
        <a:defRPr sz="2800" b="0" i="0" kern="1200">
          <a:solidFill>
            <a:schemeClr val="tx1"/>
          </a:solidFill>
          <a:latin typeface="IntelOne Text Light" panose="020B0403020203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2400" b="0" i="0" kern="1200">
          <a:solidFill>
            <a:schemeClr val="tx1"/>
          </a:solidFill>
          <a:latin typeface="IntelOne Text Light" panose="020B0403020203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2000" b="0" i="0" kern="1200">
          <a:solidFill>
            <a:schemeClr val="tx1"/>
          </a:solidFill>
          <a:latin typeface="IntelOne Text Light" panose="020B0403020203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1800" b="0" i="0" kern="1200">
          <a:solidFill>
            <a:schemeClr val="tx1"/>
          </a:solidFill>
          <a:latin typeface="IntelOne Text Light" panose="020B0403020203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1600" b="0" i="0" kern="1200">
          <a:solidFill>
            <a:schemeClr val="tx1"/>
          </a:solidFill>
          <a:latin typeface="IntelOne Text Light" panose="020B0403020203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360014-0F78-8360-0F79-28022536E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19792"/>
            <a:ext cx="11734800" cy="669175"/>
          </a:xfrm>
          <a:prstGeom prst="rect">
            <a:avLst/>
          </a:prstGeom>
          <a:solidFill>
            <a:schemeClr val="bg2">
              <a:alpha val="67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BA0418-D0B8-4038-AB65-D4C12FC9E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1694"/>
            <a:ext cx="10972800" cy="1199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A8DDE-64C9-4F0E-9EE0-F0DA00677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491673"/>
            <a:ext cx="10972800" cy="4685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BF41EA-3085-473A-967C-315794480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ectangle 7" descr="Intel Confidential">
            <a:extLst>
              <a:ext uri="{FF2B5EF4-FFF2-40B4-BE49-F238E27FC236}">
                <a16:creationId xmlns:a16="http://schemas.microsoft.com/office/drawing/2014/main" id="{D272B893-3411-4154-A13D-8DB1F4E167A4}"/>
              </a:ext>
            </a:extLst>
          </p:cNvPr>
          <p:cNvSpPr/>
          <p:nvPr/>
        </p:nvSpPr>
        <p:spPr>
          <a:xfrm>
            <a:off x="5489103" y="6510549"/>
            <a:ext cx="121379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b="0" i="0">
                <a:solidFill>
                  <a:schemeClr val="tx1"/>
                </a:solidFill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 descr="Department or Event Name">
            <a:extLst>
              <a:ext uri="{FF2B5EF4-FFF2-40B4-BE49-F238E27FC236}">
                <a16:creationId xmlns:a16="http://schemas.microsoft.com/office/drawing/2014/main" id="{8A75CF89-9B1A-49AA-8C1C-7280637B6567}"/>
              </a:ext>
            </a:extLst>
          </p:cNvPr>
          <p:cNvSpPr/>
          <p:nvPr/>
        </p:nvSpPr>
        <p:spPr>
          <a:xfrm>
            <a:off x="286365" y="6510549"/>
            <a:ext cx="21723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 b="0" i="0">
                <a:solidFill>
                  <a:schemeClr val="tx1"/>
                </a:solidFill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Department or Event Name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84EC55-415E-440F-AE6F-DDB70FA6D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1" name="TextBox 10" descr="page number">
            <a:extLst>
              <a:ext uri="{FF2B5EF4-FFF2-40B4-BE49-F238E27FC236}">
                <a16:creationId xmlns:a16="http://schemas.microsoft.com/office/drawing/2014/main" id="{02FB4E28-8FF4-469D-9172-AA2B2441695C}"/>
              </a:ext>
            </a:extLst>
          </p:cNvPr>
          <p:cNvSpPr txBox="1"/>
          <p:nvPr/>
        </p:nvSpPr>
        <p:spPr>
          <a:xfrm>
            <a:off x="11886783" y="6553045"/>
            <a:ext cx="166713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IntelOne Text" panose="020B0503020203020204" pitchFamily="34" charset="77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2C4174-C58D-4EF7-A490-8F73147A26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E1E402-C0AA-4A44-97FB-BE9DDACF9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 descr="Intel Confidential">
            <a:extLst>
              <a:ext uri="{FF2B5EF4-FFF2-40B4-BE49-F238E27FC236}">
                <a16:creationId xmlns:a16="http://schemas.microsoft.com/office/drawing/2014/main" id="{906391AB-9F76-4178-9622-4768A6A6C7CA}"/>
              </a:ext>
            </a:extLst>
          </p:cNvPr>
          <p:cNvSpPr/>
          <p:nvPr userDrawn="1"/>
        </p:nvSpPr>
        <p:spPr>
          <a:xfrm>
            <a:off x="5489103" y="6510549"/>
            <a:ext cx="121379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b="0" i="0">
                <a:solidFill>
                  <a:schemeClr val="tx1"/>
                </a:solidFill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5" name="Rectangle 14" descr="Department or Event Name">
            <a:extLst>
              <a:ext uri="{FF2B5EF4-FFF2-40B4-BE49-F238E27FC236}">
                <a16:creationId xmlns:a16="http://schemas.microsoft.com/office/drawing/2014/main" id="{690E8CB7-4C09-47D4-9A3A-4E8E8877F589}"/>
              </a:ext>
            </a:extLst>
          </p:cNvPr>
          <p:cNvSpPr/>
          <p:nvPr userDrawn="1"/>
        </p:nvSpPr>
        <p:spPr>
          <a:xfrm>
            <a:off x="286365" y="6510549"/>
            <a:ext cx="19848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200" b="0" i="0" dirty="0">
                <a:solidFill>
                  <a:schemeClr val="tx1"/>
                </a:solidFill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</a:rPr>
              <a:t>DTP TCE2 | Yuti Kadakia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3DB6E0FE-A458-4FC3-8BCF-C3DEF3B9E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7" name="TextBox 16" descr="page number">
            <a:extLst>
              <a:ext uri="{FF2B5EF4-FFF2-40B4-BE49-F238E27FC236}">
                <a16:creationId xmlns:a16="http://schemas.microsoft.com/office/drawing/2014/main" id="{53D7E5EC-4B62-4515-9A8B-0AB847259844}"/>
              </a:ext>
            </a:extLst>
          </p:cNvPr>
          <p:cNvSpPr txBox="1"/>
          <p:nvPr userDrawn="1"/>
        </p:nvSpPr>
        <p:spPr>
          <a:xfrm>
            <a:off x="11886783" y="6553045"/>
            <a:ext cx="166713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One Text" panose="020B0503020203020204" pitchFamily="34" charset="77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IntelOne Text" panose="020B0503020203020204" pitchFamily="34" charset="77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A5FD6C-5104-45F8-8C61-CC0432723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675502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IntelOne Display Regular" panose="020B0503020203020204" pitchFamily="34" charset="0"/>
        <a:buChar char="•"/>
        <a:defRPr sz="2800" b="0" i="0" kern="1200">
          <a:solidFill>
            <a:schemeClr val="tx1"/>
          </a:solidFill>
          <a:latin typeface="IntelOne Text Light" panose="020B0403020203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2400" b="0" i="0" kern="1200">
          <a:solidFill>
            <a:schemeClr val="tx1"/>
          </a:solidFill>
          <a:latin typeface="IntelOne Text Light" panose="020B0403020203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2000" b="0" i="0" kern="1200">
          <a:solidFill>
            <a:schemeClr val="tx1"/>
          </a:solidFill>
          <a:latin typeface="IntelOne Text Light" panose="020B0403020203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1800" b="0" i="0" kern="1200">
          <a:solidFill>
            <a:schemeClr val="tx1"/>
          </a:solidFill>
          <a:latin typeface="IntelOne Text Light" panose="020B0403020203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1600" b="0" i="0" kern="1200">
          <a:solidFill>
            <a:schemeClr val="tx1"/>
          </a:solidFill>
          <a:latin typeface="IntelOne Text Light" panose="020B0403020203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1C3BD7-0FC0-3102-9891-58391B2034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pPr algn="ctr"/>
            <a:r>
              <a:rPr lang="en-US" dirty="0"/>
              <a:t>1281 MOS_PFT </a:t>
            </a:r>
            <a:br>
              <a:rPr lang="en-US" dirty="0"/>
            </a:br>
            <a:r>
              <a:rPr lang="en-US" dirty="0"/>
              <a:t>Template User Guide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9C53C2F-ED71-7DD2-7F00-36B1839A24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Yuti Kadakia| DTP TCE2</a:t>
            </a:r>
          </a:p>
          <a:p>
            <a:r>
              <a:rPr lang="en-US" dirty="0">
                <a:latin typeface="+mn-lt"/>
              </a:rPr>
              <a:t>Last updated – 07/17/2026</a:t>
            </a:r>
          </a:p>
        </p:txBody>
      </p:sp>
    </p:spTree>
    <p:extLst>
      <p:ext uri="{BB962C8B-B14F-4D97-AF65-F5344CB8AC3E}">
        <p14:creationId xmlns:p14="http://schemas.microsoft.com/office/powerpoint/2010/main" val="4230998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EBA8-816E-E0B8-A256-62B8E7F82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Template Capability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3F51784-5BC3-DABA-D2A8-80ACBCBE6E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56289"/>
            <a:ext cx="10972800" cy="530454"/>
          </a:xfrm>
        </p:spPr>
        <p:txBody>
          <a:bodyPr/>
          <a:lstStyle/>
          <a:p>
            <a:r>
              <a:rPr lang="en-US" sz="2400" b="1" i="1" u="sng">
                <a:solidFill>
                  <a:schemeClr val="tx1"/>
                </a:solidFill>
              </a:rPr>
              <a:t>Purpose:</a:t>
            </a:r>
            <a:r>
              <a:rPr lang="en-US" sz="2400">
                <a:solidFill>
                  <a:schemeClr val="tx1"/>
                </a:solidFill>
              </a:rPr>
              <a:t> To study the transistor characteristics in different configurations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FFBD7-1766-07A7-BB47-E055B9E6A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1" y="1693317"/>
            <a:ext cx="4909459" cy="4595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u="sng" dirty="0"/>
              <a:t>Main Configurations:</a:t>
            </a:r>
          </a:p>
          <a:p>
            <a:r>
              <a:rPr lang="en-US" sz="2000" dirty="0"/>
              <a:t>Single Transistor </a:t>
            </a:r>
            <a:br>
              <a:rPr lang="en-US" sz="2000" dirty="0"/>
            </a:br>
            <a:r>
              <a:rPr lang="en-US" sz="2000" dirty="0"/>
              <a:t>(NMOS, PMOS and CMOS)</a:t>
            </a:r>
          </a:p>
          <a:p>
            <a:r>
              <a:rPr lang="en-US" sz="2000" dirty="0"/>
              <a:t>Horizontal Matching</a:t>
            </a:r>
          </a:p>
          <a:p>
            <a:r>
              <a:rPr lang="en-US" sz="2000" dirty="0"/>
              <a:t>Vertical Matching</a:t>
            </a:r>
          </a:p>
          <a:p>
            <a:r>
              <a:rPr lang="en-US" sz="2000" dirty="0"/>
              <a:t>KKTCN</a:t>
            </a:r>
          </a:p>
          <a:p>
            <a:r>
              <a:rPr lang="en-US" sz="2000" dirty="0"/>
              <a:t>Multileg</a:t>
            </a:r>
          </a:p>
          <a:p>
            <a:r>
              <a:rPr lang="en-US" sz="2000" dirty="0"/>
              <a:t>Stacked</a:t>
            </a:r>
          </a:p>
          <a:p>
            <a:r>
              <a:rPr lang="en-US" sz="2000" dirty="0"/>
              <a:t>Multi-FIN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F24AD8-2688-7D5E-8242-629534229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0457" y="1693317"/>
            <a:ext cx="6063343" cy="468289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800" b="1" i="1" u="sng" dirty="0"/>
              <a:t>Features available for each configuration:</a:t>
            </a:r>
          </a:p>
          <a:p>
            <a:r>
              <a:rPr lang="en-US" sz="3200" dirty="0"/>
              <a:t>Active M0 Selection for all Vias</a:t>
            </a:r>
          </a:p>
          <a:p>
            <a:pPr lvl="1"/>
            <a:r>
              <a:rPr lang="en-US" sz="2800" dirty="0"/>
              <a:t>Gate, SF, SS, DF, DS, TOPSOURCE,TAP</a:t>
            </a:r>
          </a:p>
          <a:p>
            <a:r>
              <a:rPr lang="en-US" sz="3200" dirty="0"/>
              <a:t>FTI Nesting and Roosting (Stacked FTI)</a:t>
            </a:r>
          </a:p>
          <a:p>
            <a:pPr lvl="1"/>
            <a:r>
              <a:rPr lang="en-US" sz="2800" dirty="0"/>
              <a:t>Complete flexibility on FTI Placement</a:t>
            </a:r>
          </a:p>
          <a:p>
            <a:r>
              <a:rPr lang="en-US" sz="3200" dirty="0"/>
              <a:t>Diffusion Jogs and Depop</a:t>
            </a:r>
          </a:p>
          <a:p>
            <a:r>
              <a:rPr lang="en-US" sz="3200" dirty="0"/>
              <a:t>WF Island</a:t>
            </a:r>
          </a:p>
          <a:p>
            <a:r>
              <a:rPr lang="en-US" sz="3200" dirty="0"/>
              <a:t>Control on Poly Cuts (Poly Fill Effect) and Tcn Cuts</a:t>
            </a:r>
          </a:p>
          <a:p>
            <a:r>
              <a:rPr lang="en-US" sz="3200" dirty="0"/>
              <a:t>Full Control on position and density for VCR and </a:t>
            </a:r>
            <a:r>
              <a:rPr lang="en-US" sz="3200" dirty="0" err="1"/>
              <a:t>VCRnub</a:t>
            </a:r>
            <a:endParaRPr lang="en-US" sz="3200" dirty="0"/>
          </a:p>
          <a:p>
            <a:r>
              <a:rPr lang="en-US" sz="3200"/>
              <a:t>FS </a:t>
            </a:r>
            <a:r>
              <a:rPr lang="en-US" sz="3200" dirty="0"/>
              <a:t>(M1) Routing + Robust Mesh</a:t>
            </a:r>
          </a:p>
          <a:p>
            <a:r>
              <a:rPr lang="en-US" sz="3200" dirty="0"/>
              <a:t>Draw any Miscellaneous IDs </a:t>
            </a:r>
          </a:p>
          <a:p>
            <a:pPr lvl="1"/>
            <a:r>
              <a:rPr lang="en-US" sz="2800" dirty="0"/>
              <a:t>Can be used  for Drawing TAP or ID based skews</a:t>
            </a:r>
          </a:p>
        </p:txBody>
      </p:sp>
    </p:spTree>
    <p:extLst>
      <p:ext uri="{BB962C8B-B14F-4D97-AF65-F5344CB8AC3E}">
        <p14:creationId xmlns:p14="http://schemas.microsoft.com/office/powerpoint/2010/main" val="3249569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900D496-F681-69D0-0974-A213E8C9D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829089"/>
            <a:ext cx="10972800" cy="1199822"/>
          </a:xfrm>
        </p:spPr>
        <p:txBody>
          <a:bodyPr>
            <a:noAutofit/>
          </a:bodyPr>
          <a:lstStyle/>
          <a:p>
            <a:r>
              <a:rPr lang="en-US" sz="2800" b="1" i="1" u="sng"/>
              <a:t>NOTE1:</a:t>
            </a:r>
            <a:r>
              <a:rPr lang="en-US" sz="2800"/>
              <a:t> All track-based indexing starts from 0 unless specified otherwise or when used in indexing the jumper tracks for routing</a:t>
            </a:r>
            <a:br>
              <a:rPr lang="en-US" sz="2800"/>
            </a:br>
            <a:r>
              <a:rPr lang="en-US" sz="2800" b="1" i="1" u="sng"/>
              <a:t>NOTE2:</a:t>
            </a:r>
            <a:r>
              <a:rPr lang="en-US" sz="2800"/>
              <a:t> Track-based indexing for PGD Tracks is from Left to Right </a:t>
            </a:r>
            <a:br>
              <a:rPr lang="en-US" sz="2800"/>
            </a:br>
            <a:r>
              <a:rPr lang="en-US" sz="2800"/>
              <a:t>	Track-based indexing for OGD Tracks is from Bottom to Top </a:t>
            </a:r>
          </a:p>
        </p:txBody>
      </p:sp>
    </p:spTree>
    <p:extLst>
      <p:ext uri="{BB962C8B-B14F-4D97-AF65-F5344CB8AC3E}">
        <p14:creationId xmlns:p14="http://schemas.microsoft.com/office/powerpoint/2010/main" val="654186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900D496-F681-69D0-0974-A213E8C9D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829089"/>
            <a:ext cx="10972800" cy="1199822"/>
          </a:xfrm>
        </p:spPr>
        <p:txBody>
          <a:bodyPr>
            <a:normAutofit/>
          </a:bodyPr>
          <a:lstStyle/>
          <a:p>
            <a:pPr algn="ctr"/>
            <a:r>
              <a:rPr lang="en-US" sz="5400" b="1"/>
              <a:t>INPUT PARAMETERS</a:t>
            </a:r>
            <a:endParaRPr lang="en-US" sz="5400"/>
          </a:p>
        </p:txBody>
      </p:sp>
    </p:spTree>
    <p:extLst>
      <p:ext uri="{BB962C8B-B14F-4D97-AF65-F5344CB8AC3E}">
        <p14:creationId xmlns:p14="http://schemas.microsoft.com/office/powerpoint/2010/main" val="3811540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707E7712-4991-7EB3-2ED2-EE9DE92D3A49}"/>
              </a:ext>
            </a:extLst>
          </p:cNvPr>
          <p:cNvSpPr txBox="1"/>
          <p:nvPr/>
        </p:nvSpPr>
        <p:spPr>
          <a:xfrm>
            <a:off x="0" y="0"/>
            <a:ext cx="3134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latin typeface="IntelOne Display Medium" panose="020B0703020203020204" pitchFamily="34" charset="0"/>
                <a:cs typeface="IntelOne Display AR Bold" panose="020B0803020203020204" pitchFamily="34" charset="-78"/>
                <a:sym typeface="Wingdings" panose="05000000000000000000" pitchFamily="2" charset="2"/>
              </a:rPr>
              <a:t>Track-based Indexing</a:t>
            </a:r>
            <a:endParaRPr lang="en-US" sz="2400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07B1C5-EE18-F202-CCA9-3147B436F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91" y="461665"/>
            <a:ext cx="5720373" cy="45974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4FEECC-A430-FE38-31CE-EE0764B540F2}"/>
              </a:ext>
            </a:extLst>
          </p:cNvPr>
          <p:cNvSpPr txBox="1"/>
          <p:nvPr/>
        </p:nvSpPr>
        <p:spPr>
          <a:xfrm>
            <a:off x="279485" y="743457"/>
            <a:ext cx="2664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68EB62-2E81-7A6C-9160-CDE091E73700}"/>
              </a:ext>
            </a:extLst>
          </p:cNvPr>
          <p:cNvSpPr txBox="1"/>
          <p:nvPr/>
        </p:nvSpPr>
        <p:spPr>
          <a:xfrm>
            <a:off x="770642" y="743457"/>
            <a:ext cx="2215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8B82F2-EC91-34C0-97DF-04F6A4CFCCCE}"/>
              </a:ext>
            </a:extLst>
          </p:cNvPr>
          <p:cNvSpPr txBox="1"/>
          <p:nvPr/>
        </p:nvSpPr>
        <p:spPr>
          <a:xfrm>
            <a:off x="1216915" y="743457"/>
            <a:ext cx="2568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F5FF0E-40BD-02B9-AA2B-4EF568AD01FB}"/>
              </a:ext>
            </a:extLst>
          </p:cNvPr>
          <p:cNvSpPr txBox="1"/>
          <p:nvPr/>
        </p:nvSpPr>
        <p:spPr>
          <a:xfrm>
            <a:off x="1698454" y="743456"/>
            <a:ext cx="2584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9F778E-6DFC-35EB-94F9-88E9AABAE2A3}"/>
              </a:ext>
            </a:extLst>
          </p:cNvPr>
          <p:cNvSpPr txBox="1"/>
          <p:nvPr/>
        </p:nvSpPr>
        <p:spPr>
          <a:xfrm>
            <a:off x="2179993" y="743455"/>
            <a:ext cx="2632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466879-D41E-F1B9-1C97-A4B82D5B3E30}"/>
              </a:ext>
            </a:extLst>
          </p:cNvPr>
          <p:cNvSpPr txBox="1"/>
          <p:nvPr/>
        </p:nvSpPr>
        <p:spPr>
          <a:xfrm>
            <a:off x="2666342" y="743455"/>
            <a:ext cx="2600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6D8D81-056E-21F0-5E4D-335459F591A3}"/>
              </a:ext>
            </a:extLst>
          </p:cNvPr>
          <p:cNvSpPr txBox="1"/>
          <p:nvPr/>
        </p:nvSpPr>
        <p:spPr>
          <a:xfrm>
            <a:off x="3127348" y="743455"/>
            <a:ext cx="2584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BAA943-769F-5E9E-D749-327CFD46D7E8}"/>
              </a:ext>
            </a:extLst>
          </p:cNvPr>
          <p:cNvSpPr txBox="1"/>
          <p:nvPr/>
        </p:nvSpPr>
        <p:spPr>
          <a:xfrm>
            <a:off x="3603077" y="743455"/>
            <a:ext cx="2519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458937-3C76-3E12-FF87-F2E18837B075}"/>
              </a:ext>
            </a:extLst>
          </p:cNvPr>
          <p:cNvSpPr txBox="1"/>
          <p:nvPr/>
        </p:nvSpPr>
        <p:spPr>
          <a:xfrm>
            <a:off x="4084616" y="743454"/>
            <a:ext cx="2616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92BBAB-DCFD-B538-F4D2-0AFC98048E10}"/>
              </a:ext>
            </a:extLst>
          </p:cNvPr>
          <p:cNvSpPr txBox="1"/>
          <p:nvPr/>
        </p:nvSpPr>
        <p:spPr>
          <a:xfrm>
            <a:off x="4570965" y="743454"/>
            <a:ext cx="2584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887DCD-6D87-7856-DB92-5119CBBE165F}"/>
              </a:ext>
            </a:extLst>
          </p:cNvPr>
          <p:cNvSpPr txBox="1"/>
          <p:nvPr/>
        </p:nvSpPr>
        <p:spPr>
          <a:xfrm>
            <a:off x="5022046" y="743454"/>
            <a:ext cx="303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10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1EDA62-5780-5C85-02CD-4B249116D434}"/>
              </a:ext>
            </a:extLst>
          </p:cNvPr>
          <p:cNvSpPr txBox="1"/>
          <p:nvPr/>
        </p:nvSpPr>
        <p:spPr>
          <a:xfrm>
            <a:off x="5523560" y="743454"/>
            <a:ext cx="2584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11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A6A1335-1E55-FC07-1471-43F0CE484125}"/>
              </a:ext>
            </a:extLst>
          </p:cNvPr>
          <p:cNvSpPr txBox="1"/>
          <p:nvPr/>
        </p:nvSpPr>
        <p:spPr>
          <a:xfrm>
            <a:off x="511065" y="567620"/>
            <a:ext cx="2664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7C00AA6-2A69-334E-2EBD-0C9893E1DEEC}"/>
              </a:ext>
            </a:extLst>
          </p:cNvPr>
          <p:cNvSpPr txBox="1"/>
          <p:nvPr/>
        </p:nvSpPr>
        <p:spPr>
          <a:xfrm>
            <a:off x="1002222" y="567620"/>
            <a:ext cx="2215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0685430-B09E-7BEC-CC63-732AB71A6D25}"/>
              </a:ext>
            </a:extLst>
          </p:cNvPr>
          <p:cNvSpPr txBox="1"/>
          <p:nvPr/>
        </p:nvSpPr>
        <p:spPr>
          <a:xfrm>
            <a:off x="1448495" y="567620"/>
            <a:ext cx="2568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B70FE5D-B2D4-BBAF-CA2B-46AE68999DF7}"/>
              </a:ext>
            </a:extLst>
          </p:cNvPr>
          <p:cNvSpPr txBox="1"/>
          <p:nvPr/>
        </p:nvSpPr>
        <p:spPr>
          <a:xfrm>
            <a:off x="1930034" y="567619"/>
            <a:ext cx="2584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4"/>
                </a:solidFill>
              </a:rPr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EF1C06A-F61D-86F3-36E7-78E96272955E}"/>
              </a:ext>
            </a:extLst>
          </p:cNvPr>
          <p:cNvSpPr txBox="1"/>
          <p:nvPr/>
        </p:nvSpPr>
        <p:spPr>
          <a:xfrm>
            <a:off x="2411573" y="567618"/>
            <a:ext cx="2632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4"/>
                </a:solidFill>
              </a:rPr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8C53AF3-27F4-2C3C-6FD1-201F533655EF}"/>
              </a:ext>
            </a:extLst>
          </p:cNvPr>
          <p:cNvSpPr txBox="1"/>
          <p:nvPr/>
        </p:nvSpPr>
        <p:spPr>
          <a:xfrm>
            <a:off x="2897922" y="567618"/>
            <a:ext cx="2600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4"/>
                </a:solidFill>
              </a:rPr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EC10C55-AA21-D73D-4595-8D433DA1D299}"/>
              </a:ext>
            </a:extLst>
          </p:cNvPr>
          <p:cNvSpPr txBox="1"/>
          <p:nvPr/>
        </p:nvSpPr>
        <p:spPr>
          <a:xfrm>
            <a:off x="3358928" y="567618"/>
            <a:ext cx="2584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4"/>
                </a:solidFill>
              </a:rPr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D7DCA3E-0026-8007-169B-B5BB04FA7112}"/>
              </a:ext>
            </a:extLst>
          </p:cNvPr>
          <p:cNvSpPr txBox="1"/>
          <p:nvPr/>
        </p:nvSpPr>
        <p:spPr>
          <a:xfrm>
            <a:off x="3834657" y="567618"/>
            <a:ext cx="2519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4"/>
                </a:solidFill>
              </a:rPr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CE68FFA-6651-C38A-C610-4A1966FF0BB7}"/>
              </a:ext>
            </a:extLst>
          </p:cNvPr>
          <p:cNvSpPr txBox="1"/>
          <p:nvPr/>
        </p:nvSpPr>
        <p:spPr>
          <a:xfrm>
            <a:off x="4316196" y="567617"/>
            <a:ext cx="2616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4"/>
                </a:solidFill>
              </a:rPr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DE6E245-44BC-4F31-6589-7AD56E5AF48B}"/>
              </a:ext>
            </a:extLst>
          </p:cNvPr>
          <p:cNvSpPr txBox="1"/>
          <p:nvPr/>
        </p:nvSpPr>
        <p:spPr>
          <a:xfrm>
            <a:off x="4802545" y="567617"/>
            <a:ext cx="2584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4"/>
                </a:solidFill>
              </a:rPr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6640B21-120D-B56F-EB47-0700BF20B309}"/>
              </a:ext>
            </a:extLst>
          </p:cNvPr>
          <p:cNvSpPr txBox="1"/>
          <p:nvPr/>
        </p:nvSpPr>
        <p:spPr>
          <a:xfrm>
            <a:off x="5253626" y="567617"/>
            <a:ext cx="303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4"/>
                </a:solidFill>
              </a:rPr>
              <a:t>10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534DF09-1796-5CCA-3DA0-9D570103A6CE}"/>
              </a:ext>
            </a:extLst>
          </p:cNvPr>
          <p:cNvSpPr txBox="1"/>
          <p:nvPr/>
        </p:nvSpPr>
        <p:spPr>
          <a:xfrm>
            <a:off x="146275" y="4516586"/>
            <a:ext cx="2664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3">
                    <a:lumMod val="40000"/>
                    <a:lumOff val="60000"/>
                  </a:schemeClr>
                </a:solidFill>
              </a:rPr>
              <a:t>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3FA7BF8-0B6A-6A3D-ABDE-5A82D820FF57}"/>
              </a:ext>
            </a:extLst>
          </p:cNvPr>
          <p:cNvSpPr txBox="1"/>
          <p:nvPr/>
        </p:nvSpPr>
        <p:spPr>
          <a:xfrm>
            <a:off x="168717" y="4039532"/>
            <a:ext cx="2215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3">
                    <a:lumMod val="40000"/>
                    <a:lumOff val="60000"/>
                  </a:schemeClr>
                </a:solidFill>
              </a:rPr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2321A64-AF60-7AC7-E6EB-3EB1FFDB5CEE}"/>
              </a:ext>
            </a:extLst>
          </p:cNvPr>
          <p:cNvSpPr txBox="1"/>
          <p:nvPr/>
        </p:nvSpPr>
        <p:spPr>
          <a:xfrm>
            <a:off x="153709" y="3562478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3">
                    <a:lumMod val="40000"/>
                    <a:lumOff val="60000"/>
                  </a:schemeClr>
                </a:solidFill>
              </a:rPr>
              <a:t>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279B0D8-4FBD-2574-2300-59433CA75BEC}"/>
              </a:ext>
            </a:extLst>
          </p:cNvPr>
          <p:cNvSpPr txBox="1"/>
          <p:nvPr/>
        </p:nvSpPr>
        <p:spPr>
          <a:xfrm>
            <a:off x="151879" y="3055936"/>
            <a:ext cx="2584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3">
                    <a:lumMod val="40000"/>
                    <a:lumOff val="60000"/>
                  </a:schemeClr>
                </a:solidFill>
              </a:rPr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365ECE5-BC21-3402-A046-55D270F4D674}"/>
              </a:ext>
            </a:extLst>
          </p:cNvPr>
          <p:cNvSpPr txBox="1"/>
          <p:nvPr/>
        </p:nvSpPr>
        <p:spPr>
          <a:xfrm>
            <a:off x="159313" y="2564347"/>
            <a:ext cx="2616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3">
                    <a:lumMod val="40000"/>
                    <a:lumOff val="60000"/>
                  </a:schemeClr>
                </a:solidFill>
              </a:rPr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823253E-F8BF-E6F5-86AF-785357C8DE39}"/>
              </a:ext>
            </a:extLst>
          </p:cNvPr>
          <p:cNvSpPr txBox="1"/>
          <p:nvPr/>
        </p:nvSpPr>
        <p:spPr>
          <a:xfrm>
            <a:off x="159313" y="2101828"/>
            <a:ext cx="2584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3">
                    <a:lumMod val="40000"/>
                    <a:lumOff val="60000"/>
                  </a:schemeClr>
                </a:solidFill>
              </a:rPr>
              <a:t>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F6D5129-C095-A1FC-C966-0CC3826DBDFB}"/>
              </a:ext>
            </a:extLst>
          </p:cNvPr>
          <p:cNvSpPr txBox="1"/>
          <p:nvPr/>
        </p:nvSpPr>
        <p:spPr>
          <a:xfrm>
            <a:off x="151297" y="1630668"/>
            <a:ext cx="2584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3">
                    <a:lumMod val="40000"/>
                    <a:lumOff val="60000"/>
                  </a:schemeClr>
                </a:solidFill>
              </a:rPr>
              <a:t>6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9A31526-0253-5E96-6724-A4627D13DEE7}"/>
              </a:ext>
            </a:extLst>
          </p:cNvPr>
          <p:cNvSpPr txBox="1"/>
          <p:nvPr/>
        </p:nvSpPr>
        <p:spPr>
          <a:xfrm>
            <a:off x="152705" y="1139079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3">
                    <a:lumMod val="40000"/>
                    <a:lumOff val="60000"/>
                  </a:schemeClr>
                </a:solidFill>
              </a:rPr>
              <a:t>7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CCED46A-62BD-F6A1-3421-973EB3E550F3}"/>
              </a:ext>
            </a:extLst>
          </p:cNvPr>
          <p:cNvSpPr/>
          <p:nvPr/>
        </p:nvSpPr>
        <p:spPr>
          <a:xfrm>
            <a:off x="221226" y="5161935"/>
            <a:ext cx="289839" cy="122105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B752D90-A3C2-DD31-667D-12B638BC2450}"/>
              </a:ext>
            </a:extLst>
          </p:cNvPr>
          <p:cNvSpPr/>
          <p:nvPr/>
        </p:nvSpPr>
        <p:spPr>
          <a:xfrm>
            <a:off x="221226" y="5459713"/>
            <a:ext cx="289839" cy="12210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C912BEE-AECF-5113-0660-3B10BB53882A}"/>
              </a:ext>
            </a:extLst>
          </p:cNvPr>
          <p:cNvSpPr txBox="1"/>
          <p:nvPr/>
        </p:nvSpPr>
        <p:spPr>
          <a:xfrm>
            <a:off x="504221" y="5096730"/>
            <a:ext cx="10369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Poly; tccGuide1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AB4E7B2-2589-2278-7118-F3D5FE49FC8B}"/>
              </a:ext>
            </a:extLst>
          </p:cNvPr>
          <p:cNvSpPr txBox="1"/>
          <p:nvPr/>
        </p:nvSpPr>
        <p:spPr>
          <a:xfrm>
            <a:off x="511065" y="5394984"/>
            <a:ext cx="13251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Tcn/</a:t>
            </a:r>
            <a:r>
              <a:rPr lang="en-US" sz="1000" b="1" err="1"/>
              <a:t>Emr</a:t>
            </a:r>
            <a:r>
              <a:rPr lang="en-US" sz="1000" b="1"/>
              <a:t>; tccGuide1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C090BFC-A8A3-6D15-486D-2AC97A128408}"/>
              </a:ext>
            </a:extLst>
          </p:cNvPr>
          <p:cNvSpPr/>
          <p:nvPr/>
        </p:nvSpPr>
        <p:spPr>
          <a:xfrm>
            <a:off x="2513138" y="5164606"/>
            <a:ext cx="289839" cy="12210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23FC9A91-73D1-B199-35DB-B33D91EFA86A}"/>
              </a:ext>
            </a:extLst>
          </p:cNvPr>
          <p:cNvSpPr/>
          <p:nvPr/>
        </p:nvSpPr>
        <p:spPr>
          <a:xfrm>
            <a:off x="2513138" y="5462384"/>
            <a:ext cx="289839" cy="12210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06EF5A6-4525-3716-C156-644C191B1E91}"/>
              </a:ext>
            </a:extLst>
          </p:cNvPr>
          <p:cNvSpPr txBox="1"/>
          <p:nvPr/>
        </p:nvSpPr>
        <p:spPr>
          <a:xfrm>
            <a:off x="2796133" y="5099401"/>
            <a:ext cx="10369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Ndiff; tccGuide1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FC8229B-4674-0008-19A2-95CFCF129583}"/>
              </a:ext>
            </a:extLst>
          </p:cNvPr>
          <p:cNvSpPr txBox="1"/>
          <p:nvPr/>
        </p:nvSpPr>
        <p:spPr>
          <a:xfrm>
            <a:off x="2802977" y="5397655"/>
            <a:ext cx="10369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Pdiff; tccGuide1</a:t>
            </a:r>
          </a:p>
        </p:txBody>
      </p:sp>
      <p:pic>
        <p:nvPicPr>
          <p:cNvPr id="107" name="Picture 106">
            <a:extLst>
              <a:ext uri="{FF2B5EF4-FFF2-40B4-BE49-F238E27FC236}">
                <a16:creationId xmlns:a16="http://schemas.microsoft.com/office/drawing/2014/main" id="{FF8A6BB4-1939-FF42-CCFC-0F96E3739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260" y="92082"/>
            <a:ext cx="3435117" cy="2364230"/>
          </a:xfrm>
          <a:prstGeom prst="rect">
            <a:avLst/>
          </a:prstGeom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id="{371BDF9D-E7FD-2000-C2B7-A2D661D41CEE}"/>
              </a:ext>
            </a:extLst>
          </p:cNvPr>
          <p:cNvSpPr txBox="1"/>
          <p:nvPr/>
        </p:nvSpPr>
        <p:spPr>
          <a:xfrm>
            <a:off x="6737541" y="-11706"/>
            <a:ext cx="341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0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CB9EE85-1A88-C4D2-ABE8-32AB40BB9CB5}"/>
              </a:ext>
            </a:extLst>
          </p:cNvPr>
          <p:cNvSpPr txBox="1"/>
          <p:nvPr/>
        </p:nvSpPr>
        <p:spPr>
          <a:xfrm>
            <a:off x="7136016" y="-10761"/>
            <a:ext cx="341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1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E99BBD2-74A5-839C-BB32-5EB33321D70D}"/>
              </a:ext>
            </a:extLst>
          </p:cNvPr>
          <p:cNvSpPr txBox="1"/>
          <p:nvPr/>
        </p:nvSpPr>
        <p:spPr>
          <a:xfrm>
            <a:off x="7460873" y="-11706"/>
            <a:ext cx="341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2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956D29F-2737-5DA8-CA56-8098B65F4F7A}"/>
              </a:ext>
            </a:extLst>
          </p:cNvPr>
          <p:cNvSpPr txBox="1"/>
          <p:nvPr/>
        </p:nvSpPr>
        <p:spPr>
          <a:xfrm>
            <a:off x="7857924" y="-6811"/>
            <a:ext cx="341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3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9A95AED-3738-834E-2CA0-3EEBF4D35C5E}"/>
              </a:ext>
            </a:extLst>
          </p:cNvPr>
          <p:cNvSpPr txBox="1"/>
          <p:nvPr/>
        </p:nvSpPr>
        <p:spPr>
          <a:xfrm>
            <a:off x="6396081" y="1997856"/>
            <a:ext cx="341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0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0CCA3AB-C455-80F8-A591-5222A22DFD59}"/>
              </a:ext>
            </a:extLst>
          </p:cNvPr>
          <p:cNvSpPr txBox="1"/>
          <p:nvPr/>
        </p:nvSpPr>
        <p:spPr>
          <a:xfrm>
            <a:off x="6434423" y="1646446"/>
            <a:ext cx="341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1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DD426E5-B214-C27D-8738-E59E62C1834A}"/>
              </a:ext>
            </a:extLst>
          </p:cNvPr>
          <p:cNvSpPr txBox="1"/>
          <p:nvPr/>
        </p:nvSpPr>
        <p:spPr>
          <a:xfrm>
            <a:off x="6396081" y="1270404"/>
            <a:ext cx="341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2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389D142-41F4-177E-A23F-D225FB039DEF}"/>
              </a:ext>
            </a:extLst>
          </p:cNvPr>
          <p:cNvSpPr txBox="1"/>
          <p:nvPr/>
        </p:nvSpPr>
        <p:spPr>
          <a:xfrm>
            <a:off x="6402986" y="496801"/>
            <a:ext cx="341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4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9A3D0CA-5612-A5F0-32F1-43E84540A359}"/>
              </a:ext>
            </a:extLst>
          </p:cNvPr>
          <p:cNvSpPr txBox="1"/>
          <p:nvPr/>
        </p:nvSpPr>
        <p:spPr>
          <a:xfrm>
            <a:off x="6396081" y="883602"/>
            <a:ext cx="341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3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40E6C49-D707-41D8-257B-228A07048D54}"/>
              </a:ext>
            </a:extLst>
          </p:cNvPr>
          <p:cNvSpPr txBox="1"/>
          <p:nvPr/>
        </p:nvSpPr>
        <p:spPr>
          <a:xfrm>
            <a:off x="8217507" y="-11706"/>
            <a:ext cx="341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4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20D307D-5BD5-3445-1582-F8A409EC5892}"/>
              </a:ext>
            </a:extLst>
          </p:cNvPr>
          <p:cNvSpPr txBox="1"/>
          <p:nvPr/>
        </p:nvSpPr>
        <p:spPr>
          <a:xfrm>
            <a:off x="8615982" y="-10761"/>
            <a:ext cx="341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5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DEB2A73C-0A1D-34B7-8369-2435C71A1F3B}"/>
              </a:ext>
            </a:extLst>
          </p:cNvPr>
          <p:cNvSpPr txBox="1"/>
          <p:nvPr/>
        </p:nvSpPr>
        <p:spPr>
          <a:xfrm>
            <a:off x="8940839" y="-11706"/>
            <a:ext cx="341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6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FC2DAD8-256F-85CF-AF16-6A090D6392C4}"/>
              </a:ext>
            </a:extLst>
          </p:cNvPr>
          <p:cNvSpPr txBox="1"/>
          <p:nvPr/>
        </p:nvSpPr>
        <p:spPr>
          <a:xfrm>
            <a:off x="9337890" y="-6811"/>
            <a:ext cx="341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7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78DF140-5970-46CE-12D4-4F5B0A6B9E3B}"/>
              </a:ext>
            </a:extLst>
          </p:cNvPr>
          <p:cNvSpPr/>
          <p:nvPr/>
        </p:nvSpPr>
        <p:spPr>
          <a:xfrm>
            <a:off x="10013527" y="151747"/>
            <a:ext cx="289839" cy="1221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6E95FADF-79AE-E3E9-2394-1E87D1819909}"/>
              </a:ext>
            </a:extLst>
          </p:cNvPr>
          <p:cNvSpPr/>
          <p:nvPr/>
        </p:nvSpPr>
        <p:spPr>
          <a:xfrm>
            <a:off x="10027334" y="632346"/>
            <a:ext cx="289839" cy="122105"/>
          </a:xfrm>
          <a:prstGeom prst="rect">
            <a:avLst/>
          </a:prstGeom>
          <a:noFill/>
          <a:ln w="19050">
            <a:solidFill>
              <a:srgbClr val="E9E9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9C22D65-465B-5E49-56BB-B16A03C0918A}"/>
              </a:ext>
            </a:extLst>
          </p:cNvPr>
          <p:cNvSpPr txBox="1"/>
          <p:nvPr/>
        </p:nvSpPr>
        <p:spPr>
          <a:xfrm>
            <a:off x="10299363" y="172960"/>
            <a:ext cx="10369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M0; tccGuide1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3FBA184B-88C4-2373-AAE0-3A6AAC1EC853}"/>
              </a:ext>
            </a:extLst>
          </p:cNvPr>
          <p:cNvSpPr txBox="1"/>
          <p:nvPr/>
        </p:nvSpPr>
        <p:spPr>
          <a:xfrm>
            <a:off x="10317173" y="567617"/>
            <a:ext cx="10369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M0; tccGuide2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0D3D683A-0358-69AF-CDCD-5B04F794EE06}"/>
              </a:ext>
            </a:extLst>
          </p:cNvPr>
          <p:cNvSpPr/>
          <p:nvPr/>
        </p:nvSpPr>
        <p:spPr>
          <a:xfrm>
            <a:off x="10013527" y="328088"/>
            <a:ext cx="289839" cy="122105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2" name="Picture 131">
            <a:extLst>
              <a:ext uri="{FF2B5EF4-FFF2-40B4-BE49-F238E27FC236}">
                <a16:creationId xmlns:a16="http://schemas.microsoft.com/office/drawing/2014/main" id="{A0852177-8491-2F92-B5F2-EBC6F4E584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9799" y="2564347"/>
            <a:ext cx="3776326" cy="3314775"/>
          </a:xfrm>
          <a:prstGeom prst="rect">
            <a:avLst/>
          </a:prstGeom>
        </p:spPr>
      </p:pic>
      <p:sp>
        <p:nvSpPr>
          <p:cNvPr id="133" name="TextBox 132">
            <a:extLst>
              <a:ext uri="{FF2B5EF4-FFF2-40B4-BE49-F238E27FC236}">
                <a16:creationId xmlns:a16="http://schemas.microsoft.com/office/drawing/2014/main" id="{756FAAE4-C714-15E1-8C08-213DEE5306FF}"/>
              </a:ext>
            </a:extLst>
          </p:cNvPr>
          <p:cNvSpPr txBox="1"/>
          <p:nvPr/>
        </p:nvSpPr>
        <p:spPr>
          <a:xfrm>
            <a:off x="6381074" y="2805447"/>
            <a:ext cx="2664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0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56D647E8-D25B-2249-57F5-FEF03EDFAA26}"/>
              </a:ext>
            </a:extLst>
          </p:cNvPr>
          <p:cNvSpPr txBox="1"/>
          <p:nvPr/>
        </p:nvSpPr>
        <p:spPr>
          <a:xfrm>
            <a:off x="6902907" y="2805445"/>
            <a:ext cx="2215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E7D20EC-A0F6-119C-F72F-E62AAD66BA4C}"/>
              </a:ext>
            </a:extLst>
          </p:cNvPr>
          <p:cNvSpPr txBox="1"/>
          <p:nvPr/>
        </p:nvSpPr>
        <p:spPr>
          <a:xfrm>
            <a:off x="7430873" y="2802555"/>
            <a:ext cx="2568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3A1722CF-2910-6E23-3F2C-FB86E10D61CC}"/>
              </a:ext>
            </a:extLst>
          </p:cNvPr>
          <p:cNvSpPr txBox="1"/>
          <p:nvPr/>
        </p:nvSpPr>
        <p:spPr>
          <a:xfrm>
            <a:off x="7963733" y="2802554"/>
            <a:ext cx="2584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3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766DC648-00CF-9528-1842-9EFB94CAABCB}"/>
              </a:ext>
            </a:extLst>
          </p:cNvPr>
          <p:cNvSpPr txBox="1"/>
          <p:nvPr/>
        </p:nvSpPr>
        <p:spPr>
          <a:xfrm>
            <a:off x="8540001" y="2802554"/>
            <a:ext cx="2632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B26066C7-C118-5619-9120-9498BFC492FF}"/>
              </a:ext>
            </a:extLst>
          </p:cNvPr>
          <p:cNvSpPr txBox="1"/>
          <p:nvPr/>
        </p:nvSpPr>
        <p:spPr>
          <a:xfrm>
            <a:off x="9063793" y="2803194"/>
            <a:ext cx="2600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5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70C16B2-F58B-914A-F5D0-72858BC0C5AC}"/>
              </a:ext>
            </a:extLst>
          </p:cNvPr>
          <p:cNvSpPr txBox="1"/>
          <p:nvPr/>
        </p:nvSpPr>
        <p:spPr>
          <a:xfrm>
            <a:off x="9589896" y="2802554"/>
            <a:ext cx="2584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6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2BEE1117-B178-8E7F-962E-36BC2FEE7044}"/>
              </a:ext>
            </a:extLst>
          </p:cNvPr>
          <p:cNvSpPr txBox="1"/>
          <p:nvPr/>
        </p:nvSpPr>
        <p:spPr>
          <a:xfrm>
            <a:off x="6612654" y="2629610"/>
            <a:ext cx="2664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CE90C4D4-D253-A6E5-6D7A-0A553B419FAD}"/>
              </a:ext>
            </a:extLst>
          </p:cNvPr>
          <p:cNvSpPr txBox="1"/>
          <p:nvPr/>
        </p:nvSpPr>
        <p:spPr>
          <a:xfrm>
            <a:off x="7170295" y="2628318"/>
            <a:ext cx="2215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B8F00650-D42B-FCCC-3423-B86A5291FE60}"/>
              </a:ext>
            </a:extLst>
          </p:cNvPr>
          <p:cNvSpPr txBox="1"/>
          <p:nvPr/>
        </p:nvSpPr>
        <p:spPr>
          <a:xfrm>
            <a:off x="7708935" y="2628318"/>
            <a:ext cx="2568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AD04BFA-CDFF-1B07-1E96-8B8797F6E485}"/>
              </a:ext>
            </a:extLst>
          </p:cNvPr>
          <p:cNvSpPr txBox="1"/>
          <p:nvPr/>
        </p:nvSpPr>
        <p:spPr>
          <a:xfrm>
            <a:off x="8238447" y="2628318"/>
            <a:ext cx="2584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4"/>
                </a:solidFill>
              </a:rPr>
              <a:t>3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D9CF85A9-B1FE-04E8-A3E4-CF4ECD17D150}"/>
              </a:ext>
            </a:extLst>
          </p:cNvPr>
          <p:cNvSpPr txBox="1"/>
          <p:nvPr/>
        </p:nvSpPr>
        <p:spPr>
          <a:xfrm>
            <a:off x="8772513" y="2628318"/>
            <a:ext cx="2632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4"/>
                </a:solidFill>
              </a:rPr>
              <a:t>4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1BF60887-4741-6430-2016-7CBF52384540}"/>
              </a:ext>
            </a:extLst>
          </p:cNvPr>
          <p:cNvSpPr txBox="1"/>
          <p:nvPr/>
        </p:nvSpPr>
        <p:spPr>
          <a:xfrm>
            <a:off x="9338247" y="2629087"/>
            <a:ext cx="2600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4"/>
                </a:solidFill>
              </a:rPr>
              <a:t>5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F5846B6-2EF3-B67F-951C-89F55B16295E}"/>
              </a:ext>
            </a:extLst>
          </p:cNvPr>
          <p:cNvSpPr txBox="1"/>
          <p:nvPr/>
        </p:nvSpPr>
        <p:spPr>
          <a:xfrm>
            <a:off x="6168003" y="5482525"/>
            <a:ext cx="2664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3">
                    <a:lumMod val="40000"/>
                    <a:lumOff val="60000"/>
                  </a:schemeClr>
                </a:solidFill>
              </a:rPr>
              <a:t>0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D764E1C9-859D-3E06-582C-5562ACA55B2F}"/>
              </a:ext>
            </a:extLst>
          </p:cNvPr>
          <p:cNvSpPr txBox="1"/>
          <p:nvPr/>
        </p:nvSpPr>
        <p:spPr>
          <a:xfrm>
            <a:off x="6196049" y="4934661"/>
            <a:ext cx="2215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3">
                    <a:lumMod val="40000"/>
                    <a:lumOff val="60000"/>
                  </a:schemeClr>
                </a:solidFill>
              </a:rPr>
              <a:t>1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75DEA0E6-B775-2278-50CE-AD3F5CA60013}"/>
              </a:ext>
            </a:extLst>
          </p:cNvPr>
          <p:cNvSpPr txBox="1"/>
          <p:nvPr/>
        </p:nvSpPr>
        <p:spPr>
          <a:xfrm>
            <a:off x="6173614" y="4396458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3">
                    <a:lumMod val="40000"/>
                    <a:lumOff val="60000"/>
                  </a:schemeClr>
                </a:solidFill>
              </a:rPr>
              <a:t>2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128CD8F3-2B9F-B805-484D-61708257D1CF}"/>
              </a:ext>
            </a:extLst>
          </p:cNvPr>
          <p:cNvSpPr txBox="1"/>
          <p:nvPr/>
        </p:nvSpPr>
        <p:spPr>
          <a:xfrm>
            <a:off x="6180295" y="3304598"/>
            <a:ext cx="2616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3">
                    <a:lumMod val="40000"/>
                    <a:lumOff val="60000"/>
                  </a:schemeClr>
                </a:solidFill>
              </a:rPr>
              <a:t>4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26AD59FD-D53E-6983-E176-6D3459D35A2B}"/>
              </a:ext>
            </a:extLst>
          </p:cNvPr>
          <p:cNvSpPr txBox="1"/>
          <p:nvPr/>
        </p:nvSpPr>
        <p:spPr>
          <a:xfrm>
            <a:off x="6180295" y="3850528"/>
            <a:ext cx="2584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>
                <a:solidFill>
                  <a:schemeClr val="accent3">
                    <a:lumMod val="40000"/>
                    <a:lumOff val="60000"/>
                  </a:schemeClr>
                </a:solidFill>
              </a:rPr>
              <a:t>3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1213A1C9-B958-7412-B58D-2DEDDD64D4C4}"/>
              </a:ext>
            </a:extLst>
          </p:cNvPr>
          <p:cNvSpPr/>
          <p:nvPr/>
        </p:nvSpPr>
        <p:spPr>
          <a:xfrm>
            <a:off x="9930234" y="2745714"/>
            <a:ext cx="289839" cy="122105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FF1F9DA7-E07D-6524-54E7-03246383CF22}"/>
              </a:ext>
            </a:extLst>
          </p:cNvPr>
          <p:cNvSpPr/>
          <p:nvPr/>
        </p:nvSpPr>
        <p:spPr>
          <a:xfrm>
            <a:off x="9930234" y="3043492"/>
            <a:ext cx="289839" cy="12210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5FA8F941-5DDE-7248-C2B1-2A81C50CD6B2}"/>
              </a:ext>
            </a:extLst>
          </p:cNvPr>
          <p:cNvSpPr txBox="1"/>
          <p:nvPr/>
        </p:nvSpPr>
        <p:spPr>
          <a:xfrm>
            <a:off x="10213229" y="2680509"/>
            <a:ext cx="10369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Poly; tccGuide1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D0688979-774D-D929-FF8C-9E6B48ED37C2}"/>
              </a:ext>
            </a:extLst>
          </p:cNvPr>
          <p:cNvSpPr txBox="1"/>
          <p:nvPr/>
        </p:nvSpPr>
        <p:spPr>
          <a:xfrm>
            <a:off x="10213229" y="2987161"/>
            <a:ext cx="13251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Tcn/</a:t>
            </a:r>
            <a:r>
              <a:rPr lang="en-US" sz="1000" b="1" err="1"/>
              <a:t>Emr</a:t>
            </a:r>
            <a:r>
              <a:rPr lang="en-US" sz="1000" b="1"/>
              <a:t>; tccGuide1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5C67DA17-14AE-E9FE-5AC9-88649A80E9A4}"/>
              </a:ext>
            </a:extLst>
          </p:cNvPr>
          <p:cNvSpPr/>
          <p:nvPr/>
        </p:nvSpPr>
        <p:spPr>
          <a:xfrm>
            <a:off x="9930234" y="3381462"/>
            <a:ext cx="289839" cy="122105"/>
          </a:xfrm>
          <a:prstGeom prst="rect">
            <a:avLst/>
          </a:prstGeom>
          <a:noFill/>
          <a:ln w="19050">
            <a:solidFill>
              <a:srgbClr val="FFE1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398CFF5D-E9B6-7DB4-73EF-45D17E6765C6}"/>
              </a:ext>
            </a:extLst>
          </p:cNvPr>
          <p:cNvSpPr txBox="1"/>
          <p:nvPr/>
        </p:nvSpPr>
        <p:spPr>
          <a:xfrm>
            <a:off x="10213229" y="3316257"/>
            <a:ext cx="15957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Poly/Tcn/</a:t>
            </a:r>
            <a:r>
              <a:rPr lang="en-US" sz="1000" b="1" err="1"/>
              <a:t>Emr</a:t>
            </a:r>
            <a:r>
              <a:rPr lang="en-US" sz="1000" b="1"/>
              <a:t>; tccGuide2</a:t>
            </a:r>
          </a:p>
        </p:txBody>
      </p:sp>
    </p:spTree>
    <p:extLst>
      <p:ext uri="{BB962C8B-B14F-4D97-AF65-F5344CB8AC3E}">
        <p14:creationId xmlns:p14="http://schemas.microsoft.com/office/powerpoint/2010/main" val="3761892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11FD70-29DB-651A-3BE6-C40234D86E17}"/>
              </a:ext>
            </a:extLst>
          </p:cNvPr>
          <p:cNvSpPr txBox="1">
            <a:spLocks/>
          </p:cNvSpPr>
          <p:nvPr/>
        </p:nvSpPr>
        <p:spPr>
          <a:xfrm>
            <a:off x="0" y="111967"/>
            <a:ext cx="11719249" cy="62701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IntelOne Display Regular" panose="020B0503020203020204" pitchFamily="34" charset="0"/>
              <a:buNone/>
            </a:pPr>
            <a:r>
              <a:rPr lang="en-US" b="1" i="1" u="sng" dirty="0">
                <a:latin typeface="+mj-lt"/>
                <a:ea typeface="+mj-ea"/>
                <a:cs typeface="+mj-cs"/>
              </a:rPr>
              <a:t>Structure Definition: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cellHeight</a:t>
            </a:r>
            <a:r>
              <a:rPr lang="en-US" sz="2400" dirty="0"/>
              <a:t> (s</a:t>
            </a:r>
            <a:r>
              <a:rPr lang="en-US" sz="2400" dirty="0">
                <a:sym typeface="Wingdings" panose="05000000000000000000" pitchFamily="2" charset="2"/>
              </a:rPr>
              <a:t>tring)  </a:t>
            </a:r>
            <a:r>
              <a:rPr lang="en-US" sz="2400" dirty="0"/>
              <a:t>Cell height of the structure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ym typeface="Wingdings" panose="05000000000000000000" pitchFamily="2" charset="2"/>
              </a:rPr>
              <a:t>Example: “ch110”</a:t>
            </a:r>
            <a:endParaRPr lang="en-US" dirty="0"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polyPitch</a:t>
            </a:r>
            <a:r>
              <a:rPr lang="en-US" sz="2400" dirty="0"/>
              <a:t> (s</a:t>
            </a:r>
            <a:r>
              <a:rPr lang="en-US" sz="2400" dirty="0">
                <a:sym typeface="Wingdings" panose="05000000000000000000" pitchFamily="2" charset="2"/>
              </a:rPr>
              <a:t>tring)  </a:t>
            </a:r>
            <a:r>
              <a:rPr lang="en-US" sz="2400" dirty="0"/>
              <a:t>Poly pitch of the structure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The skewed polyPitch will be </a:t>
            </a:r>
            <a:r>
              <a:rPr lang="en-US" sz="2000" dirty="0" err="1"/>
              <a:t>enteres</a:t>
            </a:r>
            <a:r>
              <a:rPr lang="en-US" sz="2000" dirty="0"/>
              <a:t> here to do the </a:t>
            </a:r>
            <a:r>
              <a:rPr lang="en-US" sz="2000" dirty="0" err="1"/>
              <a:t>PolyCD</a:t>
            </a:r>
            <a:r>
              <a:rPr lang="en-US" sz="2000" dirty="0"/>
              <a:t>/Pitch Skew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ym typeface="Wingdings" panose="05000000000000000000" pitchFamily="2" charset="2"/>
              </a:rPr>
              <a:t>Example: “pp44”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ContextType</a:t>
            </a:r>
            <a:r>
              <a:rPr lang="en-US" sz="2400" dirty="0"/>
              <a:t> (s</a:t>
            </a:r>
            <a:r>
              <a:rPr lang="en-US" sz="2400" dirty="0">
                <a:sym typeface="Wingdings" panose="05000000000000000000" pitchFamily="2" charset="2"/>
              </a:rPr>
              <a:t>tring)  </a:t>
            </a:r>
            <a:r>
              <a:rPr lang="en-US" sz="2400" dirty="0"/>
              <a:t>Context Type of the structure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ym typeface="Wingdings" panose="05000000000000000000" pitchFamily="2" charset="2"/>
              </a:rPr>
              <a:t>Options: “digital”, “custom” or blank</a:t>
            </a:r>
            <a:endParaRPr lang="en-US" dirty="0"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structureSize</a:t>
            </a:r>
            <a:r>
              <a:rPr lang="en-US" sz="2400" dirty="0"/>
              <a:t> (string) </a:t>
            </a:r>
            <a:r>
              <a:rPr lang="en-US" sz="2400" dirty="0">
                <a:sym typeface="Wingdings" panose="05000000000000000000" pitchFamily="2" charset="2"/>
              </a:rPr>
              <a:t> S</a:t>
            </a:r>
            <a:r>
              <a:rPr lang="en-US" sz="2400" dirty="0"/>
              <a:t>ize of the structure determined by defining the number of diffusions and poly tracks needed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/>
              <a:t>Format</a:t>
            </a:r>
            <a:r>
              <a:rPr lang="en-US" sz="2000" dirty="0"/>
              <a:t>: Num Diffusion Tracks; Num Poly Tracks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Example: 24;74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The pattern in which FE is drawn, will always draw one extra poly tracks (Will be 75 tracks in total for the above example)</a:t>
            </a:r>
          </a:p>
        </p:txBody>
      </p:sp>
    </p:spTree>
    <p:extLst>
      <p:ext uri="{BB962C8B-B14F-4D97-AF65-F5344CB8AC3E}">
        <p14:creationId xmlns:p14="http://schemas.microsoft.com/office/powerpoint/2010/main" val="3263875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11FD70-29DB-651A-3BE6-C40234D86E17}"/>
              </a:ext>
            </a:extLst>
          </p:cNvPr>
          <p:cNvSpPr txBox="1">
            <a:spLocks/>
          </p:cNvSpPr>
          <p:nvPr/>
        </p:nvSpPr>
        <p:spPr>
          <a:xfrm>
            <a:off x="0" y="111967"/>
            <a:ext cx="11719249" cy="6270171"/>
          </a:xfrm>
          <a:prstGeom prst="rect">
            <a:avLst/>
          </a:prstGeom>
        </p:spPr>
        <p:txBody>
          <a:bodyPr lIns="91440" tIns="45720" rIns="91440" bIns="4572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 u="sng" dirty="0">
                <a:latin typeface="+mj-lt"/>
                <a:ea typeface="+mj-ea"/>
                <a:cs typeface="+mj-cs"/>
              </a:rPr>
              <a:t>Metal Lego Definition: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>
                <a:latin typeface="IntelOne Display Medium"/>
                <a:cs typeface="IntelOne Display AR Bold" panose="020B0803020203020204" pitchFamily="34" charset="-78"/>
              </a:rPr>
              <a:t>M0LegoPattern</a:t>
            </a:r>
            <a:r>
              <a:rPr lang="en-US" sz="2400" dirty="0">
                <a:latin typeface="IntelOne Text Light"/>
              </a:rPr>
              <a:t> (s</a:t>
            </a:r>
            <a:r>
              <a:rPr lang="en-US" sz="2400" dirty="0">
                <a:latin typeface="IntelOne Text Light"/>
                <a:sym typeface="Wingdings" panose="05000000000000000000" pitchFamily="2" charset="2"/>
              </a:rPr>
              <a:t>tring)  M0 Lego Pattern Definition</a:t>
            </a:r>
            <a:endParaRPr lang="en-US" sz="2400" dirty="0">
              <a:latin typeface="IntelOne Text Light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00" b="1" dirty="0">
                <a:latin typeface="IntelOne Text Light"/>
                <a:sym typeface="Wingdings" panose="05000000000000000000" pitchFamily="2" charset="2"/>
              </a:rPr>
              <a:t>Format</a:t>
            </a:r>
            <a:r>
              <a:rPr lang="en-US" sz="2100" dirty="0">
                <a:latin typeface="IntelOne Text Light"/>
                <a:sym typeface="Wingdings" panose="05000000000000000000" pitchFamily="2" charset="2"/>
              </a:rPr>
              <a:t>: </a:t>
            </a:r>
            <a:r>
              <a:rPr lang="en-US" sz="2100" dirty="0" err="1">
                <a:latin typeface="IntelOne Text Light"/>
                <a:sym typeface="Wingdings" panose="05000000000000000000" pitchFamily="2" charset="2"/>
              </a:rPr>
              <a:t>cd;spc;cd;spc</a:t>
            </a:r>
            <a:r>
              <a:rPr lang="en-US" sz="2100" dirty="0">
                <a:latin typeface="IntelOne Text Light"/>
                <a:sym typeface="Wingdings" panose="05000000000000000000" pitchFamily="2" charset="2"/>
              </a:rPr>
              <a:t>…</a:t>
            </a:r>
            <a:endParaRPr lang="en-US" sz="2100" dirty="0">
              <a:latin typeface="IntelOne Text Light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00" dirty="0">
                <a:latin typeface="IntelOne Text Light"/>
                <a:sym typeface="Wingdings" panose="05000000000000000000" pitchFamily="2" charset="2"/>
              </a:rPr>
              <a:t>Leaving it blank draws the default </a:t>
            </a:r>
            <a:r>
              <a:rPr lang="en-US" sz="2100" dirty="0" err="1">
                <a:latin typeface="IntelOne Text Light"/>
                <a:sym typeface="Wingdings" panose="05000000000000000000" pitchFamily="2" charset="2"/>
              </a:rPr>
              <a:t>lego</a:t>
            </a:r>
            <a:r>
              <a:rPr lang="en-US" sz="2100" dirty="0">
                <a:latin typeface="IntelOne Text Light"/>
                <a:sym typeface="Wingdings" panose="05000000000000000000" pitchFamily="2" charset="2"/>
              </a:rPr>
              <a:t> pattern for the specified </a:t>
            </a:r>
            <a:r>
              <a:rPr lang="en-US" sz="2100" dirty="0" err="1">
                <a:latin typeface="IntelOne Text Light"/>
                <a:sym typeface="Wingdings" panose="05000000000000000000" pitchFamily="2" charset="2"/>
              </a:rPr>
              <a:t>cellHeight</a:t>
            </a:r>
            <a:endParaRPr lang="en-US" sz="2100" dirty="0" err="1">
              <a:latin typeface="IntelOne Text Light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00" dirty="0">
                <a:latin typeface="IntelOne Text Light"/>
                <a:sym typeface="Wingdings" panose="05000000000000000000" pitchFamily="2" charset="2"/>
              </a:rPr>
              <a:t>Guides drawn can be seen using m0;tccGuide1</a:t>
            </a:r>
            <a:endParaRPr lang="en-US" sz="2100" dirty="0">
              <a:latin typeface="IntelOne Text Light"/>
            </a:endParaRPr>
          </a:p>
          <a:p>
            <a:pPr marL="457200" lvl="1" indent="0">
              <a:buNone/>
            </a:pPr>
            <a:endParaRPr lang="en-US" sz="2100" i="1" dirty="0">
              <a:latin typeface="IntelOne Display Medium" panose="020B0703020203020204" pitchFamily="34" charset="0"/>
              <a:cs typeface="IntelOne Display AR Bold" panose="020B0803020203020204" pitchFamily="34" charset="-7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>
                <a:latin typeface="IntelOne Display Medium"/>
                <a:cs typeface="IntelOne Display AR Bold" panose="020B0803020203020204" pitchFamily="34" charset="-78"/>
              </a:rPr>
              <a:t>M0CutLegoPattern </a:t>
            </a:r>
            <a:r>
              <a:rPr lang="en-US" sz="2400" dirty="0">
                <a:latin typeface="IntelOne Text Light"/>
              </a:rPr>
              <a:t>(string) </a:t>
            </a:r>
            <a:r>
              <a:rPr lang="en-US" sz="2400" dirty="0">
                <a:latin typeface="IntelOne Text Light"/>
                <a:sym typeface="Wingdings" panose="05000000000000000000" pitchFamily="2" charset="2"/>
              </a:rPr>
              <a:t> M0 Cut Lego Pattern Definition</a:t>
            </a:r>
            <a:endParaRPr lang="en-US" sz="1600" dirty="0">
              <a:latin typeface="IntelOne Text Light"/>
              <a:sym typeface="Wingdings" panose="05000000000000000000" pitchFamily="2" charset="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00" dirty="0">
                <a:latin typeface="IntelOne Text Light"/>
                <a:sym typeface="Wingdings" panose="05000000000000000000" pitchFamily="2" charset="2"/>
              </a:rPr>
              <a:t>This lego pattern is for the cut guides (can be seen using m0;tccGuide2) for M0 based on which the m0 cuts are placed</a:t>
            </a:r>
            <a:endParaRPr lang="en-US" sz="2100" dirty="0">
              <a:latin typeface="IntelOne Text Light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00" b="1" dirty="0">
                <a:latin typeface="IntelOne Text Light"/>
                <a:sym typeface="Wingdings" panose="05000000000000000000" pitchFamily="2" charset="2"/>
              </a:rPr>
              <a:t>Format</a:t>
            </a:r>
            <a:r>
              <a:rPr lang="en-US" sz="2100" dirty="0">
                <a:latin typeface="IntelOne Text Light"/>
                <a:sym typeface="Wingdings" panose="05000000000000000000" pitchFamily="2" charset="2"/>
              </a:rPr>
              <a:t>: </a:t>
            </a:r>
            <a:r>
              <a:rPr lang="en-US" sz="2100" dirty="0" err="1">
                <a:latin typeface="IntelOne Text Light"/>
                <a:sym typeface="Wingdings" panose="05000000000000000000" pitchFamily="2" charset="2"/>
              </a:rPr>
              <a:t>cd;spc;cd;spc</a:t>
            </a:r>
            <a:r>
              <a:rPr lang="en-US" sz="2100" dirty="0">
                <a:latin typeface="IntelOne Text Light"/>
                <a:sym typeface="Wingdings" panose="05000000000000000000" pitchFamily="2" charset="2"/>
              </a:rPr>
              <a:t>…</a:t>
            </a:r>
            <a:endParaRPr lang="en-US" sz="2100" dirty="0">
              <a:latin typeface="IntelOne Text Light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00" dirty="0">
                <a:latin typeface="IntelOne Text Light"/>
                <a:sym typeface="Wingdings" panose="05000000000000000000" pitchFamily="2" charset="2"/>
              </a:rPr>
              <a:t>Leaving it blank draws the default cut lego pattern for the specified cellHeight</a:t>
            </a:r>
            <a:endParaRPr lang="en-US" sz="2100" dirty="0">
              <a:latin typeface="IntelOne Text Light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sz="2100" dirty="0"/>
          </a:p>
          <a:p>
            <a:pPr>
              <a:buFont typeface="Arial,Sans-Serif" panose="020B0604020202020204" pitchFamily="34" charset="0"/>
              <a:buChar char="•"/>
            </a:pPr>
            <a:r>
              <a:rPr lang="en-US" sz="2400" i="1" dirty="0">
                <a:latin typeface="IntelOne Display Medium"/>
              </a:rPr>
              <a:t>M1LegoPattern</a:t>
            </a:r>
            <a:r>
              <a:rPr lang="en-US" sz="2400" dirty="0">
                <a:latin typeface="IntelOne Text Light"/>
              </a:rPr>
              <a:t> (string) </a:t>
            </a:r>
            <a:r>
              <a:rPr lang="en-US" sz="2400" dirty="0">
                <a:latin typeface="IntelOne Text Light"/>
                <a:sym typeface="Wingdings" panose="05000000000000000000" pitchFamily="2" charset="2"/>
              </a:rPr>
              <a:t></a:t>
            </a:r>
            <a:r>
              <a:rPr lang="en-US" sz="2400" dirty="0">
                <a:latin typeface="IntelOne Text Light"/>
              </a:rPr>
              <a:t>  M1 Lego Pattern Definition</a:t>
            </a:r>
          </a:p>
          <a:p>
            <a:pPr lvl="1">
              <a:buFont typeface="Arial,Sans-Serif" panose="020B0604020202020204" pitchFamily="34" charset="0"/>
              <a:buChar char="•"/>
            </a:pPr>
            <a:r>
              <a:rPr lang="en-US" sz="2100" b="1" dirty="0">
                <a:latin typeface="IntelOne Text Light"/>
              </a:rPr>
              <a:t>Format</a:t>
            </a:r>
            <a:r>
              <a:rPr lang="en-US" sz="2100" dirty="0">
                <a:latin typeface="IntelOne Text Light"/>
              </a:rPr>
              <a:t>: </a:t>
            </a:r>
            <a:r>
              <a:rPr lang="en-US" sz="2100" dirty="0" err="1">
                <a:latin typeface="IntelOne Text Light"/>
              </a:rPr>
              <a:t>cd;spc;cd;spc</a:t>
            </a:r>
            <a:r>
              <a:rPr lang="en-US" sz="2100" dirty="0">
                <a:latin typeface="IntelOne Text Light"/>
              </a:rPr>
              <a:t>…</a:t>
            </a:r>
          </a:p>
          <a:p>
            <a:pPr lvl="1">
              <a:buFont typeface="Arial,Sans-Serif" panose="020B0604020202020204" pitchFamily="34" charset="0"/>
              <a:buChar char="•"/>
            </a:pPr>
            <a:r>
              <a:rPr lang="en-US" sz="2100" dirty="0">
                <a:latin typeface="IntelOne Text Light"/>
              </a:rPr>
              <a:t>Leaving it blank draws the default lego pattern for the specified cellHeight</a:t>
            </a:r>
          </a:p>
          <a:p>
            <a:pPr lvl="1">
              <a:buFont typeface="Arial,Sans-Serif" panose="020B0604020202020204" pitchFamily="34" charset="0"/>
              <a:buChar char="•"/>
            </a:pPr>
            <a:r>
              <a:rPr lang="en-US" sz="2100" dirty="0">
                <a:latin typeface="IntelOne Text Light"/>
              </a:rPr>
              <a:t>Guides drawn can be seen using m1;tccGuide1</a:t>
            </a:r>
          </a:p>
          <a:p>
            <a:pPr lvl="1">
              <a:buFont typeface="Arial,Sans-Serif" panose="020B0604020202020204" pitchFamily="34" charset="0"/>
              <a:buChar char="•"/>
            </a:pPr>
            <a:r>
              <a:rPr lang="en-US" sz="2100" b="1" i="1" u="sng" dirty="0">
                <a:latin typeface="IntelOne Text Light"/>
              </a:rPr>
              <a:t>NOTE</a:t>
            </a:r>
            <a:r>
              <a:rPr lang="en-US" sz="2100" dirty="0">
                <a:latin typeface="IntelOne Text Light"/>
              </a:rPr>
              <a:t>: if using m1 guides for routing, the guides need to have the lego pattern as the router m1 (m1 Jumper pattern)</a:t>
            </a:r>
          </a:p>
          <a:p>
            <a:pPr marL="457200" lvl="1" indent="0">
              <a:buNone/>
            </a:pPr>
            <a:endParaRPr lang="en-US" sz="2100" dirty="0">
              <a:latin typeface="IntelOne Text Light"/>
            </a:endParaRPr>
          </a:p>
          <a:p>
            <a:pPr marL="457200" lvl="1" indent="0">
              <a:buNone/>
            </a:pPr>
            <a:endParaRPr lang="en-US" dirty="0">
              <a:latin typeface="IntelOne Text Light"/>
            </a:endParaRPr>
          </a:p>
        </p:txBody>
      </p:sp>
    </p:spTree>
    <p:extLst>
      <p:ext uri="{BB962C8B-B14F-4D97-AF65-F5344CB8AC3E}">
        <p14:creationId xmlns:p14="http://schemas.microsoft.com/office/powerpoint/2010/main" val="3621583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11FD70-29DB-651A-3BE6-C40234D86E17}"/>
              </a:ext>
            </a:extLst>
          </p:cNvPr>
          <p:cNvSpPr txBox="1">
            <a:spLocks/>
          </p:cNvSpPr>
          <p:nvPr/>
        </p:nvSpPr>
        <p:spPr>
          <a:xfrm>
            <a:off x="0" y="111967"/>
            <a:ext cx="11719249" cy="62701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 u="sng" dirty="0">
                <a:latin typeface="+mj-lt"/>
                <a:ea typeface="+mj-ea"/>
                <a:cs typeface="+mj-cs"/>
              </a:rPr>
              <a:t>Diffusion Definition:</a:t>
            </a:r>
            <a:endParaRPr lang="en-US" dirty="0"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  <a:sym typeface="Wingdings" panose="05000000000000000000" pitchFamily="2" charset="2"/>
              </a:rPr>
              <a:t>DiffLegoPattern</a:t>
            </a:r>
            <a:r>
              <a:rPr lang="en-US" sz="2400" dirty="0">
                <a:sym typeface="Wingdings" panose="05000000000000000000" pitchFamily="2" charset="2"/>
              </a:rPr>
              <a:t> (string)  Diffusion Pattern Definition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sym typeface="Wingdings" panose="05000000000000000000" pitchFamily="2" charset="2"/>
              </a:rPr>
              <a:t>Format1</a:t>
            </a:r>
            <a:r>
              <a:rPr lang="en-US" sz="2000" dirty="0">
                <a:sym typeface="Wingdings" panose="05000000000000000000" pitchFamily="2" charset="2"/>
              </a:rPr>
              <a:t>: </a:t>
            </a:r>
            <a:r>
              <a:rPr lang="en-US" sz="2000" dirty="0" err="1">
                <a:sym typeface="Wingdings" panose="05000000000000000000" pitchFamily="2" charset="2"/>
              </a:rPr>
              <a:t>diffPattern</a:t>
            </a:r>
            <a:r>
              <a:rPr lang="en-US" sz="2000" dirty="0">
                <a:sym typeface="Wingdings" panose="05000000000000000000" pitchFamily="2" charset="2"/>
              </a:rPr>
              <a:t> of starting tracks – active </a:t>
            </a:r>
            <a:r>
              <a:rPr lang="en-US" sz="2000" dirty="0" err="1">
                <a:sym typeface="Wingdings" panose="05000000000000000000" pitchFamily="2" charset="2"/>
              </a:rPr>
              <a:t>diffType</a:t>
            </a:r>
            <a:r>
              <a:rPr lang="en-US" sz="2000" dirty="0">
                <a:sym typeface="Wingdings" panose="05000000000000000000" pitchFamily="2" charset="2"/>
              </a:rPr>
              <a:t> – </a:t>
            </a:r>
            <a:r>
              <a:rPr lang="en-US" sz="2000" dirty="0" err="1">
                <a:sym typeface="Wingdings" panose="05000000000000000000" pitchFamily="2" charset="2"/>
              </a:rPr>
              <a:t>diffPattern</a:t>
            </a:r>
            <a:r>
              <a:rPr lang="en-US" sz="2000" dirty="0">
                <a:sym typeface="Wingdings" panose="05000000000000000000" pitchFamily="2" charset="2"/>
              </a:rPr>
              <a:t> for remaining tracks/</a:t>
            </a:r>
            <a:r>
              <a:rPr lang="en-US" sz="2000" dirty="0" err="1">
                <a:sym typeface="Wingdings" panose="05000000000000000000" pitchFamily="2" charset="2"/>
              </a:rPr>
              <a:t>DiffWidth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b="1" i="1" u="sng" dirty="0">
                <a:sym typeface="Wingdings" panose="05000000000000000000" pitchFamily="2" charset="2"/>
              </a:rPr>
              <a:t>[</a:t>
            </a:r>
            <a:r>
              <a:rPr lang="en-US" sz="2000" b="1" i="1" u="sng" dirty="0" err="1">
                <a:sym typeface="Wingdings" panose="05000000000000000000" pitchFamily="2" charset="2"/>
              </a:rPr>
              <a:t>DiffWidth</a:t>
            </a:r>
            <a:r>
              <a:rPr lang="en-US" sz="2000" b="1" i="1" u="sng" dirty="0">
                <a:sym typeface="Wingdings" panose="05000000000000000000" pitchFamily="2" charset="2"/>
              </a:rPr>
              <a:t> control is a new feature]</a:t>
            </a:r>
            <a:endParaRPr lang="en-US" sz="2000" dirty="0">
              <a:sym typeface="Wingdings" panose="05000000000000000000" pitchFamily="2" charset="2"/>
            </a:endParaRPr>
          </a:p>
          <a:p>
            <a:pPr marL="914400" lvl="2" indent="0">
              <a:buNone/>
            </a:pPr>
            <a:r>
              <a:rPr lang="en-US" sz="1600" dirty="0">
                <a:sym typeface="Wingdings" panose="05000000000000000000" pitchFamily="2" charset="2"/>
              </a:rPr>
              <a:t>Example: </a:t>
            </a:r>
            <a:r>
              <a:rPr lang="en-US" sz="1600" dirty="0" err="1"/>
              <a:t>nnppnn</a:t>
            </a:r>
            <a:r>
              <a:rPr lang="en-US" sz="1600" dirty="0"/>
              <a:t> – n – </a:t>
            </a:r>
            <a:r>
              <a:rPr lang="en-US" sz="1600" dirty="0" err="1"/>
              <a:t>pppnnpp</a:t>
            </a:r>
            <a:r>
              <a:rPr lang="en-US" sz="1600" dirty="0"/>
              <a:t> (OR) </a:t>
            </a:r>
            <a:r>
              <a:rPr lang="en-US" sz="1600" dirty="0" err="1"/>
              <a:t>nnppnn</a:t>
            </a:r>
            <a:r>
              <a:rPr lang="en-US" sz="1600" dirty="0"/>
              <a:t> – n – </a:t>
            </a:r>
            <a:r>
              <a:rPr lang="en-US" sz="1600" dirty="0" err="1"/>
              <a:t>pppnnpp</a:t>
            </a:r>
            <a:r>
              <a:rPr lang="en-US" sz="1600" dirty="0"/>
              <a:t>/0.02</a:t>
            </a:r>
          </a:p>
          <a:p>
            <a:pPr marL="914400" lvl="2" indent="0">
              <a:buNone/>
            </a:pPr>
            <a:r>
              <a:rPr lang="en-US" sz="1600" dirty="0"/>
              <a:t>This format needs a complete lego pattern for all diffusion tracks in the structure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sym typeface="Wingdings" panose="05000000000000000000" pitchFamily="2" charset="2"/>
              </a:rPr>
              <a:t>Format2</a:t>
            </a:r>
            <a:r>
              <a:rPr lang="en-US" sz="2000" dirty="0">
                <a:sym typeface="Wingdings" panose="05000000000000000000" pitchFamily="2" charset="2"/>
              </a:rPr>
              <a:t>: </a:t>
            </a:r>
            <a:r>
              <a:rPr lang="en-US" sz="2000" dirty="0" err="1">
                <a:sym typeface="Wingdings" panose="05000000000000000000" pitchFamily="2" charset="2"/>
              </a:rPr>
              <a:t>diffPattern:RepeatValue</a:t>
            </a:r>
            <a:r>
              <a:rPr lang="en-US" sz="2000" dirty="0">
                <a:sym typeface="Wingdings" panose="05000000000000000000" pitchFamily="2" charset="2"/>
              </a:rPr>
              <a:t>/</a:t>
            </a:r>
            <a:r>
              <a:rPr lang="en-US" sz="2000" dirty="0" err="1">
                <a:sym typeface="Wingdings" panose="05000000000000000000" pitchFamily="2" charset="2"/>
              </a:rPr>
              <a:t>DiffWidth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b="1" i="1" u="sng" dirty="0">
                <a:sym typeface="Wingdings" panose="05000000000000000000" pitchFamily="2" charset="2"/>
              </a:rPr>
              <a:t>[Format2 is a new feature]</a:t>
            </a:r>
          </a:p>
          <a:p>
            <a:pPr marL="914400" lvl="2" indent="0">
              <a:buNone/>
            </a:pPr>
            <a:r>
              <a:rPr lang="en-US" sz="1600" dirty="0">
                <a:sym typeface="Wingdings" panose="05000000000000000000" pitchFamily="2" charset="2"/>
              </a:rPr>
              <a:t>Example: </a:t>
            </a:r>
            <a:r>
              <a:rPr lang="en-US" sz="1600" dirty="0"/>
              <a:t>nnpp:4 (OR) nnpp:4/0.02</a:t>
            </a:r>
          </a:p>
          <a:p>
            <a:pPr lvl="1"/>
            <a:r>
              <a:rPr lang="en-US" sz="2000" dirty="0" err="1">
                <a:sym typeface="Wingdings" panose="05000000000000000000" pitchFamily="2" charset="2"/>
              </a:rPr>
              <a:t>DiffWidth</a:t>
            </a:r>
            <a:r>
              <a:rPr lang="en-US" sz="2000" dirty="0">
                <a:sym typeface="Wingdings" panose="05000000000000000000" pitchFamily="2" charset="2"/>
              </a:rPr>
              <a:t> is optional. Not giving that, will draw default diffusion size</a:t>
            </a:r>
          </a:p>
          <a:p>
            <a:pPr marL="914400" lvl="2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  <a:sym typeface="Wingdings" panose="05000000000000000000" pitchFamily="2" charset="2"/>
              </a:rPr>
              <a:t>DiffFTRSwitch</a:t>
            </a:r>
            <a:r>
              <a:rPr lang="en-US" sz="2400" dirty="0">
                <a:sym typeface="Wingdings" panose="05000000000000000000" pitchFamily="2" charset="2"/>
              </a:rPr>
              <a:t> (string)  Used to modify specific diffusions tracks to either size it or </a:t>
            </a:r>
            <a:r>
              <a:rPr lang="en-US" sz="2400" dirty="0" err="1">
                <a:sym typeface="Wingdings" panose="05000000000000000000" pitchFamily="2" charset="2"/>
              </a:rPr>
              <a:t>depop</a:t>
            </a:r>
            <a:r>
              <a:rPr lang="en-US" sz="2400" dirty="0">
                <a:sym typeface="Wingdings" panose="05000000000000000000" pitchFamily="2" charset="2"/>
              </a:rPr>
              <a:t> it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ym typeface="Wingdings" panose="05000000000000000000" pitchFamily="2" charset="2"/>
              </a:rPr>
              <a:t>This parameter can be used to create diffusion Jogs or </a:t>
            </a:r>
            <a:r>
              <a:rPr lang="en-US" sz="2000" dirty="0" err="1">
                <a:sym typeface="Wingdings" panose="05000000000000000000" pitchFamily="2" charset="2"/>
              </a:rPr>
              <a:t>depop</a:t>
            </a:r>
            <a:r>
              <a:rPr lang="en-US" sz="2000" dirty="0">
                <a:sym typeface="Wingdings" panose="05000000000000000000" pitchFamily="2" charset="2"/>
              </a:rPr>
              <a:t> a diffusion Track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/>
              <a:t>Format</a:t>
            </a:r>
            <a:r>
              <a:rPr lang="en-US" sz="2000" dirty="0"/>
              <a:t>: </a:t>
            </a:r>
            <a:r>
              <a:rPr lang="en-US" sz="2000" dirty="0" err="1"/>
              <a:t>tcnRange</a:t>
            </a:r>
            <a:r>
              <a:rPr lang="en-US" sz="2000" dirty="0"/>
              <a:t>, </a:t>
            </a:r>
            <a:r>
              <a:rPr lang="en-US" sz="2000" dirty="0" err="1"/>
              <a:t>diffRange</a:t>
            </a:r>
            <a:r>
              <a:rPr lang="en-US" sz="2000" dirty="0"/>
              <a:t>, </a:t>
            </a:r>
            <a:r>
              <a:rPr lang="en-US" sz="2000" dirty="0" err="1"/>
              <a:t>diffType</a:t>
            </a:r>
            <a:r>
              <a:rPr lang="en-US" sz="2000" dirty="0"/>
              <a:t> / </a:t>
            </a:r>
            <a:r>
              <a:rPr lang="en-US" sz="2000" dirty="0" err="1"/>
              <a:t>diffSize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For </a:t>
            </a:r>
            <a:r>
              <a:rPr lang="en-US" sz="2000" dirty="0" err="1"/>
              <a:t>depop</a:t>
            </a:r>
            <a:r>
              <a:rPr lang="en-US" sz="2000" dirty="0"/>
              <a:t>, </a:t>
            </a:r>
            <a:r>
              <a:rPr lang="en-US" sz="2000" dirty="0" err="1"/>
              <a:t>diffSize</a:t>
            </a:r>
            <a:r>
              <a:rPr lang="en-US" sz="2000" dirty="0"/>
              <a:t> is 0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tcnRange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 and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diffRange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 can be either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startRange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 :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endRange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 (or)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trackNumber</a:t>
            </a:r>
            <a:endParaRPr lang="en-US" sz="2000" dirty="0">
              <a:latin typeface="IntelOne Text Light" panose="020B0403020203020204" pitchFamily="34" charset="0"/>
              <a:sym typeface="Wingdings" panose="05000000000000000000" pitchFamily="2" charset="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Examples: 0:30,12,ndiff/0.032;40:73,12,ndiff/0.04;31:39,12,ndiff/0.03 (or) 0:74,12,ndiff/0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51753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2E21EC-1B27-0147-2387-A07A30438F4F}"/>
              </a:ext>
            </a:extLst>
          </p:cNvPr>
          <p:cNvSpPr txBox="1"/>
          <p:nvPr/>
        </p:nvSpPr>
        <p:spPr>
          <a:xfrm>
            <a:off x="3160735" y="2988605"/>
            <a:ext cx="5870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0:30,12,ndiff/0.03; 31:39,12,ndiff/0.04; 40:73,12,ndiff/0.03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061327-60D9-B2EC-344E-CD6CD77D1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0539" y="1535465"/>
            <a:ext cx="6110911" cy="15302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EE2394-A9BB-F74C-347A-24D33C782E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5509" y="3542603"/>
            <a:ext cx="7580975" cy="12239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9DB6ED-BAEB-B653-DA3D-B3F1F34DA4D1}"/>
              </a:ext>
            </a:extLst>
          </p:cNvPr>
          <p:cNvSpPr txBox="1"/>
          <p:nvPr/>
        </p:nvSpPr>
        <p:spPr>
          <a:xfrm>
            <a:off x="3488549" y="4724098"/>
            <a:ext cx="5214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0:30,12,ndiff/0; 31:39,12,ndiff/0.04; 40:73,12,ndiff/0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A23717-8373-7236-A4AD-56CCB4D343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4445" y="0"/>
            <a:ext cx="4563112" cy="10764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740864-3B7C-F397-87A9-B7444CB865D5}"/>
              </a:ext>
            </a:extLst>
          </p:cNvPr>
          <p:cNvSpPr txBox="1"/>
          <p:nvPr/>
        </p:nvSpPr>
        <p:spPr>
          <a:xfrm>
            <a:off x="5221402" y="1028993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0:3,0,ndiff/0.03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78D4D0-EF9D-0067-A0D2-07AAB6080E99}"/>
              </a:ext>
            </a:extLst>
          </p:cNvPr>
          <p:cNvSpPr txBox="1"/>
          <p:nvPr/>
        </p:nvSpPr>
        <p:spPr>
          <a:xfrm>
            <a:off x="4618654" y="343692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79FF79-62DE-210B-84AA-25FBB1D84089}"/>
              </a:ext>
            </a:extLst>
          </p:cNvPr>
          <p:cNvSpPr txBox="1"/>
          <p:nvPr/>
        </p:nvSpPr>
        <p:spPr>
          <a:xfrm>
            <a:off x="5619678" y="343692"/>
            <a:ext cx="251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200963-A630-BC5C-7D4C-2FE31D8DD171}"/>
              </a:ext>
            </a:extLst>
          </p:cNvPr>
          <p:cNvSpPr txBox="1"/>
          <p:nvPr/>
        </p:nvSpPr>
        <p:spPr>
          <a:xfrm>
            <a:off x="6509238" y="343692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EB9BE-F3C7-3CB8-2D88-0BA31EB3B114}"/>
              </a:ext>
            </a:extLst>
          </p:cNvPr>
          <p:cNvSpPr txBox="1"/>
          <p:nvPr/>
        </p:nvSpPr>
        <p:spPr>
          <a:xfrm>
            <a:off x="7462918" y="343692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2960DB-BA79-403D-9607-262C5BCD9010}"/>
              </a:ext>
            </a:extLst>
          </p:cNvPr>
          <p:cNvSpPr txBox="1"/>
          <p:nvPr/>
        </p:nvSpPr>
        <p:spPr>
          <a:xfrm>
            <a:off x="4851999" y="6074588"/>
            <a:ext cx="1526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0:73,2,ndiff/0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9095153-495E-518D-74D2-14F0F5E19B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48" y="5278096"/>
            <a:ext cx="11686842" cy="79649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07E7712-4991-7EB3-2ED2-EE9DE92D3A49}"/>
              </a:ext>
            </a:extLst>
          </p:cNvPr>
          <p:cNvSpPr txBox="1"/>
          <p:nvPr/>
        </p:nvSpPr>
        <p:spPr>
          <a:xfrm>
            <a:off x="0" y="0"/>
            <a:ext cx="35766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err="1">
                <a:latin typeface="IntelOne Display Medium" panose="020B0703020203020204" pitchFamily="34" charset="0"/>
                <a:cs typeface="IntelOne Display AR Bold" panose="020B0803020203020204" pitchFamily="34" charset="-78"/>
                <a:sym typeface="Wingdings" panose="05000000000000000000" pitchFamily="2" charset="2"/>
              </a:rPr>
              <a:t>DiffFTRSwitch</a:t>
            </a:r>
            <a:r>
              <a:rPr lang="en-US" sz="2400" b="1">
                <a:latin typeface="IntelOne Display Medium" panose="020B0703020203020204" pitchFamily="34" charset="0"/>
                <a:cs typeface="IntelOne Display AR Bold" panose="020B0803020203020204" pitchFamily="34" charset="-78"/>
                <a:sym typeface="Wingdings" panose="05000000000000000000" pitchFamily="2" charset="2"/>
              </a:rPr>
              <a:t> Examples</a:t>
            </a:r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1375999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11FD70-29DB-651A-3BE6-C40234D86E17}"/>
              </a:ext>
            </a:extLst>
          </p:cNvPr>
          <p:cNvSpPr txBox="1">
            <a:spLocks/>
          </p:cNvSpPr>
          <p:nvPr/>
        </p:nvSpPr>
        <p:spPr>
          <a:xfrm>
            <a:off x="0" y="111967"/>
            <a:ext cx="11719249" cy="62701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i="1" u="sng" dirty="0">
                <a:latin typeface="+mj-lt"/>
                <a:ea typeface="+mj-ea"/>
                <a:cs typeface="+mj-cs"/>
              </a:rPr>
              <a:t>Via Parameters for all Pins:</a:t>
            </a:r>
            <a:endParaRPr lang="en-US" sz="2000" dirty="0"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  <a:sym typeface="Wingdings" panose="05000000000000000000" pitchFamily="2" charset="2"/>
              </a:rPr>
              <a:t>DrawGATE</a:t>
            </a:r>
            <a:r>
              <a:rPr lang="en-US" sz="1400" dirty="0">
                <a:sym typeface="Wingdings" panose="05000000000000000000" pitchFamily="2" charset="2"/>
              </a:rPr>
              <a:t> (string)  Gate Via Patterns along with choosing the M1 Jumpers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b="1" dirty="0">
                <a:sym typeface="Wingdings" panose="05000000000000000000" pitchFamily="2" charset="2"/>
              </a:rPr>
              <a:t>Format</a:t>
            </a:r>
            <a:r>
              <a:rPr lang="en-US" sz="1400" dirty="0">
                <a:sym typeface="Wingdings" panose="05000000000000000000" pitchFamily="2" charset="2"/>
              </a:rPr>
              <a:t>: Via Pattern (Poly Tracks, M0 Tracks) | L (or) R, M1 Jumper Tracks (OR)</a:t>
            </a:r>
          </a:p>
          <a:p>
            <a:pPr marL="457200" lvl="1" indent="0">
              <a:buNone/>
            </a:pPr>
            <a:r>
              <a:rPr lang="en-US" sz="1400" dirty="0">
                <a:sym typeface="Wingdings" panose="05000000000000000000" pitchFamily="2" charset="2"/>
              </a:rPr>
              <a:t>		 Via Pattern (Poly Tracks, M0 Tracks) | G, M1 Tracks (seen as m1;tccGuide1)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400" dirty="0">
                <a:sym typeface="Wingdings" panose="05000000000000000000" pitchFamily="2" charset="2"/>
              </a:rPr>
              <a:t>Via Pattern format: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200" dirty="0">
                <a:sym typeface="Wingdings" panose="05000000000000000000" pitchFamily="2" charset="2"/>
              </a:rPr>
              <a:t>X-Coordinate, Y-Coordinate [Skip Tracks – Optional] ,</a:t>
            </a:r>
            <a:r>
              <a:rPr lang="en-US" sz="1200" dirty="0" err="1">
                <a:sym typeface="Wingdings" panose="05000000000000000000" pitchFamily="2" charset="2"/>
              </a:rPr>
              <a:t>viaSizeX,viaSizeY-viaAlignment</a:t>
            </a:r>
            <a:endParaRPr lang="en-US" sz="1200" dirty="0">
              <a:sym typeface="Wingdings" panose="05000000000000000000" pitchFamily="2" charset="2"/>
            </a:endParaRP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200" dirty="0" err="1">
                <a:sym typeface="Wingdings" panose="05000000000000000000" pitchFamily="2" charset="2"/>
              </a:rPr>
              <a:t>viaSizeX,viaSizeY</a:t>
            </a:r>
            <a:r>
              <a:rPr lang="en-US" sz="1200" dirty="0">
                <a:sym typeface="Wingdings" panose="05000000000000000000" pitchFamily="2" charset="2"/>
              </a:rPr>
              <a:t> &amp; </a:t>
            </a:r>
            <a:r>
              <a:rPr lang="en-US" sz="1200" dirty="0" err="1">
                <a:sym typeface="Wingdings" panose="05000000000000000000" pitchFamily="2" charset="2"/>
              </a:rPr>
              <a:t>viaAlignment</a:t>
            </a:r>
            <a:r>
              <a:rPr lang="en-US" sz="1200" dirty="0">
                <a:sym typeface="Wingdings" panose="05000000000000000000" pitchFamily="2" charset="2"/>
              </a:rPr>
              <a:t> are optional parameters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200" dirty="0">
                <a:sym typeface="Wingdings" panose="05000000000000000000" pitchFamily="2" charset="2"/>
              </a:rPr>
              <a:t>Multiple entries are separated by ;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400" dirty="0">
                <a:sym typeface="Wingdings" panose="05000000000000000000" pitchFamily="2" charset="2"/>
              </a:rPr>
              <a:t>L or R corresponds to whether the left or right M1 jumpers are selected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400" dirty="0">
                <a:sym typeface="Wingdings" panose="05000000000000000000" pitchFamily="2" charset="2"/>
              </a:rPr>
              <a:t>G corresponds to which m1 guide can be used for routing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400" dirty="0">
                <a:sym typeface="Wingdings" panose="05000000000000000000" pitchFamily="2" charset="2"/>
              </a:rPr>
              <a:t>M1 Jumper Tracks on which the pin must be placed. The indexing starts from edges of the structure towards the outside. </a:t>
            </a:r>
            <a:r>
              <a:rPr lang="en-US" sz="1400" b="1" u="sng" dirty="0">
                <a:sym typeface="Wingdings" panose="05000000000000000000" pitchFamily="2" charset="2"/>
              </a:rPr>
              <a:t>Indexing starts from 1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400" dirty="0"/>
              <a:t>For more than 1 transistor, </a:t>
            </a:r>
            <a:r>
              <a:rPr lang="en-US" sz="1600" dirty="0"/>
              <a:t>multiple entries can be separated by /</a:t>
            </a:r>
            <a:endParaRPr lang="en-US" sz="18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1F5346D-6C60-52D0-BA08-8CAE8F02B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3633630"/>
            <a:ext cx="6810820" cy="274850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E42D9FE-B007-2A51-FC3F-FD63E7C45153}"/>
              </a:ext>
            </a:extLst>
          </p:cNvPr>
          <p:cNvSpPr txBox="1"/>
          <p:nvPr/>
        </p:nvSpPr>
        <p:spPr>
          <a:xfrm>
            <a:off x="8841833" y="3633630"/>
            <a:ext cx="8397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1  2 3 4 5 6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A04EB6-6E0A-2745-E637-FD56EE1D6B04}"/>
              </a:ext>
            </a:extLst>
          </p:cNvPr>
          <p:cNvSpPr txBox="1"/>
          <p:nvPr/>
        </p:nvSpPr>
        <p:spPr>
          <a:xfrm>
            <a:off x="2510413" y="3633630"/>
            <a:ext cx="9859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9 8 7 6 5 4 3 2 1</a:t>
            </a:r>
          </a:p>
        </p:txBody>
      </p:sp>
    </p:spTree>
    <p:extLst>
      <p:ext uri="{BB962C8B-B14F-4D97-AF65-F5344CB8AC3E}">
        <p14:creationId xmlns:p14="http://schemas.microsoft.com/office/powerpoint/2010/main" val="315758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11FD70-29DB-651A-3BE6-C40234D86E17}"/>
              </a:ext>
            </a:extLst>
          </p:cNvPr>
          <p:cNvSpPr txBox="1">
            <a:spLocks/>
          </p:cNvSpPr>
          <p:nvPr/>
        </p:nvSpPr>
        <p:spPr>
          <a:xfrm>
            <a:off x="2160396" y="31632"/>
            <a:ext cx="6955966" cy="4789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+mj-lt"/>
                <a:ea typeface="+mj-ea"/>
                <a:cs typeface="+mj-cs"/>
              </a:rPr>
              <a:t>Via Pattern Examples</a:t>
            </a:r>
            <a:r>
              <a:rPr lang="en-US" sz="2400" b="1" dirty="0">
                <a:latin typeface="+mj-lt"/>
                <a:ea typeface="+mj-ea"/>
                <a:cs typeface="+mj-cs"/>
                <a:sym typeface="Wingdings" panose="05000000000000000000" pitchFamily="2" charset="2"/>
              </a:rPr>
              <a:t> Drawing Default Via Sizes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96343F-952E-8980-985A-5848D800A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61" y="531719"/>
            <a:ext cx="2964364" cy="13675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E50B55-5ED7-A432-3E1C-1875AE537C85}"/>
              </a:ext>
            </a:extLst>
          </p:cNvPr>
          <p:cNvSpPr txBox="1"/>
          <p:nvPr/>
        </p:nvSpPr>
        <p:spPr>
          <a:xfrm>
            <a:off x="1287870" y="1843443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35,26|L,1:3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BA8F7B-C667-9A4B-C094-E255F9D69D47}"/>
              </a:ext>
            </a:extLst>
          </p:cNvPr>
          <p:cNvSpPr txBox="1"/>
          <p:nvPr/>
        </p:nvSpPr>
        <p:spPr>
          <a:xfrm>
            <a:off x="1139525" y="4686588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35,24:26|L,1:3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FC3E8F-BECF-0847-CB99-38461B5CE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48851"/>
            <a:ext cx="4002887" cy="18377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EE8D7F-29BA-811C-476C-3E2E88D0CE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0138" y="4971378"/>
            <a:ext cx="7814980" cy="8890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53C2D81-FF36-44CD-88E6-871C94FA9156}"/>
              </a:ext>
            </a:extLst>
          </p:cNvPr>
          <p:cNvSpPr txBox="1"/>
          <p:nvPr/>
        </p:nvSpPr>
        <p:spPr>
          <a:xfrm>
            <a:off x="6754939" y="5860406"/>
            <a:ext cx="1845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30:40[1],26|L,1:3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6A9091-78AC-53B8-338A-C76A540676B4}"/>
              </a:ext>
            </a:extLst>
          </p:cNvPr>
          <p:cNvSpPr txBox="1"/>
          <p:nvPr/>
        </p:nvSpPr>
        <p:spPr>
          <a:xfrm>
            <a:off x="6629784" y="4080314"/>
            <a:ext cx="2486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30:40[1],20:30[2]|L,1:3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CB23065-300F-1BF8-F50F-C2D82E869A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7604" y="879914"/>
            <a:ext cx="6786928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041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DEFA1-DB3B-CE27-C7F3-1D7527BD3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D3E143-7990-A65A-8C0D-2D771069D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12" y="720439"/>
            <a:ext cx="4018748" cy="27085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D71383F-7790-C35C-CE6C-0F4245261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7302" y="1549171"/>
            <a:ext cx="3910438" cy="34651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3DA669F-C4B3-AD8E-BE59-7A1666D88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1550" y="3485391"/>
            <a:ext cx="4652900" cy="2853639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F3471F5-12A6-16DA-6FFF-3A7B62F10327}"/>
              </a:ext>
            </a:extLst>
          </p:cNvPr>
          <p:cNvSpPr txBox="1">
            <a:spLocks/>
          </p:cNvSpPr>
          <p:nvPr/>
        </p:nvSpPr>
        <p:spPr>
          <a:xfrm>
            <a:off x="864158" y="61710"/>
            <a:ext cx="9716755" cy="78751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latin typeface="+mj-lt"/>
                <a:ea typeface="+mj-ea"/>
                <a:cs typeface="+mj-cs"/>
              </a:rPr>
              <a:t>Additional Via Pattern Examples </a:t>
            </a:r>
            <a:r>
              <a:rPr lang="en-US" b="1" dirty="0">
                <a:latin typeface="+mj-lt"/>
                <a:ea typeface="+mj-ea"/>
                <a:cs typeface="+mj-cs"/>
                <a:sym typeface="Wingdings" panose="05000000000000000000" pitchFamily="2" charset="2"/>
              </a:rPr>
              <a:t> For sizing vias (SDR ONLY)</a:t>
            </a:r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43059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11FD70-29DB-651A-3BE6-C40234D86E17}"/>
              </a:ext>
            </a:extLst>
          </p:cNvPr>
          <p:cNvSpPr txBox="1">
            <a:spLocks/>
          </p:cNvSpPr>
          <p:nvPr/>
        </p:nvSpPr>
        <p:spPr>
          <a:xfrm>
            <a:off x="0" y="75391"/>
            <a:ext cx="11914632" cy="6416849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i="1" u="sng" dirty="0">
                <a:latin typeface="+mj-lt"/>
                <a:ea typeface="+mj-ea"/>
                <a:cs typeface="+mj-cs"/>
              </a:rPr>
              <a:t>Via Parameters for all Pins:</a:t>
            </a:r>
            <a:endParaRPr lang="en-US" sz="2400" dirty="0"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  <a:sym typeface="Wingdings" panose="05000000000000000000" pitchFamily="2" charset="2"/>
              </a:rPr>
              <a:t>DrawSS</a:t>
            </a:r>
            <a:r>
              <a:rPr lang="en-US" sz="2000" dirty="0">
                <a:sym typeface="Wingdings" panose="05000000000000000000" pitchFamily="2" charset="2"/>
              </a:rPr>
              <a:t> (string)  SS Via Patterns along with choosing the M1 Jumpers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dirty="0">
                <a:sym typeface="Wingdings" panose="05000000000000000000" pitchFamily="2" charset="2"/>
              </a:rPr>
              <a:t>Format</a:t>
            </a:r>
            <a:r>
              <a:rPr lang="en-US" sz="1800" dirty="0">
                <a:sym typeface="Wingdings" panose="05000000000000000000" pitchFamily="2" charset="2"/>
              </a:rPr>
              <a:t>: Via Pattern (Tcn Tracks, M0 Tracks) ~</a:t>
            </a:r>
            <a:r>
              <a:rPr lang="en-US" sz="1800" dirty="0" err="1">
                <a:sym typeface="Wingdings" panose="05000000000000000000" pitchFamily="2" charset="2"/>
              </a:rPr>
              <a:t>vcp</a:t>
            </a:r>
            <a:r>
              <a:rPr lang="en-US" sz="1800" dirty="0">
                <a:sym typeface="Wingdings" panose="05000000000000000000" pitchFamily="2" charset="2"/>
              </a:rPr>
              <a:t>/</a:t>
            </a:r>
            <a:r>
              <a:rPr lang="en-US" sz="1800" dirty="0" err="1">
                <a:sym typeface="Wingdings" panose="05000000000000000000" pitchFamily="2" charset="2"/>
              </a:rPr>
              <a:t>vcr</a:t>
            </a:r>
            <a:r>
              <a:rPr lang="en-US" sz="1800" dirty="0">
                <a:sym typeface="Wingdings" panose="05000000000000000000" pitchFamily="2" charset="2"/>
              </a:rPr>
              <a:t> (Optional) | L (or) R, M1 Jumper Tracks </a:t>
            </a:r>
            <a:r>
              <a:rPr lang="en-US" sz="1800" b="1" dirty="0">
                <a:sym typeface="Wingdings" panose="05000000000000000000" pitchFamily="2" charset="2"/>
              </a:rPr>
              <a:t>(OR)</a:t>
            </a:r>
            <a:r>
              <a:rPr lang="en-US" sz="1800" dirty="0">
                <a:sym typeface="Wingdings" panose="05000000000000000000" pitchFamily="2" charset="2"/>
              </a:rPr>
              <a:t> |G, M1 Tracks (seen as m1;tccGuide1),mesh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dirty="0">
                <a:sym typeface="Wingdings" panose="05000000000000000000" pitchFamily="2" charset="2"/>
              </a:rPr>
              <a:t>Input after | is optional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dirty="0">
                <a:sym typeface="Wingdings" panose="05000000000000000000" pitchFamily="2" charset="2"/>
              </a:rPr>
              <a:t>Mesh  draws a mesh </a:t>
            </a:r>
            <a:r>
              <a:rPr lang="en-US" sz="1800" dirty="0" err="1">
                <a:sym typeface="Wingdings" panose="05000000000000000000" pitchFamily="2" charset="2"/>
              </a:rPr>
              <a:t>upto</a:t>
            </a:r>
            <a:r>
              <a:rPr lang="en-US" sz="1800" dirty="0">
                <a:sym typeface="Wingdings" panose="05000000000000000000" pitchFamily="2" charset="2"/>
              </a:rPr>
              <a:t> highest metal layer (m2 in X81Z). Optional parameter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dirty="0">
                <a:sym typeface="Wingdings" panose="05000000000000000000" pitchFamily="2" charset="2"/>
              </a:rPr>
              <a:t>Via Pattern format is same as </a:t>
            </a:r>
            <a:r>
              <a:rPr lang="en-US" sz="1800" dirty="0" err="1">
                <a:sym typeface="Wingdings" panose="05000000000000000000" pitchFamily="2" charset="2"/>
              </a:rPr>
              <a:t>drawGATE</a:t>
            </a:r>
            <a:r>
              <a:rPr lang="en-US" sz="1800" dirty="0">
                <a:sym typeface="Wingdings" panose="05000000000000000000" pitchFamily="2" charset="2"/>
              </a:rPr>
              <a:t> followed by ~</a:t>
            </a:r>
            <a:r>
              <a:rPr lang="en-US" sz="1800" dirty="0" err="1">
                <a:sym typeface="Wingdings" panose="05000000000000000000" pitchFamily="2" charset="2"/>
              </a:rPr>
              <a:t>vcp</a:t>
            </a:r>
            <a:r>
              <a:rPr lang="en-US" sz="1800" dirty="0">
                <a:sym typeface="Wingdings" panose="05000000000000000000" pitchFamily="2" charset="2"/>
              </a:rPr>
              <a:t>/</a:t>
            </a:r>
            <a:r>
              <a:rPr lang="en-US" sz="1800" dirty="0" err="1">
                <a:sym typeface="Wingdings" panose="05000000000000000000" pitchFamily="2" charset="2"/>
              </a:rPr>
              <a:t>vcr</a:t>
            </a:r>
            <a:r>
              <a:rPr lang="en-US" sz="1800" dirty="0">
                <a:sym typeface="Wingdings" panose="05000000000000000000" pitchFamily="2" charset="2"/>
              </a:rPr>
              <a:t> if </a:t>
            </a:r>
            <a:r>
              <a:rPr lang="en-US" sz="1800" dirty="0" err="1">
                <a:sym typeface="Wingdings" panose="05000000000000000000" pitchFamily="2" charset="2"/>
              </a:rPr>
              <a:t>viaLayer</a:t>
            </a:r>
            <a:r>
              <a:rPr lang="en-US" sz="1800" dirty="0">
                <a:sym typeface="Wingdings" panose="05000000000000000000" pitchFamily="2" charset="2"/>
              </a:rPr>
              <a:t> should be </a:t>
            </a:r>
            <a:r>
              <a:rPr lang="en-US" sz="1800" dirty="0" err="1">
                <a:sym typeface="Wingdings" panose="05000000000000000000" pitchFamily="2" charset="2"/>
              </a:rPr>
              <a:t>vcp</a:t>
            </a:r>
            <a:r>
              <a:rPr lang="en-US" sz="1800" dirty="0">
                <a:sym typeface="Wingdings" panose="05000000000000000000" pitchFamily="2" charset="2"/>
              </a:rPr>
              <a:t>/</a:t>
            </a:r>
            <a:r>
              <a:rPr lang="en-US" sz="1800" dirty="0" err="1">
                <a:sym typeface="Wingdings" panose="05000000000000000000" pitchFamily="2" charset="2"/>
              </a:rPr>
              <a:t>vcr</a:t>
            </a:r>
            <a:r>
              <a:rPr lang="en-US" sz="1800" dirty="0">
                <a:sym typeface="Wingdings" panose="05000000000000000000" pitchFamily="2" charset="2"/>
              </a:rPr>
              <a:t> instead of </a:t>
            </a:r>
            <a:r>
              <a:rPr lang="en-US" sz="1800" dirty="0" err="1">
                <a:sym typeface="Wingdings" panose="05000000000000000000" pitchFamily="2" charset="2"/>
              </a:rPr>
              <a:t>vt</a:t>
            </a:r>
            <a:endParaRPr lang="en-US" sz="1800" dirty="0">
              <a:sym typeface="Wingdings" panose="05000000000000000000" pitchFamily="2" charset="2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dirty="0"/>
              <a:t>For more than 1 transistor, multiple entries can be separated by /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  <a:sym typeface="Wingdings" panose="05000000000000000000" pitchFamily="2" charset="2"/>
              </a:rPr>
              <a:t>DrawSF</a:t>
            </a:r>
            <a:r>
              <a:rPr lang="en-US" sz="2000" dirty="0">
                <a:sym typeface="Wingdings" panose="05000000000000000000" pitchFamily="2" charset="2"/>
              </a:rPr>
              <a:t> (string)  SF Via Patterns along with choosing the M1 Jumpers </a:t>
            </a:r>
            <a:r>
              <a:rPr lang="en-US" sz="2000" b="1" dirty="0">
                <a:sym typeface="Wingdings" panose="05000000000000000000" pitchFamily="2" charset="2"/>
              </a:rPr>
              <a:t>(OR)</a:t>
            </a:r>
            <a:r>
              <a:rPr lang="en-US" sz="2000" dirty="0">
                <a:sym typeface="Wingdings" panose="05000000000000000000" pitchFamily="2" charset="2"/>
              </a:rPr>
              <a:t> |G, M1 Tracks (seen as m1;tccGuide1),mesh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dirty="0">
                <a:sym typeface="Wingdings" panose="05000000000000000000" pitchFamily="2" charset="2"/>
              </a:rPr>
              <a:t>Format</a:t>
            </a:r>
            <a:r>
              <a:rPr lang="en-US" sz="1800" dirty="0">
                <a:sym typeface="Wingdings" panose="05000000000000000000" pitchFamily="2" charset="2"/>
              </a:rPr>
              <a:t>: Via Pattern (Tcn Tracks, M0 Tracks) ~</a:t>
            </a:r>
            <a:r>
              <a:rPr lang="en-US" sz="1800" dirty="0" err="1">
                <a:sym typeface="Wingdings" panose="05000000000000000000" pitchFamily="2" charset="2"/>
              </a:rPr>
              <a:t>vcp</a:t>
            </a:r>
            <a:r>
              <a:rPr lang="en-US" sz="1800" dirty="0">
                <a:sym typeface="Wingdings" panose="05000000000000000000" pitchFamily="2" charset="2"/>
              </a:rPr>
              <a:t>/</a:t>
            </a:r>
            <a:r>
              <a:rPr lang="en-US" sz="1800" dirty="0" err="1">
                <a:sym typeface="Wingdings" panose="05000000000000000000" pitchFamily="2" charset="2"/>
              </a:rPr>
              <a:t>vcr</a:t>
            </a:r>
            <a:r>
              <a:rPr lang="en-US" sz="1800" dirty="0">
                <a:sym typeface="Wingdings" panose="05000000000000000000" pitchFamily="2" charset="2"/>
              </a:rPr>
              <a:t> (Optional) | L (or) R, M1 Jumper Tracks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dirty="0">
                <a:sym typeface="Wingdings" panose="05000000000000000000" pitchFamily="2" charset="2"/>
              </a:rPr>
              <a:t>Input after | is optional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dirty="0">
                <a:sym typeface="Wingdings" panose="05000000000000000000" pitchFamily="2" charset="2"/>
              </a:rPr>
              <a:t>Via Pattern format is same as </a:t>
            </a:r>
            <a:r>
              <a:rPr lang="en-US" sz="1800" dirty="0" err="1">
                <a:sym typeface="Wingdings" panose="05000000000000000000" pitchFamily="2" charset="2"/>
              </a:rPr>
              <a:t>drawGATE</a:t>
            </a:r>
            <a:r>
              <a:rPr lang="en-US" sz="1800" dirty="0">
                <a:sym typeface="Wingdings" panose="05000000000000000000" pitchFamily="2" charset="2"/>
              </a:rPr>
              <a:t> followed by ~</a:t>
            </a:r>
            <a:r>
              <a:rPr lang="en-US" sz="1800" dirty="0" err="1">
                <a:sym typeface="Wingdings" panose="05000000000000000000" pitchFamily="2" charset="2"/>
              </a:rPr>
              <a:t>vcp</a:t>
            </a:r>
            <a:r>
              <a:rPr lang="en-US" sz="1800" dirty="0">
                <a:sym typeface="Wingdings" panose="05000000000000000000" pitchFamily="2" charset="2"/>
              </a:rPr>
              <a:t>/</a:t>
            </a:r>
            <a:r>
              <a:rPr lang="en-US" sz="1800" dirty="0" err="1">
                <a:sym typeface="Wingdings" panose="05000000000000000000" pitchFamily="2" charset="2"/>
              </a:rPr>
              <a:t>vcr</a:t>
            </a:r>
            <a:r>
              <a:rPr lang="en-US" sz="1800" dirty="0">
                <a:sym typeface="Wingdings" panose="05000000000000000000" pitchFamily="2" charset="2"/>
              </a:rPr>
              <a:t> if </a:t>
            </a:r>
            <a:r>
              <a:rPr lang="en-US" sz="1800" dirty="0" err="1">
                <a:sym typeface="Wingdings" panose="05000000000000000000" pitchFamily="2" charset="2"/>
              </a:rPr>
              <a:t>viaLayer</a:t>
            </a:r>
            <a:r>
              <a:rPr lang="en-US" sz="1800" dirty="0">
                <a:sym typeface="Wingdings" panose="05000000000000000000" pitchFamily="2" charset="2"/>
              </a:rPr>
              <a:t> should be </a:t>
            </a:r>
            <a:r>
              <a:rPr lang="en-US" sz="1800" dirty="0" err="1">
                <a:sym typeface="Wingdings" panose="05000000000000000000" pitchFamily="2" charset="2"/>
              </a:rPr>
              <a:t>vcp</a:t>
            </a:r>
            <a:r>
              <a:rPr lang="en-US" sz="1800" dirty="0">
                <a:sym typeface="Wingdings" panose="05000000000000000000" pitchFamily="2" charset="2"/>
              </a:rPr>
              <a:t>/</a:t>
            </a:r>
            <a:r>
              <a:rPr lang="en-US" sz="1800" dirty="0" err="1">
                <a:sym typeface="Wingdings" panose="05000000000000000000" pitchFamily="2" charset="2"/>
              </a:rPr>
              <a:t>vcr</a:t>
            </a:r>
            <a:r>
              <a:rPr lang="en-US" sz="1800" dirty="0">
                <a:sym typeface="Wingdings" panose="05000000000000000000" pitchFamily="2" charset="2"/>
              </a:rPr>
              <a:t> instead of </a:t>
            </a:r>
            <a:r>
              <a:rPr lang="en-US" sz="1800" dirty="0" err="1">
                <a:sym typeface="Wingdings" panose="05000000000000000000" pitchFamily="2" charset="2"/>
              </a:rPr>
              <a:t>vt</a:t>
            </a:r>
            <a:endParaRPr lang="en-US" sz="1800" dirty="0">
              <a:sym typeface="Wingdings" panose="05000000000000000000" pitchFamily="2" charset="2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dirty="0"/>
              <a:t>For more than 1 transistor, multiple entries can be separated by /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  <a:sym typeface="Wingdings" panose="05000000000000000000" pitchFamily="2" charset="2"/>
              </a:rPr>
              <a:t>DrawDS</a:t>
            </a:r>
            <a:r>
              <a:rPr lang="en-US" sz="2000" dirty="0">
                <a:sym typeface="Wingdings" panose="05000000000000000000" pitchFamily="2" charset="2"/>
              </a:rPr>
              <a:t> (string)  DS Via Patterns along with choosing the M1 Jumpers </a:t>
            </a:r>
            <a:r>
              <a:rPr lang="en-US" sz="2000" b="1" dirty="0">
                <a:sym typeface="Wingdings" panose="05000000000000000000" pitchFamily="2" charset="2"/>
              </a:rPr>
              <a:t>(OR)</a:t>
            </a:r>
            <a:r>
              <a:rPr lang="en-US" sz="2000" dirty="0">
                <a:sym typeface="Wingdings" panose="05000000000000000000" pitchFamily="2" charset="2"/>
              </a:rPr>
              <a:t> |G, M1 Tracks (seen as m1;tccGuide1),mesh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dirty="0">
                <a:sym typeface="Wingdings" panose="05000000000000000000" pitchFamily="2" charset="2"/>
              </a:rPr>
              <a:t>Format</a:t>
            </a:r>
            <a:r>
              <a:rPr lang="en-US" sz="1800" dirty="0">
                <a:sym typeface="Wingdings" panose="05000000000000000000" pitchFamily="2" charset="2"/>
              </a:rPr>
              <a:t>: Via Pattern (Tcn Tracks, M0 Tracks) ~</a:t>
            </a:r>
            <a:r>
              <a:rPr lang="en-US" sz="1800" dirty="0" err="1">
                <a:sym typeface="Wingdings" panose="05000000000000000000" pitchFamily="2" charset="2"/>
              </a:rPr>
              <a:t>vcp</a:t>
            </a:r>
            <a:r>
              <a:rPr lang="en-US" sz="1800" dirty="0">
                <a:sym typeface="Wingdings" panose="05000000000000000000" pitchFamily="2" charset="2"/>
              </a:rPr>
              <a:t>/</a:t>
            </a:r>
            <a:r>
              <a:rPr lang="en-US" sz="1800" dirty="0" err="1">
                <a:sym typeface="Wingdings" panose="05000000000000000000" pitchFamily="2" charset="2"/>
              </a:rPr>
              <a:t>vcr</a:t>
            </a:r>
            <a:r>
              <a:rPr lang="en-US" sz="1800" dirty="0">
                <a:sym typeface="Wingdings" panose="05000000000000000000" pitchFamily="2" charset="2"/>
              </a:rPr>
              <a:t> (Optional) | L (or) R, M1 Jumper Tracks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dirty="0">
                <a:sym typeface="Wingdings" panose="05000000000000000000" pitchFamily="2" charset="2"/>
              </a:rPr>
              <a:t>Via Pattern format is same as </a:t>
            </a:r>
            <a:r>
              <a:rPr lang="en-US" sz="1800" dirty="0" err="1">
                <a:sym typeface="Wingdings" panose="05000000000000000000" pitchFamily="2" charset="2"/>
              </a:rPr>
              <a:t>drawGATE</a:t>
            </a:r>
            <a:r>
              <a:rPr lang="en-US" sz="1800" dirty="0">
                <a:sym typeface="Wingdings" panose="05000000000000000000" pitchFamily="2" charset="2"/>
              </a:rPr>
              <a:t> followed by ~</a:t>
            </a:r>
            <a:r>
              <a:rPr lang="en-US" sz="1800" dirty="0" err="1">
                <a:sym typeface="Wingdings" panose="05000000000000000000" pitchFamily="2" charset="2"/>
              </a:rPr>
              <a:t>vcp</a:t>
            </a:r>
            <a:r>
              <a:rPr lang="en-US" sz="1800" dirty="0">
                <a:sym typeface="Wingdings" panose="05000000000000000000" pitchFamily="2" charset="2"/>
              </a:rPr>
              <a:t>/</a:t>
            </a:r>
            <a:r>
              <a:rPr lang="en-US" sz="1800" dirty="0" err="1">
                <a:sym typeface="Wingdings" panose="05000000000000000000" pitchFamily="2" charset="2"/>
              </a:rPr>
              <a:t>vcr</a:t>
            </a:r>
            <a:r>
              <a:rPr lang="en-US" sz="1800" dirty="0">
                <a:sym typeface="Wingdings" panose="05000000000000000000" pitchFamily="2" charset="2"/>
              </a:rPr>
              <a:t> if </a:t>
            </a:r>
            <a:r>
              <a:rPr lang="en-US" sz="1800" dirty="0" err="1">
                <a:sym typeface="Wingdings" panose="05000000000000000000" pitchFamily="2" charset="2"/>
              </a:rPr>
              <a:t>viaLayer</a:t>
            </a:r>
            <a:r>
              <a:rPr lang="en-US" sz="1800" dirty="0">
                <a:sym typeface="Wingdings" panose="05000000000000000000" pitchFamily="2" charset="2"/>
              </a:rPr>
              <a:t> should be </a:t>
            </a:r>
            <a:r>
              <a:rPr lang="en-US" sz="1800" dirty="0" err="1">
                <a:sym typeface="Wingdings" panose="05000000000000000000" pitchFamily="2" charset="2"/>
              </a:rPr>
              <a:t>vcp</a:t>
            </a:r>
            <a:r>
              <a:rPr lang="en-US" sz="1800" dirty="0">
                <a:sym typeface="Wingdings" panose="05000000000000000000" pitchFamily="2" charset="2"/>
              </a:rPr>
              <a:t>/</a:t>
            </a:r>
            <a:r>
              <a:rPr lang="en-US" sz="1800" dirty="0" err="1">
                <a:sym typeface="Wingdings" panose="05000000000000000000" pitchFamily="2" charset="2"/>
              </a:rPr>
              <a:t>vcr</a:t>
            </a:r>
            <a:r>
              <a:rPr lang="en-US" sz="1800" dirty="0">
                <a:sym typeface="Wingdings" panose="05000000000000000000" pitchFamily="2" charset="2"/>
              </a:rPr>
              <a:t> instead of </a:t>
            </a:r>
            <a:r>
              <a:rPr lang="en-US" sz="1800" dirty="0" err="1">
                <a:sym typeface="Wingdings" panose="05000000000000000000" pitchFamily="2" charset="2"/>
              </a:rPr>
              <a:t>vt</a:t>
            </a:r>
            <a:endParaRPr lang="en-US" sz="1800" dirty="0">
              <a:sym typeface="Wingdings" panose="05000000000000000000" pitchFamily="2" charset="2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dirty="0"/>
              <a:t>For more than 1 transistor, multiple entries can be separated by /</a:t>
            </a:r>
            <a:endParaRPr lang="en-US" sz="2000" i="1" dirty="0">
              <a:latin typeface="IntelOne Display Medium" panose="020B0703020203020204" pitchFamily="34" charset="0"/>
              <a:cs typeface="IntelOne Display AR Bold" panose="020B0803020203020204" pitchFamily="34" charset="-78"/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  <a:sym typeface="Wingdings" panose="05000000000000000000" pitchFamily="2" charset="2"/>
              </a:rPr>
              <a:t>DrawDF</a:t>
            </a:r>
            <a:r>
              <a:rPr lang="en-US" sz="2000" dirty="0">
                <a:sym typeface="Wingdings" panose="05000000000000000000" pitchFamily="2" charset="2"/>
              </a:rPr>
              <a:t> (string)  DF Via Patterns along with choosing the M1 Jumpers </a:t>
            </a:r>
            <a:r>
              <a:rPr lang="en-US" sz="2000" b="1" dirty="0">
                <a:sym typeface="Wingdings" panose="05000000000000000000" pitchFamily="2" charset="2"/>
              </a:rPr>
              <a:t>(OR)</a:t>
            </a:r>
            <a:r>
              <a:rPr lang="en-US" sz="2000" dirty="0">
                <a:sym typeface="Wingdings" panose="05000000000000000000" pitchFamily="2" charset="2"/>
              </a:rPr>
              <a:t> |G, M1 Tracks (seen as m1;tccGuide1),mesh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dirty="0">
                <a:sym typeface="Wingdings" panose="05000000000000000000" pitchFamily="2" charset="2"/>
              </a:rPr>
              <a:t>Format</a:t>
            </a:r>
            <a:r>
              <a:rPr lang="en-US" sz="1800" dirty="0">
                <a:sym typeface="Wingdings" panose="05000000000000000000" pitchFamily="2" charset="2"/>
              </a:rPr>
              <a:t>: Via Pattern (Tcn Tracks, M0 Tracks) ~</a:t>
            </a:r>
            <a:r>
              <a:rPr lang="en-US" sz="1800" dirty="0" err="1">
                <a:sym typeface="Wingdings" panose="05000000000000000000" pitchFamily="2" charset="2"/>
              </a:rPr>
              <a:t>vcp</a:t>
            </a:r>
            <a:r>
              <a:rPr lang="en-US" sz="1800" dirty="0">
                <a:sym typeface="Wingdings" panose="05000000000000000000" pitchFamily="2" charset="2"/>
              </a:rPr>
              <a:t>/</a:t>
            </a:r>
            <a:r>
              <a:rPr lang="en-US" sz="1800" dirty="0" err="1">
                <a:sym typeface="Wingdings" panose="05000000000000000000" pitchFamily="2" charset="2"/>
              </a:rPr>
              <a:t>vcr</a:t>
            </a:r>
            <a:r>
              <a:rPr lang="en-US" sz="1800" dirty="0">
                <a:sym typeface="Wingdings" panose="05000000000000000000" pitchFamily="2" charset="2"/>
              </a:rPr>
              <a:t> (Optional) | L (or) R, M1 Jumper Tracks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dirty="0">
                <a:sym typeface="Wingdings" panose="05000000000000000000" pitchFamily="2" charset="2"/>
              </a:rPr>
              <a:t>Via Pattern format is same as </a:t>
            </a:r>
            <a:r>
              <a:rPr lang="en-US" sz="1800" dirty="0" err="1">
                <a:sym typeface="Wingdings" panose="05000000000000000000" pitchFamily="2" charset="2"/>
              </a:rPr>
              <a:t>drawGATE</a:t>
            </a:r>
            <a:r>
              <a:rPr lang="en-US" sz="1800" dirty="0">
                <a:sym typeface="Wingdings" panose="05000000000000000000" pitchFamily="2" charset="2"/>
              </a:rPr>
              <a:t> followed by ~</a:t>
            </a:r>
            <a:r>
              <a:rPr lang="en-US" sz="1800" dirty="0" err="1">
                <a:sym typeface="Wingdings" panose="05000000000000000000" pitchFamily="2" charset="2"/>
              </a:rPr>
              <a:t>vcp</a:t>
            </a:r>
            <a:r>
              <a:rPr lang="en-US" sz="1800" dirty="0">
                <a:sym typeface="Wingdings" panose="05000000000000000000" pitchFamily="2" charset="2"/>
              </a:rPr>
              <a:t>/</a:t>
            </a:r>
            <a:r>
              <a:rPr lang="en-US" sz="1800" dirty="0" err="1">
                <a:sym typeface="Wingdings" panose="05000000000000000000" pitchFamily="2" charset="2"/>
              </a:rPr>
              <a:t>vcr</a:t>
            </a:r>
            <a:r>
              <a:rPr lang="en-US" sz="1800" dirty="0">
                <a:sym typeface="Wingdings" panose="05000000000000000000" pitchFamily="2" charset="2"/>
              </a:rPr>
              <a:t> if </a:t>
            </a:r>
            <a:r>
              <a:rPr lang="en-US" sz="1800" dirty="0" err="1">
                <a:sym typeface="Wingdings" panose="05000000000000000000" pitchFamily="2" charset="2"/>
              </a:rPr>
              <a:t>viaLayer</a:t>
            </a:r>
            <a:r>
              <a:rPr lang="en-US" sz="1800" dirty="0">
                <a:sym typeface="Wingdings" panose="05000000000000000000" pitchFamily="2" charset="2"/>
              </a:rPr>
              <a:t> should be </a:t>
            </a:r>
            <a:r>
              <a:rPr lang="en-US" sz="1800" dirty="0" err="1">
                <a:sym typeface="Wingdings" panose="05000000000000000000" pitchFamily="2" charset="2"/>
              </a:rPr>
              <a:t>vcp</a:t>
            </a:r>
            <a:r>
              <a:rPr lang="en-US" sz="1800" dirty="0">
                <a:sym typeface="Wingdings" panose="05000000000000000000" pitchFamily="2" charset="2"/>
              </a:rPr>
              <a:t>/</a:t>
            </a:r>
            <a:r>
              <a:rPr lang="en-US" sz="1800" dirty="0" err="1">
                <a:sym typeface="Wingdings" panose="05000000000000000000" pitchFamily="2" charset="2"/>
              </a:rPr>
              <a:t>vcr</a:t>
            </a:r>
            <a:r>
              <a:rPr lang="en-US" sz="1800" dirty="0">
                <a:sym typeface="Wingdings" panose="05000000000000000000" pitchFamily="2" charset="2"/>
              </a:rPr>
              <a:t> instead of </a:t>
            </a:r>
            <a:r>
              <a:rPr lang="en-US" sz="1800" dirty="0" err="1">
                <a:sym typeface="Wingdings" panose="05000000000000000000" pitchFamily="2" charset="2"/>
              </a:rPr>
              <a:t>vt</a:t>
            </a:r>
            <a:endParaRPr lang="en-US" sz="1800" dirty="0">
              <a:sym typeface="Wingdings" panose="05000000000000000000" pitchFamily="2" charset="2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dirty="0"/>
              <a:t>For more than 1 transistor, multiple entries can be separated by /</a:t>
            </a:r>
            <a:endParaRPr lang="en-US" sz="2000" i="1" dirty="0">
              <a:latin typeface="IntelOne Display Medium" panose="020B0703020203020204" pitchFamily="34" charset="0"/>
              <a:cs typeface="IntelOne Display AR Bold" panose="020B0803020203020204" pitchFamily="34" charset="-78"/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  <a:sym typeface="Wingdings" panose="05000000000000000000" pitchFamily="2" charset="2"/>
              </a:rPr>
              <a:t>DrawTOPSOURCE</a:t>
            </a:r>
            <a:r>
              <a:rPr lang="en-US" sz="2000" dirty="0">
                <a:sym typeface="Wingdings" panose="05000000000000000000" pitchFamily="2" charset="2"/>
              </a:rPr>
              <a:t>(string)  TOPSOURCE Via Patterns along with choosing the M1 Jumpers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dirty="0">
                <a:sym typeface="Wingdings" panose="05000000000000000000" pitchFamily="2" charset="2"/>
              </a:rPr>
              <a:t>Format</a:t>
            </a:r>
            <a:r>
              <a:rPr lang="en-US" sz="1800" dirty="0">
                <a:sym typeface="Wingdings" panose="05000000000000000000" pitchFamily="2" charset="2"/>
              </a:rPr>
              <a:t>: Via Pattern (Tcn Tracks, M0 Tracks) | L (or) R, M1 Jumper Tracks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dirty="0">
                <a:sym typeface="Wingdings" panose="05000000000000000000" pitchFamily="2" charset="2"/>
              </a:rPr>
              <a:t>Via Pattern format is same as </a:t>
            </a:r>
            <a:r>
              <a:rPr lang="en-US" sz="1800" dirty="0" err="1">
                <a:sym typeface="Wingdings" panose="05000000000000000000" pitchFamily="2" charset="2"/>
              </a:rPr>
              <a:t>drawGATE</a:t>
            </a:r>
            <a:endParaRPr lang="en-US" sz="1800" dirty="0">
              <a:sym typeface="Wingdings" panose="05000000000000000000" pitchFamily="2" charset="2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dirty="0"/>
              <a:t>For more than 1 transistor, multiple entries can be separated by /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i="1" dirty="0">
                <a:latin typeface="IntelOne Display Medium" panose="020B0703020203020204" pitchFamily="34" charset="0"/>
                <a:cs typeface="IntelOne Display AR Bold" panose="020B0803020203020204" pitchFamily="34" charset="-78"/>
                <a:sym typeface="Wingdings" panose="05000000000000000000" pitchFamily="2" charset="2"/>
              </a:rPr>
              <a:t>DrawTAP</a:t>
            </a:r>
            <a:r>
              <a:rPr lang="en-US" sz="2000" dirty="0">
                <a:sym typeface="Wingdings" panose="05000000000000000000" pitchFamily="2" charset="2"/>
              </a:rPr>
              <a:t> (string)  TAP Via Patterns along with choosing the M1 Jumpers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dirty="0">
                <a:sym typeface="Wingdings" panose="05000000000000000000" pitchFamily="2" charset="2"/>
              </a:rPr>
              <a:t>Format</a:t>
            </a:r>
            <a:r>
              <a:rPr lang="en-US" sz="1800" dirty="0">
                <a:sym typeface="Wingdings" panose="05000000000000000000" pitchFamily="2" charset="2"/>
              </a:rPr>
              <a:t>: Via Pattern (Tcn Tracks, M0 Tracks) ~</a:t>
            </a:r>
            <a:r>
              <a:rPr lang="en-US" sz="1800" dirty="0" err="1">
                <a:sym typeface="Wingdings" panose="05000000000000000000" pitchFamily="2" charset="2"/>
              </a:rPr>
              <a:t>vcr</a:t>
            </a:r>
            <a:r>
              <a:rPr lang="en-US" sz="1800" dirty="0">
                <a:sym typeface="Wingdings" panose="05000000000000000000" pitchFamily="2" charset="2"/>
              </a:rPr>
              <a:t> (Optional) | L (or) R, M1 Jumper Tracks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dirty="0">
                <a:sym typeface="Wingdings" panose="05000000000000000000" pitchFamily="2" charset="2"/>
              </a:rPr>
              <a:t>Input after | is optional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dirty="0">
                <a:sym typeface="Wingdings" panose="05000000000000000000" pitchFamily="2" charset="2"/>
              </a:rPr>
              <a:t>Via Pattern format is same as </a:t>
            </a:r>
            <a:r>
              <a:rPr lang="en-US" sz="1800" dirty="0" err="1">
                <a:sym typeface="Wingdings" panose="05000000000000000000" pitchFamily="2" charset="2"/>
              </a:rPr>
              <a:t>drawGATE</a:t>
            </a:r>
            <a:r>
              <a:rPr lang="en-US" sz="1800" dirty="0">
                <a:sym typeface="Wingdings" panose="05000000000000000000" pitchFamily="2" charset="2"/>
              </a:rPr>
              <a:t> followed by ~</a:t>
            </a:r>
            <a:r>
              <a:rPr lang="en-US" sz="1800" dirty="0" err="1">
                <a:sym typeface="Wingdings" panose="05000000000000000000" pitchFamily="2" charset="2"/>
              </a:rPr>
              <a:t>vcr</a:t>
            </a:r>
            <a:r>
              <a:rPr lang="en-US" sz="1800" dirty="0">
                <a:sym typeface="Wingdings" panose="05000000000000000000" pitchFamily="2" charset="2"/>
              </a:rPr>
              <a:t> if </a:t>
            </a:r>
            <a:r>
              <a:rPr lang="en-US" sz="1800" dirty="0" err="1">
                <a:sym typeface="Wingdings" panose="05000000000000000000" pitchFamily="2" charset="2"/>
              </a:rPr>
              <a:t>viaLayer</a:t>
            </a:r>
            <a:r>
              <a:rPr lang="en-US" sz="1800" dirty="0">
                <a:sym typeface="Wingdings" panose="05000000000000000000" pitchFamily="2" charset="2"/>
              </a:rPr>
              <a:t> should be </a:t>
            </a:r>
            <a:r>
              <a:rPr lang="en-US" sz="1800" dirty="0" err="1">
                <a:sym typeface="Wingdings" panose="05000000000000000000" pitchFamily="2" charset="2"/>
              </a:rPr>
              <a:t>vcr</a:t>
            </a:r>
            <a:r>
              <a:rPr lang="en-US" sz="1800" dirty="0">
                <a:sym typeface="Wingdings" panose="05000000000000000000" pitchFamily="2" charset="2"/>
              </a:rPr>
              <a:t> instead of </a:t>
            </a:r>
            <a:r>
              <a:rPr lang="en-US" sz="1800" dirty="0" err="1">
                <a:sym typeface="Wingdings" panose="05000000000000000000" pitchFamily="2" charset="2"/>
              </a:rPr>
              <a:t>vt</a:t>
            </a:r>
            <a:endParaRPr lang="en-US" sz="1800" dirty="0">
              <a:sym typeface="Wingdings" panose="05000000000000000000" pitchFamily="2" charset="2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dirty="0"/>
              <a:t>For more than 1 transistor, multiple entries can be separated by /</a:t>
            </a:r>
          </a:p>
        </p:txBody>
      </p:sp>
    </p:spTree>
    <p:extLst>
      <p:ext uri="{BB962C8B-B14F-4D97-AF65-F5344CB8AC3E}">
        <p14:creationId xmlns:p14="http://schemas.microsoft.com/office/powerpoint/2010/main" val="887064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11FD70-29DB-651A-3BE6-C40234D86E17}"/>
              </a:ext>
            </a:extLst>
          </p:cNvPr>
          <p:cNvSpPr txBox="1">
            <a:spLocks/>
          </p:cNvSpPr>
          <p:nvPr/>
        </p:nvSpPr>
        <p:spPr>
          <a:xfrm>
            <a:off x="0" y="111967"/>
            <a:ext cx="11719249" cy="62701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i="1" u="sng" dirty="0">
                <a:latin typeface="+mj-lt"/>
                <a:ea typeface="+mj-ea"/>
                <a:cs typeface="+mj-cs"/>
              </a:rPr>
              <a:t>Pin Directions:</a:t>
            </a:r>
            <a:endParaRPr lang="en-US" sz="2400" i="1" dirty="0">
              <a:latin typeface="IntelOne Display Medium" panose="020B0703020203020204" pitchFamily="34" charset="0"/>
              <a:cs typeface="IntelOne Display AR Bold" panose="020B0803020203020204" pitchFamily="34" charset="-78"/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  <a:sym typeface="Wingdings" panose="05000000000000000000" pitchFamily="2" charset="2"/>
              </a:rPr>
              <a:t>PinDirection</a:t>
            </a:r>
            <a:r>
              <a:rPr lang="en-US" sz="2400" dirty="0">
                <a:sym typeface="Wingdings" panose="05000000000000000000" pitchFamily="2" charset="2"/>
              </a:rPr>
              <a:t> (string)  Determine the direction (N or S) in which the pin should be placed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sym typeface="Wingdings" panose="05000000000000000000" pitchFamily="2" charset="2"/>
              </a:rPr>
              <a:t>Format</a:t>
            </a:r>
            <a:r>
              <a:rPr lang="en-US" sz="2000" dirty="0">
                <a:sym typeface="Wingdings" panose="05000000000000000000" pitchFamily="2" charset="2"/>
              </a:rPr>
              <a:t>: </a:t>
            </a:r>
            <a:r>
              <a:rPr lang="en-US" sz="2000" dirty="0" err="1">
                <a:sym typeface="Wingdings" panose="05000000000000000000" pitchFamily="2" charset="2"/>
              </a:rPr>
              <a:t>PinName</a:t>
            </a:r>
            <a:r>
              <a:rPr lang="en-US" sz="2000" dirty="0">
                <a:sym typeface="Wingdings" panose="05000000000000000000" pitchFamily="2" charset="2"/>
              </a:rPr>
              <a:t> : direction (N or S)</a:t>
            </a:r>
            <a:endParaRPr lang="en-US" sz="2100" dirty="0">
              <a:sym typeface="Wingdings" panose="05000000000000000000" pitchFamily="2" charset="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00" dirty="0"/>
              <a:t>Multiple entries can be separated by ;</a:t>
            </a:r>
            <a:endParaRPr lang="en-US" sz="2100" dirty="0">
              <a:sym typeface="Wingdings" panose="05000000000000000000" pitchFamily="2" charset="2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sz="18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1900" dirty="0">
                <a:sym typeface="Wingdings" panose="05000000000000000000" pitchFamily="2" charset="2"/>
              </a:rPr>
              <a:t>Pin Name Convention  </a:t>
            </a:r>
            <a:r>
              <a:rPr lang="en-US" sz="1900" dirty="0" err="1">
                <a:sym typeface="Wingdings" panose="05000000000000000000" pitchFamily="2" charset="2"/>
              </a:rPr>
              <a:t>PinName</a:t>
            </a:r>
            <a:r>
              <a:rPr lang="en-US" sz="1900" dirty="0">
                <a:sym typeface="Wingdings" panose="05000000000000000000" pitchFamily="2" charset="2"/>
              </a:rPr>
              <a:t> followed by the pin number</a:t>
            </a:r>
          </a:p>
          <a:p>
            <a:pPr marL="0" indent="0">
              <a:buNone/>
            </a:pPr>
            <a:r>
              <a:rPr lang="en-US" sz="1900" dirty="0">
                <a:sym typeface="Wingdings" panose="05000000000000000000" pitchFamily="2" charset="2"/>
              </a:rPr>
              <a:t>For 1</a:t>
            </a:r>
            <a:r>
              <a:rPr lang="en-US" sz="1900" baseline="30000" dirty="0">
                <a:sym typeface="Wingdings" panose="05000000000000000000" pitchFamily="2" charset="2"/>
              </a:rPr>
              <a:t>st</a:t>
            </a:r>
            <a:r>
              <a:rPr lang="en-US" sz="1900" dirty="0">
                <a:sym typeface="Wingdings" panose="05000000000000000000" pitchFamily="2" charset="2"/>
              </a:rPr>
              <a:t> Transistor: GATE1, SF1, SS1, SS_BS1, SF_BS1, DS1, DF1, TOPSOURCE1</a:t>
            </a:r>
          </a:p>
          <a:p>
            <a:pPr marL="0" indent="0">
              <a:buNone/>
            </a:pPr>
            <a:r>
              <a:rPr lang="en-US" sz="1900" dirty="0">
                <a:sym typeface="Wingdings" panose="05000000000000000000" pitchFamily="2" charset="2"/>
              </a:rPr>
              <a:t>For 2</a:t>
            </a:r>
            <a:r>
              <a:rPr lang="en-US" sz="1900" baseline="30000" dirty="0">
                <a:sym typeface="Wingdings" panose="05000000000000000000" pitchFamily="2" charset="2"/>
              </a:rPr>
              <a:t>nd</a:t>
            </a:r>
            <a:r>
              <a:rPr lang="en-US" sz="1900" dirty="0">
                <a:sym typeface="Wingdings" panose="05000000000000000000" pitchFamily="2" charset="2"/>
              </a:rPr>
              <a:t> Transistor: GATE2, SF2, SS2, SS_BS2, SF_BS2, DS2, DF2, TOPSOURCE2</a:t>
            </a:r>
          </a:p>
          <a:p>
            <a:pPr marL="0" indent="0">
              <a:buNone/>
            </a:pPr>
            <a:r>
              <a:rPr lang="en-US" sz="1900" dirty="0">
                <a:sym typeface="Wingdings" panose="05000000000000000000" pitchFamily="2" charset="2"/>
              </a:rPr>
              <a:t>If one transistor wants to use 2 DF pins, then pin names will still be DF1 and DF2</a:t>
            </a:r>
          </a:p>
          <a:p>
            <a:pPr marL="0" indent="0">
              <a:buNone/>
            </a:pPr>
            <a:r>
              <a:rPr lang="en-US" sz="1900" dirty="0">
                <a:sym typeface="Wingdings" panose="05000000000000000000" pitchFamily="2" charset="2"/>
              </a:rPr>
              <a:t>Pin number and transistor number have no association to each other</a:t>
            </a:r>
          </a:p>
        </p:txBody>
      </p:sp>
    </p:spTree>
    <p:extLst>
      <p:ext uri="{BB962C8B-B14F-4D97-AF65-F5344CB8AC3E}">
        <p14:creationId xmlns:p14="http://schemas.microsoft.com/office/powerpoint/2010/main" val="1749968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11FD70-29DB-651A-3BE6-C40234D86E17}"/>
              </a:ext>
            </a:extLst>
          </p:cNvPr>
          <p:cNvSpPr txBox="1">
            <a:spLocks/>
          </p:cNvSpPr>
          <p:nvPr/>
        </p:nvSpPr>
        <p:spPr>
          <a:xfrm>
            <a:off x="0" y="111967"/>
            <a:ext cx="11719249" cy="6270171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i="1" u="sng" dirty="0">
                <a:latin typeface="+mj-lt"/>
                <a:ea typeface="+mj-ea"/>
                <a:cs typeface="+mj-cs"/>
              </a:rPr>
              <a:t>Cut  &amp; Dummy Via Parameters:</a:t>
            </a:r>
            <a:endParaRPr lang="en-US" sz="2600" dirty="0"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>
                <a:latin typeface="IntelOne Display Medium" panose="020B0703020203020204" pitchFamily="34" charset="0"/>
                <a:cs typeface="IntelOne Display AR Bold" panose="020B0803020203020204" pitchFamily="34" charset="-78"/>
                <a:sym typeface="Wingdings" panose="05000000000000000000" pitchFamily="2" charset="2"/>
              </a:rPr>
              <a:t>M0CutPattern</a:t>
            </a:r>
            <a:r>
              <a:rPr lang="en-US" sz="2400" dirty="0">
                <a:sym typeface="Wingdings" panose="05000000000000000000" pitchFamily="2" charset="2"/>
              </a:rPr>
              <a:t> (string)  Determine the M0 Cut Pattern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sym typeface="Wingdings" panose="05000000000000000000" pitchFamily="2" charset="2"/>
              </a:rPr>
              <a:t>Format</a:t>
            </a:r>
            <a:r>
              <a:rPr lang="en-US" sz="2000" dirty="0">
                <a:sym typeface="Wingdings" panose="05000000000000000000" pitchFamily="2" charset="2"/>
              </a:rPr>
              <a:t>: Cut Pattern (M0 Cut Guides, M0 Guides)</a:t>
            </a:r>
          </a:p>
          <a:p>
            <a:pPr lvl="2"/>
            <a:r>
              <a:rPr lang="en-US" sz="1800" dirty="0">
                <a:sym typeface="Wingdings" panose="05000000000000000000" pitchFamily="2" charset="2"/>
              </a:rPr>
              <a:t>X-Coordinate, </a:t>
            </a:r>
            <a:r>
              <a:rPr lang="en-US" sz="1800" dirty="0" err="1">
                <a:sym typeface="Wingdings" panose="05000000000000000000" pitchFamily="2" charset="2"/>
              </a:rPr>
              <a:t>Y-Coordinate|cutsize,cutMisreg</a:t>
            </a:r>
            <a:endParaRPr lang="en-US" sz="1800" dirty="0">
              <a:sym typeface="Wingdings" panose="05000000000000000000" pitchFamily="2" charset="2"/>
            </a:endParaRPr>
          </a:p>
          <a:p>
            <a:pPr lvl="2"/>
            <a:r>
              <a:rPr lang="en-US" sz="1800" dirty="0"/>
              <a:t>X-coordinate is m0;tccGuide2 (the cutguide track num) and Y-coordinate is m0;tccGuide1 (the guide track num)</a:t>
            </a:r>
          </a:p>
          <a:p>
            <a:pPr lvl="2"/>
            <a:r>
              <a:rPr lang="en-US" sz="1800" dirty="0"/>
              <a:t>Both X and Y can either be a single value or a range of values (start:end) and </a:t>
            </a:r>
            <a:r>
              <a:rPr lang="en-US" sz="1800" dirty="0">
                <a:sym typeface="Wingdings" panose="05000000000000000000" pitchFamily="2" charset="2"/>
              </a:rPr>
              <a:t>[Skip Tracks are optional]</a:t>
            </a:r>
          </a:p>
          <a:p>
            <a:pPr lvl="2"/>
            <a:r>
              <a:rPr lang="en-US" sz="1800" dirty="0" err="1">
                <a:sym typeface="Wingdings" panose="05000000000000000000" pitchFamily="2" charset="2"/>
              </a:rPr>
              <a:t>CutSize</a:t>
            </a:r>
            <a:r>
              <a:rPr lang="en-US" sz="1800" dirty="0">
                <a:sym typeface="Wingdings" panose="05000000000000000000" pitchFamily="2" charset="2"/>
              </a:rPr>
              <a:t> and </a:t>
            </a:r>
            <a:r>
              <a:rPr lang="en-US" sz="1800" dirty="0" err="1">
                <a:sym typeface="Wingdings" panose="05000000000000000000" pitchFamily="2" charset="2"/>
              </a:rPr>
              <a:t>CutMisreg</a:t>
            </a:r>
            <a:r>
              <a:rPr lang="en-US" sz="1800" dirty="0">
                <a:sym typeface="Wingdings" panose="05000000000000000000" pitchFamily="2" charset="2"/>
              </a:rPr>
              <a:t> are optional parameters</a:t>
            </a:r>
          </a:p>
          <a:p>
            <a:pPr lvl="2"/>
            <a:r>
              <a:rPr lang="en-US" sz="1800" dirty="0">
                <a:sym typeface="Wingdings" panose="05000000000000000000" pitchFamily="2" charset="2"/>
              </a:rPr>
              <a:t>Multiple entries are separated by 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>
                <a:latin typeface="IntelOne Display Medium" panose="020B0703020203020204" pitchFamily="34" charset="0"/>
                <a:cs typeface="IntelOne Display AR Bold" panose="020B0803020203020204" pitchFamily="34" charset="-78"/>
                <a:sym typeface="Wingdings" panose="05000000000000000000" pitchFamily="2" charset="2"/>
              </a:rPr>
              <a:t>M1CutPattern</a:t>
            </a:r>
            <a:r>
              <a:rPr lang="en-US" sz="2400" dirty="0">
                <a:sym typeface="Wingdings" panose="05000000000000000000" pitchFamily="2" charset="2"/>
              </a:rPr>
              <a:t> (string)  Determine the M1 Cut Pattern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sym typeface="Wingdings" panose="05000000000000000000" pitchFamily="2" charset="2"/>
              </a:rPr>
              <a:t>Format</a:t>
            </a:r>
            <a:r>
              <a:rPr lang="en-US" sz="2000" dirty="0">
                <a:sym typeface="Wingdings" panose="05000000000000000000" pitchFamily="2" charset="2"/>
              </a:rPr>
              <a:t>: Cut Pattern (M1 Guides, M1 Cut Guides)</a:t>
            </a:r>
          </a:p>
          <a:p>
            <a:pPr lvl="2"/>
            <a:r>
              <a:rPr lang="en-US" sz="1800" dirty="0">
                <a:sym typeface="Wingdings" panose="05000000000000000000" pitchFamily="2" charset="2"/>
              </a:rPr>
              <a:t>X-Coordinate, </a:t>
            </a:r>
            <a:r>
              <a:rPr lang="en-US" sz="1800" dirty="0" err="1">
                <a:sym typeface="Wingdings" panose="05000000000000000000" pitchFamily="2" charset="2"/>
              </a:rPr>
              <a:t>Y-Coordinate|cutsize,cutMisreg</a:t>
            </a:r>
            <a:endParaRPr lang="en-US" sz="1800" dirty="0">
              <a:sym typeface="Wingdings" panose="05000000000000000000" pitchFamily="2" charset="2"/>
            </a:endParaRPr>
          </a:p>
          <a:p>
            <a:pPr lvl="2"/>
            <a:r>
              <a:rPr lang="en-US" sz="1800" dirty="0"/>
              <a:t>X-coordinate is m1;tccGuide1 (the guide track num) and Y-coordinate is m1;tccGuide2 (the cut guide track num)</a:t>
            </a:r>
          </a:p>
          <a:p>
            <a:pPr lvl="2"/>
            <a:r>
              <a:rPr lang="en-US" sz="1800" dirty="0"/>
              <a:t>Both X and Y can either be a single value or a range of values (start:end) and </a:t>
            </a:r>
            <a:r>
              <a:rPr lang="en-US" sz="1800" dirty="0">
                <a:sym typeface="Wingdings" panose="05000000000000000000" pitchFamily="2" charset="2"/>
              </a:rPr>
              <a:t>[Skip Tracks are optional]</a:t>
            </a:r>
          </a:p>
          <a:p>
            <a:pPr lvl="2"/>
            <a:r>
              <a:rPr lang="en-US" sz="1800" dirty="0" err="1">
                <a:sym typeface="Wingdings" panose="05000000000000000000" pitchFamily="2" charset="2"/>
              </a:rPr>
              <a:t>CutSize</a:t>
            </a:r>
            <a:r>
              <a:rPr lang="en-US" sz="1800" dirty="0">
                <a:sym typeface="Wingdings" panose="05000000000000000000" pitchFamily="2" charset="2"/>
              </a:rPr>
              <a:t> and </a:t>
            </a:r>
            <a:r>
              <a:rPr lang="en-US" sz="1800" dirty="0" err="1">
                <a:sym typeface="Wingdings" panose="05000000000000000000" pitchFamily="2" charset="2"/>
              </a:rPr>
              <a:t>CutMisreg</a:t>
            </a:r>
            <a:r>
              <a:rPr lang="en-US" sz="1800" dirty="0">
                <a:sym typeface="Wingdings" panose="05000000000000000000" pitchFamily="2" charset="2"/>
              </a:rPr>
              <a:t> are optional parameters</a:t>
            </a:r>
          </a:p>
          <a:p>
            <a:pPr lvl="2"/>
            <a:r>
              <a:rPr lang="en-US" sz="1800" dirty="0">
                <a:sym typeface="Wingdings" panose="05000000000000000000" pitchFamily="2" charset="2"/>
              </a:rPr>
              <a:t>Multiple entries are separated by 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  <a:sym typeface="Wingdings" panose="05000000000000000000" pitchFamily="2" charset="2"/>
              </a:rPr>
              <a:t>DummyViaPattern</a:t>
            </a:r>
            <a:r>
              <a:rPr lang="en-US" sz="2400" dirty="0">
                <a:sym typeface="Wingdings" panose="05000000000000000000" pitchFamily="2" charset="2"/>
              </a:rPr>
              <a:t> (string)  Determine the Dummy Via Pattern (V0)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sym typeface="Wingdings" panose="05000000000000000000" pitchFamily="2" charset="2"/>
              </a:rPr>
              <a:t>Format</a:t>
            </a:r>
            <a:r>
              <a:rPr lang="en-US" sz="2000" dirty="0">
                <a:sym typeface="Wingdings" panose="05000000000000000000" pitchFamily="2" charset="2"/>
              </a:rPr>
              <a:t>: Via Pattern (PgdLay Guides, OgdLay Guides)</a:t>
            </a:r>
          </a:p>
          <a:p>
            <a:pPr lvl="2"/>
            <a:r>
              <a:rPr lang="en-US" sz="1800" dirty="0">
                <a:sym typeface="Wingdings" panose="05000000000000000000" pitchFamily="2" charset="2"/>
              </a:rPr>
              <a:t>X-Coordinate, Y-Coordinate, </a:t>
            </a:r>
            <a:r>
              <a:rPr lang="en-US" sz="1800" dirty="0" err="1">
                <a:sym typeface="Wingdings" panose="05000000000000000000" pitchFamily="2" charset="2"/>
              </a:rPr>
              <a:t>viaSizeX,viaSizeY</a:t>
            </a:r>
            <a:r>
              <a:rPr lang="en-US" sz="1800" dirty="0">
                <a:sym typeface="Wingdings" panose="05000000000000000000" pitchFamily="2" charset="2"/>
              </a:rPr>
              <a:t> - </a:t>
            </a:r>
            <a:r>
              <a:rPr lang="en-US" sz="1800" dirty="0" err="1">
                <a:sym typeface="Wingdings" panose="05000000000000000000" pitchFamily="2" charset="2"/>
              </a:rPr>
              <a:t>viaAlignment</a:t>
            </a:r>
            <a:endParaRPr lang="en-US" sz="1800" dirty="0">
              <a:sym typeface="Wingdings" panose="05000000000000000000" pitchFamily="2" charset="2"/>
            </a:endParaRPr>
          </a:p>
          <a:p>
            <a:pPr lvl="2"/>
            <a:r>
              <a:rPr lang="en-US" sz="1800" dirty="0"/>
              <a:t>Both X and Y can either be a single value or a range of values (start:end) and </a:t>
            </a:r>
            <a:r>
              <a:rPr lang="en-US" sz="1800" dirty="0">
                <a:sym typeface="Wingdings" panose="05000000000000000000" pitchFamily="2" charset="2"/>
              </a:rPr>
              <a:t>[Skip Tracks are optional]</a:t>
            </a:r>
          </a:p>
          <a:p>
            <a:pPr lvl="2"/>
            <a:r>
              <a:rPr lang="en-US" sz="1800" dirty="0" err="1">
                <a:sym typeface="Wingdings" panose="05000000000000000000" pitchFamily="2" charset="2"/>
              </a:rPr>
              <a:t>viaSizeX,viaSizeY</a:t>
            </a:r>
            <a:r>
              <a:rPr lang="en-US" sz="1800" dirty="0">
                <a:sym typeface="Wingdings" panose="05000000000000000000" pitchFamily="2" charset="2"/>
              </a:rPr>
              <a:t> &amp; </a:t>
            </a:r>
            <a:r>
              <a:rPr lang="en-US" sz="1800" dirty="0" err="1">
                <a:sym typeface="Wingdings" panose="05000000000000000000" pitchFamily="2" charset="2"/>
              </a:rPr>
              <a:t>viaAlignment</a:t>
            </a:r>
            <a:r>
              <a:rPr lang="en-US" sz="1800" dirty="0">
                <a:sym typeface="Wingdings" panose="05000000000000000000" pitchFamily="2" charset="2"/>
              </a:rPr>
              <a:t> are optional parameters</a:t>
            </a:r>
          </a:p>
          <a:p>
            <a:pPr lvl="2"/>
            <a:r>
              <a:rPr lang="en-US" sz="1800" dirty="0">
                <a:sym typeface="Wingdings" panose="05000000000000000000" pitchFamily="2" charset="2"/>
              </a:rPr>
              <a:t>Multiple entries are separated by ;</a:t>
            </a:r>
          </a:p>
        </p:txBody>
      </p:sp>
    </p:spTree>
    <p:extLst>
      <p:ext uri="{BB962C8B-B14F-4D97-AF65-F5344CB8AC3E}">
        <p14:creationId xmlns:p14="http://schemas.microsoft.com/office/powerpoint/2010/main" val="3633625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11FD70-29DB-651A-3BE6-C40234D86E17}"/>
              </a:ext>
            </a:extLst>
          </p:cNvPr>
          <p:cNvSpPr txBox="1">
            <a:spLocks/>
          </p:cNvSpPr>
          <p:nvPr/>
        </p:nvSpPr>
        <p:spPr>
          <a:xfrm>
            <a:off x="4267200" y="90703"/>
            <a:ext cx="3657600" cy="45644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latin typeface="+mj-lt"/>
                <a:ea typeface="+mj-ea"/>
                <a:cs typeface="+mj-cs"/>
              </a:rPr>
              <a:t>Cut Pattern Examples</a:t>
            </a:r>
            <a:endParaRPr lang="en-US">
              <a:sym typeface="Wingdings" panose="05000000000000000000" pitchFamily="2" charset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E50B55-5ED7-A432-3E1C-1875AE537C85}"/>
              </a:ext>
            </a:extLst>
          </p:cNvPr>
          <p:cNvSpPr txBox="1"/>
          <p:nvPr/>
        </p:nvSpPr>
        <p:spPr>
          <a:xfrm>
            <a:off x="1408607" y="2501909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3,3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3C2D81-FF36-44CD-88E6-871C94FA9156}"/>
              </a:ext>
            </a:extLst>
          </p:cNvPr>
          <p:cNvSpPr txBox="1"/>
          <p:nvPr/>
        </p:nvSpPr>
        <p:spPr>
          <a:xfrm>
            <a:off x="8051894" y="591962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0:10[2],2:10[1]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C234B3-4FFF-1896-0E4F-7CB17A9E6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03" y="641782"/>
            <a:ext cx="2722141" cy="18735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BF0BCA-3F8D-449D-CECE-4180302D54F7}"/>
              </a:ext>
            </a:extLst>
          </p:cNvPr>
          <p:cNvSpPr txBox="1"/>
          <p:nvPr/>
        </p:nvSpPr>
        <p:spPr>
          <a:xfrm>
            <a:off x="612986" y="2238304"/>
            <a:ext cx="270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3459A6-079D-AE78-A30F-F0931DAA14E9}"/>
              </a:ext>
            </a:extLst>
          </p:cNvPr>
          <p:cNvSpPr txBox="1"/>
          <p:nvPr/>
        </p:nvSpPr>
        <p:spPr>
          <a:xfrm>
            <a:off x="951869" y="2239248"/>
            <a:ext cx="270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30FE41-65BC-9BEE-6641-BF2183466E72}"/>
              </a:ext>
            </a:extLst>
          </p:cNvPr>
          <p:cNvSpPr txBox="1"/>
          <p:nvPr/>
        </p:nvSpPr>
        <p:spPr>
          <a:xfrm>
            <a:off x="1225972" y="2238303"/>
            <a:ext cx="270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3E119A-2AD4-8E29-B156-661CF84B1CF1}"/>
              </a:ext>
            </a:extLst>
          </p:cNvPr>
          <p:cNvSpPr txBox="1"/>
          <p:nvPr/>
        </p:nvSpPr>
        <p:spPr>
          <a:xfrm>
            <a:off x="1500075" y="2238303"/>
            <a:ext cx="270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2D8B8C-0DD7-EED2-96D6-96364413697E}"/>
              </a:ext>
            </a:extLst>
          </p:cNvPr>
          <p:cNvSpPr txBox="1"/>
          <p:nvPr/>
        </p:nvSpPr>
        <p:spPr>
          <a:xfrm>
            <a:off x="2676624" y="2134153"/>
            <a:ext cx="270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6CC9A3-A2F0-E0B6-87AD-FA4EC677A35A}"/>
              </a:ext>
            </a:extLst>
          </p:cNvPr>
          <p:cNvSpPr txBox="1"/>
          <p:nvPr/>
        </p:nvSpPr>
        <p:spPr>
          <a:xfrm>
            <a:off x="2701140" y="1826376"/>
            <a:ext cx="270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40A108-D3F9-B4AE-1FDF-171DA5E25E39}"/>
              </a:ext>
            </a:extLst>
          </p:cNvPr>
          <p:cNvSpPr txBox="1"/>
          <p:nvPr/>
        </p:nvSpPr>
        <p:spPr>
          <a:xfrm>
            <a:off x="2676624" y="1518599"/>
            <a:ext cx="270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F0AB70-7927-FA19-51AD-63B0EA1CD866}"/>
              </a:ext>
            </a:extLst>
          </p:cNvPr>
          <p:cNvSpPr txBox="1"/>
          <p:nvPr/>
        </p:nvSpPr>
        <p:spPr>
          <a:xfrm>
            <a:off x="2676624" y="1234079"/>
            <a:ext cx="270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0C8CB0-990D-B059-0A83-3DE67A20481E}"/>
              </a:ext>
            </a:extLst>
          </p:cNvPr>
          <p:cNvSpPr txBox="1"/>
          <p:nvPr/>
        </p:nvSpPr>
        <p:spPr>
          <a:xfrm>
            <a:off x="2679073" y="937666"/>
            <a:ext cx="270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A7F44B-539C-4591-F5A6-F45A5AFD38D8}"/>
              </a:ext>
            </a:extLst>
          </p:cNvPr>
          <p:cNvSpPr txBox="1"/>
          <p:nvPr/>
        </p:nvSpPr>
        <p:spPr>
          <a:xfrm>
            <a:off x="3095469" y="749508"/>
            <a:ext cx="86237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Since, the first </a:t>
            </a:r>
            <a:r>
              <a:rPr lang="en-US" err="1"/>
              <a:t>cutguide</a:t>
            </a:r>
            <a:r>
              <a:rPr lang="en-US"/>
              <a:t> is not interacting with the M0 Guides, the 1</a:t>
            </a:r>
            <a:r>
              <a:rPr lang="en-US" baseline="30000"/>
              <a:t>st</a:t>
            </a:r>
            <a:r>
              <a:rPr lang="en-US"/>
              <a:t> cut guide from where the indexing starts will be the </a:t>
            </a:r>
            <a:r>
              <a:rPr lang="en-US" err="1"/>
              <a:t>cutguide</a:t>
            </a:r>
            <a:r>
              <a:rPr lang="en-US"/>
              <a:t> which interacts with the m0 guides.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As per the example on the left, the 2</a:t>
            </a:r>
            <a:r>
              <a:rPr lang="en-US" baseline="30000"/>
              <a:t>nd</a:t>
            </a:r>
            <a:r>
              <a:rPr lang="en-US"/>
              <a:t> </a:t>
            </a:r>
            <a:r>
              <a:rPr lang="en-US" err="1"/>
              <a:t>cutguide</a:t>
            </a:r>
            <a:r>
              <a:rPr lang="en-US"/>
              <a:t> will start it’s indexing from 0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94B3CDC-A96A-0B13-C946-A55B38296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17" y="3342335"/>
            <a:ext cx="4173183" cy="265485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770AF35-FF68-8DE9-45AB-047D1D9DD1A3}"/>
              </a:ext>
            </a:extLst>
          </p:cNvPr>
          <p:cNvSpPr txBox="1"/>
          <p:nvPr/>
        </p:nvSpPr>
        <p:spPr>
          <a:xfrm>
            <a:off x="1656432" y="5970400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0:10[1],3:6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BF87414-BDA6-0720-BE90-6082F2029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450" y="2005668"/>
            <a:ext cx="4300548" cy="393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8B973-E4CA-6E6B-ADD3-028E54D0A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A74C883-A90D-E5C0-08BA-551B3FDC755D}"/>
              </a:ext>
            </a:extLst>
          </p:cNvPr>
          <p:cNvSpPr txBox="1">
            <a:spLocks/>
          </p:cNvSpPr>
          <p:nvPr/>
        </p:nvSpPr>
        <p:spPr>
          <a:xfrm>
            <a:off x="1746504" y="522189"/>
            <a:ext cx="8202167" cy="45644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b="1" dirty="0">
                <a:latin typeface="+mj-lt"/>
                <a:ea typeface="+mj-ea"/>
                <a:cs typeface="+mj-cs"/>
              </a:rPr>
              <a:t>Additional Cut Pattern Examples</a:t>
            </a:r>
            <a:endParaRPr lang="en-US" sz="4400" dirty="0">
              <a:sym typeface="Wingdings" panose="05000000000000000000" pitchFamily="2" charset="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2F0F76-C093-13AC-85EF-A6986B67788B}"/>
              </a:ext>
            </a:extLst>
          </p:cNvPr>
          <p:cNvSpPr txBox="1"/>
          <p:nvPr/>
        </p:nvSpPr>
        <p:spPr>
          <a:xfrm>
            <a:off x="979088" y="3625712"/>
            <a:ext cx="224209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5,0:10[1];8,0:4;11,6:10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CD066E-11E8-DB82-4585-58DE4934AA23}"/>
              </a:ext>
            </a:extLst>
          </p:cNvPr>
          <p:cNvSpPr txBox="1"/>
          <p:nvPr/>
        </p:nvSpPr>
        <p:spPr>
          <a:xfrm>
            <a:off x="6607132" y="5376939"/>
            <a:ext cx="52078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5,0:10[1]|0.022,0.005;8,0:4|0.016,-0.01;11,6:10|0.01 (Blue shows original placement and what is marked below it is the </a:t>
            </a:r>
            <a:r>
              <a:rPr lang="en-US" dirty="0" err="1"/>
              <a:t>misreg</a:t>
            </a:r>
            <a:r>
              <a:rPr lang="en-US" dirty="0"/>
              <a:t> amount)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D10D0F-3BC7-8C29-E9E2-914A0AC7D50A}"/>
              </a:ext>
            </a:extLst>
          </p:cNvPr>
          <p:cNvSpPr txBox="1"/>
          <p:nvPr/>
        </p:nvSpPr>
        <p:spPr>
          <a:xfrm>
            <a:off x="4068655" y="4309933"/>
            <a:ext cx="3961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5,0:10[1]|0.022;8,0:4|0.016;11,6:10|0.01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16A2FB0-7D8D-B95D-F1A4-CA22E37F0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5" y="1102043"/>
            <a:ext cx="4011041" cy="2584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73ACB7B9-0F3C-D7CD-413F-1D1ED1521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7141" y="1758726"/>
            <a:ext cx="3306953" cy="2592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1E8DFAD-BF36-E500-5340-AF2DDDBC3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3346" y="2559444"/>
            <a:ext cx="3498170" cy="2817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049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11FD70-29DB-651A-3BE6-C40234D86E17}"/>
              </a:ext>
            </a:extLst>
          </p:cNvPr>
          <p:cNvSpPr txBox="1">
            <a:spLocks/>
          </p:cNvSpPr>
          <p:nvPr/>
        </p:nvSpPr>
        <p:spPr>
          <a:xfrm>
            <a:off x="0" y="111967"/>
            <a:ext cx="11719249" cy="62701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i="1" u="sng">
                <a:latin typeface="+mj-lt"/>
                <a:ea typeface="+mj-ea"/>
                <a:cs typeface="+mj-cs"/>
              </a:rPr>
              <a:t>Matrix Parameters:</a:t>
            </a:r>
            <a:endParaRPr lang="en-US" sz="2400"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i="1" err="1">
                <a:latin typeface="IntelOne Display Medium" panose="020B0703020203020204" pitchFamily="34" charset="0"/>
                <a:cs typeface="IntelOne Display AR Bold" panose="020B0803020203020204" pitchFamily="34" charset="-78"/>
                <a:sym typeface="Wingdings" panose="05000000000000000000" pitchFamily="2" charset="2"/>
              </a:rPr>
              <a:t>FtiMatrix</a:t>
            </a:r>
            <a:r>
              <a:rPr lang="en-US" sz="2000">
                <a:sym typeface="Wingdings" panose="05000000000000000000" pitchFamily="2" charset="2"/>
              </a:rPr>
              <a:t> (string)  Determine the FTI Pattern around a reference point using a matrix style input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>
                <a:sym typeface="Wingdings" panose="05000000000000000000" pitchFamily="2" charset="2"/>
              </a:rPr>
              <a:t>Format</a:t>
            </a:r>
            <a:r>
              <a:rPr lang="en-US" sz="1800">
                <a:sym typeface="Wingdings" panose="05000000000000000000" pitchFamily="2" charset="2"/>
              </a:rPr>
              <a:t>: Poly Ref </a:t>
            </a:r>
            <a:r>
              <a:rPr lang="en-US" sz="1800" err="1">
                <a:sym typeface="Wingdings" panose="05000000000000000000" pitchFamily="2" charset="2"/>
              </a:rPr>
              <a:t>Track,Diff</a:t>
            </a:r>
            <a:r>
              <a:rPr lang="en-US" sz="1800">
                <a:sym typeface="Wingdings" panose="05000000000000000000" pitchFamily="2" charset="2"/>
              </a:rPr>
              <a:t> Ref Track; </a:t>
            </a:r>
            <a:r>
              <a:rPr lang="en-US" sz="1800" err="1">
                <a:sym typeface="Wingdings" panose="05000000000000000000" pitchFamily="2" charset="2"/>
              </a:rPr>
              <a:t>MatrixSize</a:t>
            </a:r>
            <a:r>
              <a:rPr lang="en-US" sz="1800">
                <a:sym typeface="Wingdings" panose="05000000000000000000" pitchFamily="2" charset="2"/>
              </a:rPr>
              <a:t> </a:t>
            </a:r>
            <a:r>
              <a:rPr lang="en-US" sz="1800" err="1">
                <a:sym typeface="Wingdings" panose="05000000000000000000" pitchFamily="2" charset="2"/>
              </a:rPr>
              <a:t>X,MatrixSize</a:t>
            </a:r>
            <a:r>
              <a:rPr lang="en-US" sz="1800">
                <a:sym typeface="Wingdings" panose="05000000000000000000" pitchFamily="2" charset="2"/>
              </a:rPr>
              <a:t> Y; FTI Pattern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>
                <a:sym typeface="Wingdings" panose="05000000000000000000" pitchFamily="2" charset="2"/>
              </a:rPr>
              <a:t>Matrix Size in X and Y should always be an odd number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>
                <a:sym typeface="Wingdings" panose="05000000000000000000" pitchFamily="2" charset="2"/>
              </a:rPr>
              <a:t>1  Draw FTI, 0  No FTI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800">
                <a:sym typeface="Wingdings" panose="05000000000000000000" pitchFamily="2" charset="2"/>
              </a:rPr>
              <a:t>Multiple entries are separated by /</a:t>
            </a:r>
          </a:p>
        </p:txBody>
      </p:sp>
    </p:spTree>
    <p:extLst>
      <p:ext uri="{BB962C8B-B14F-4D97-AF65-F5344CB8AC3E}">
        <p14:creationId xmlns:p14="http://schemas.microsoft.com/office/powerpoint/2010/main" val="2635505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52760E-A3BB-7DE0-6B03-C3E24270B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844" y="1069863"/>
            <a:ext cx="6274483" cy="41351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80D807-41C6-D68F-13BB-738CADD3EBCF}"/>
              </a:ext>
            </a:extLst>
          </p:cNvPr>
          <p:cNvSpPr txBox="1"/>
          <p:nvPr/>
        </p:nvSpPr>
        <p:spPr>
          <a:xfrm>
            <a:off x="2618844" y="4648271"/>
            <a:ext cx="282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8E6F47-29BF-8B63-9AB4-823FF0B6644C}"/>
              </a:ext>
            </a:extLst>
          </p:cNvPr>
          <p:cNvSpPr txBox="1"/>
          <p:nvPr/>
        </p:nvSpPr>
        <p:spPr>
          <a:xfrm>
            <a:off x="2645294" y="4285422"/>
            <a:ext cx="2295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7C088F-8C24-1F5F-9A96-F86D4971802A}"/>
              </a:ext>
            </a:extLst>
          </p:cNvPr>
          <p:cNvSpPr txBox="1"/>
          <p:nvPr/>
        </p:nvSpPr>
        <p:spPr>
          <a:xfrm>
            <a:off x="2618844" y="3903538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F55404-FD20-F412-A6EE-CDAFFDBAE138}"/>
              </a:ext>
            </a:extLst>
          </p:cNvPr>
          <p:cNvSpPr txBox="1"/>
          <p:nvPr/>
        </p:nvSpPr>
        <p:spPr>
          <a:xfrm>
            <a:off x="2626860" y="3540689"/>
            <a:ext cx="2744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58C747-0BB6-C956-8D5C-CFCBC1615DC3}"/>
              </a:ext>
            </a:extLst>
          </p:cNvPr>
          <p:cNvSpPr txBox="1"/>
          <p:nvPr/>
        </p:nvSpPr>
        <p:spPr>
          <a:xfrm>
            <a:off x="2607622" y="3122467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B33BB5-4F68-2348-1932-5AE36EBC34B2}"/>
              </a:ext>
            </a:extLst>
          </p:cNvPr>
          <p:cNvSpPr txBox="1"/>
          <p:nvPr/>
        </p:nvSpPr>
        <p:spPr>
          <a:xfrm>
            <a:off x="2607622" y="2740774"/>
            <a:ext cx="2744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D750DD-349E-A7C6-47CC-749030FDC481}"/>
              </a:ext>
            </a:extLst>
          </p:cNvPr>
          <p:cNvSpPr txBox="1"/>
          <p:nvPr/>
        </p:nvSpPr>
        <p:spPr>
          <a:xfrm>
            <a:off x="2607622" y="2377734"/>
            <a:ext cx="2744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D89BD2-55E5-02AF-E4CC-0004525F22BB}"/>
              </a:ext>
            </a:extLst>
          </p:cNvPr>
          <p:cNvSpPr txBox="1"/>
          <p:nvPr/>
        </p:nvSpPr>
        <p:spPr>
          <a:xfrm>
            <a:off x="2615638" y="2014885"/>
            <a:ext cx="264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C269E0-DBDB-F82E-A5C3-1F67A2ADE75B}"/>
              </a:ext>
            </a:extLst>
          </p:cNvPr>
          <p:cNvSpPr txBox="1"/>
          <p:nvPr/>
        </p:nvSpPr>
        <p:spPr>
          <a:xfrm>
            <a:off x="2606436" y="1596663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3CDB35-F42B-E8F1-3AE9-6F4092083B21}"/>
              </a:ext>
            </a:extLst>
          </p:cNvPr>
          <p:cNvSpPr txBox="1"/>
          <p:nvPr/>
        </p:nvSpPr>
        <p:spPr>
          <a:xfrm>
            <a:off x="2614452" y="1233814"/>
            <a:ext cx="2744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D8D021-88B0-72CC-D359-0DF1C520E350}"/>
              </a:ext>
            </a:extLst>
          </p:cNvPr>
          <p:cNvSpPr txBox="1"/>
          <p:nvPr/>
        </p:nvSpPr>
        <p:spPr>
          <a:xfrm>
            <a:off x="5096716" y="4862836"/>
            <a:ext cx="486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CRL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C314D5-1377-B9C2-8617-0E5845E92DC5}"/>
              </a:ext>
            </a:extLst>
          </p:cNvPr>
          <p:cNvSpPr txBox="1"/>
          <p:nvPr/>
        </p:nvSpPr>
        <p:spPr>
          <a:xfrm>
            <a:off x="5096716" y="4085580"/>
            <a:ext cx="486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CRL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C9AAE9-FDBB-463F-53CB-7D048676B5DA}"/>
              </a:ext>
            </a:extLst>
          </p:cNvPr>
          <p:cNvSpPr txBox="1"/>
          <p:nvPr/>
        </p:nvSpPr>
        <p:spPr>
          <a:xfrm>
            <a:off x="5096716" y="3322826"/>
            <a:ext cx="486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CRL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AC2D3B-0D50-541D-7A00-7F6A502625B7}"/>
              </a:ext>
            </a:extLst>
          </p:cNvPr>
          <p:cNvSpPr txBox="1"/>
          <p:nvPr/>
        </p:nvSpPr>
        <p:spPr>
          <a:xfrm>
            <a:off x="5096716" y="2545570"/>
            <a:ext cx="486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CRL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849033-5205-0BFB-DA8D-3503ADA4D34D}"/>
              </a:ext>
            </a:extLst>
          </p:cNvPr>
          <p:cNvSpPr txBox="1"/>
          <p:nvPr/>
        </p:nvSpPr>
        <p:spPr>
          <a:xfrm>
            <a:off x="5094261" y="1782816"/>
            <a:ext cx="486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CRL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ED3C2A-124C-DE45-A0F7-581E813B2D77}"/>
              </a:ext>
            </a:extLst>
          </p:cNvPr>
          <p:cNvSpPr txBox="1"/>
          <p:nvPr/>
        </p:nvSpPr>
        <p:spPr>
          <a:xfrm>
            <a:off x="5094261" y="1005560"/>
            <a:ext cx="486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CRL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26C710-C663-9CB4-2A17-7142A1408E7B}"/>
              </a:ext>
            </a:extLst>
          </p:cNvPr>
          <p:cNvSpPr txBox="1"/>
          <p:nvPr/>
        </p:nvSpPr>
        <p:spPr>
          <a:xfrm>
            <a:off x="5818938" y="4458211"/>
            <a:ext cx="5100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DKA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6B6D56-0CA3-AF6B-6B6E-1B48CBDBCD38}"/>
              </a:ext>
            </a:extLst>
          </p:cNvPr>
          <p:cNvSpPr txBox="1"/>
          <p:nvPr/>
        </p:nvSpPr>
        <p:spPr>
          <a:xfrm>
            <a:off x="5818938" y="3711430"/>
            <a:ext cx="5100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DKA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681012-4724-5EDF-B148-127D9281FE91}"/>
              </a:ext>
            </a:extLst>
          </p:cNvPr>
          <p:cNvSpPr txBox="1"/>
          <p:nvPr/>
        </p:nvSpPr>
        <p:spPr>
          <a:xfrm>
            <a:off x="5818938" y="2935393"/>
            <a:ext cx="5100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DKA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CD26D9-4D50-4479-4B47-18E3BE22B082}"/>
              </a:ext>
            </a:extLst>
          </p:cNvPr>
          <p:cNvSpPr txBox="1"/>
          <p:nvPr/>
        </p:nvSpPr>
        <p:spPr>
          <a:xfrm>
            <a:off x="5818938" y="2181446"/>
            <a:ext cx="5100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DKA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71462F-B6E9-3DB8-FFDA-365886F714A7}"/>
              </a:ext>
            </a:extLst>
          </p:cNvPr>
          <p:cNvSpPr txBox="1"/>
          <p:nvPr/>
        </p:nvSpPr>
        <p:spPr>
          <a:xfrm>
            <a:off x="5818938" y="1408428"/>
            <a:ext cx="5100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DKA</a:t>
            </a:r>
          </a:p>
        </p:txBody>
      </p:sp>
    </p:spTree>
    <p:extLst>
      <p:ext uri="{BB962C8B-B14F-4D97-AF65-F5344CB8AC3E}">
        <p14:creationId xmlns:p14="http://schemas.microsoft.com/office/powerpoint/2010/main" val="225508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11FD70-29DB-651A-3BE6-C40234D86E17}"/>
              </a:ext>
            </a:extLst>
          </p:cNvPr>
          <p:cNvSpPr txBox="1">
            <a:spLocks/>
          </p:cNvSpPr>
          <p:nvPr/>
        </p:nvSpPr>
        <p:spPr>
          <a:xfrm>
            <a:off x="0" y="111967"/>
            <a:ext cx="11719249" cy="62701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endParaRPr lang="en-US" sz="1800">
              <a:sym typeface="Wingdings" panose="05000000000000000000" pitchFamily="2" charset="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1AA659-77BA-84B4-47C7-65F6F36177CB}"/>
              </a:ext>
            </a:extLst>
          </p:cNvPr>
          <p:cNvSpPr txBox="1"/>
          <p:nvPr/>
        </p:nvSpPr>
        <p:spPr>
          <a:xfrm>
            <a:off x="1277343" y="902781"/>
            <a:ext cx="19790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35,12;5,1;NEST:10-0-01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F37A6A-A838-AB3C-F590-46303ACE9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532" y="219981"/>
            <a:ext cx="2625721" cy="7293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814137-CA4C-0D09-6F04-25BBFF817DA0}"/>
              </a:ext>
            </a:extLst>
          </p:cNvPr>
          <p:cNvSpPr txBox="1"/>
          <p:nvPr/>
        </p:nvSpPr>
        <p:spPr>
          <a:xfrm>
            <a:off x="975533" y="3067468"/>
            <a:ext cx="24580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/>
              <a:t>35,12;5,3; NEST:10-0-01, ROOST_CRL0:10-1-01,</a:t>
            </a:r>
            <a:br>
              <a:rPr lang="en-US" sz="1400"/>
            </a:br>
            <a:r>
              <a:rPr lang="en-US" sz="1400"/>
              <a:t>ROOST_DKA0:01-0-10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667A3BF-D201-9D82-F234-7F8046522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533" y="1451407"/>
            <a:ext cx="2645775" cy="16581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74BFF54-4C7B-A2E4-7969-7504E5921CBA}"/>
              </a:ext>
            </a:extLst>
          </p:cNvPr>
          <p:cNvSpPr txBox="1"/>
          <p:nvPr/>
        </p:nvSpPr>
        <p:spPr>
          <a:xfrm>
            <a:off x="975533" y="5707415"/>
            <a:ext cx="24580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/>
              <a:t>35,11;5,3; NEST:10-0-01, ROOST_CRL0:10-1-01,</a:t>
            </a:r>
            <a:br>
              <a:rPr lang="en-US" sz="1400"/>
            </a:br>
            <a:r>
              <a:rPr lang="en-US" sz="1400"/>
              <a:t>ROOST_DKA0:01-0-10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0DD1688-969C-A04B-68B8-025EB35E17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533" y="3826769"/>
            <a:ext cx="2645775" cy="188064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A6B85E0-673C-72F6-971A-A3F3089BE6B9}"/>
              </a:ext>
            </a:extLst>
          </p:cNvPr>
          <p:cNvSpPr txBox="1"/>
          <p:nvPr/>
        </p:nvSpPr>
        <p:spPr>
          <a:xfrm>
            <a:off x="78059" y="1624072"/>
            <a:ext cx="12314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ROOST_DKA0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5A9D04-35FA-C780-E647-0C01E6821AF6}"/>
              </a:ext>
            </a:extLst>
          </p:cNvPr>
          <p:cNvSpPr txBox="1"/>
          <p:nvPr/>
        </p:nvSpPr>
        <p:spPr>
          <a:xfrm>
            <a:off x="78059" y="2650555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ROOST_CRL0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7AAC35-AB68-1CA8-3EAA-A2C96AF187EC}"/>
              </a:ext>
            </a:extLst>
          </p:cNvPr>
          <p:cNvSpPr txBox="1"/>
          <p:nvPr/>
        </p:nvSpPr>
        <p:spPr>
          <a:xfrm>
            <a:off x="487416" y="2128773"/>
            <a:ext cx="5982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NEST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D59265-BD54-5F1E-0CE7-8EEBC7ABD9CA}"/>
              </a:ext>
            </a:extLst>
          </p:cNvPr>
          <p:cNvSpPr txBox="1"/>
          <p:nvPr/>
        </p:nvSpPr>
        <p:spPr>
          <a:xfrm>
            <a:off x="625151" y="425565"/>
            <a:ext cx="631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NEST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C7A672-730A-5306-0B61-D95BA846DAA4}"/>
              </a:ext>
            </a:extLst>
          </p:cNvPr>
          <p:cNvSpPr txBox="1"/>
          <p:nvPr/>
        </p:nvSpPr>
        <p:spPr>
          <a:xfrm>
            <a:off x="471139" y="4634492"/>
            <a:ext cx="5982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NEST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CC9C86-5256-8C2D-2B38-8F32BBCE3897}"/>
              </a:ext>
            </a:extLst>
          </p:cNvPr>
          <p:cNvSpPr txBox="1"/>
          <p:nvPr/>
        </p:nvSpPr>
        <p:spPr>
          <a:xfrm>
            <a:off x="-49460" y="4054593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ROOST_CRL0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93D81C-9B07-4249-B6BC-BD0B390C006E}"/>
              </a:ext>
            </a:extLst>
          </p:cNvPr>
          <p:cNvSpPr txBox="1"/>
          <p:nvPr/>
        </p:nvSpPr>
        <p:spPr>
          <a:xfrm>
            <a:off x="-49460" y="5257751"/>
            <a:ext cx="12314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ROOST_DKA0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7E0F91-7B99-9949-8924-2743FC7A7405}"/>
              </a:ext>
            </a:extLst>
          </p:cNvPr>
          <p:cNvSpPr txBox="1"/>
          <p:nvPr/>
        </p:nvSpPr>
        <p:spPr>
          <a:xfrm>
            <a:off x="5700673" y="5338083"/>
            <a:ext cx="452417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35,12;5,5;NEST:10-0-01,</a:t>
            </a:r>
            <a:br>
              <a:rPr lang="en-US" sz="1400"/>
            </a:br>
            <a:r>
              <a:rPr lang="en-US" sz="1400"/>
              <a:t>ROOST_CRL0:10-1-01,ROOST_DKA0:01-0-10,</a:t>
            </a:r>
            <a:br>
              <a:rPr lang="en-US" sz="1400"/>
            </a:br>
            <a:r>
              <a:rPr lang="en-US" sz="1400"/>
              <a:t>ROOST_CRL1:10-0-01,ROOST_DKA1:01-1-10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33EFEE1-F2D5-963F-A176-9C7EDEA1F6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0673" y="1002902"/>
            <a:ext cx="4236429" cy="433518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13B893A-04CA-91A0-C89D-9804505EBB7A}"/>
              </a:ext>
            </a:extLst>
          </p:cNvPr>
          <p:cNvSpPr txBox="1"/>
          <p:nvPr/>
        </p:nvSpPr>
        <p:spPr>
          <a:xfrm>
            <a:off x="4709046" y="2251883"/>
            <a:ext cx="1407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ROOST_DKA0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4EABC2-9CAB-5DBA-B189-FAA4EB855FED}"/>
              </a:ext>
            </a:extLst>
          </p:cNvPr>
          <p:cNvSpPr txBox="1"/>
          <p:nvPr/>
        </p:nvSpPr>
        <p:spPr>
          <a:xfrm>
            <a:off x="4709046" y="1451407"/>
            <a:ext cx="13468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ROOST_DKA1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676E54-F0E7-0E9F-B5FA-3A3FC65CB8A0}"/>
              </a:ext>
            </a:extLst>
          </p:cNvPr>
          <p:cNvSpPr txBox="1"/>
          <p:nvPr/>
        </p:nvSpPr>
        <p:spPr>
          <a:xfrm>
            <a:off x="4709046" y="4666770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ROOST_CRL1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84A62E-6CB3-8E31-42A4-601B51D705C3}"/>
              </a:ext>
            </a:extLst>
          </p:cNvPr>
          <p:cNvSpPr txBox="1"/>
          <p:nvPr/>
        </p:nvSpPr>
        <p:spPr>
          <a:xfrm>
            <a:off x="4709046" y="3866294"/>
            <a:ext cx="13805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ROOST_CRL0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1B8844-414E-94B2-FF84-F1E63A89B584}"/>
              </a:ext>
            </a:extLst>
          </p:cNvPr>
          <p:cNvSpPr txBox="1"/>
          <p:nvPr/>
        </p:nvSpPr>
        <p:spPr>
          <a:xfrm>
            <a:off x="5079340" y="3016604"/>
            <a:ext cx="6671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NEST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D2A692-37E0-41BE-ECC7-04F848DCBF5C}"/>
              </a:ext>
            </a:extLst>
          </p:cNvPr>
          <p:cNvSpPr txBox="1"/>
          <p:nvPr/>
        </p:nvSpPr>
        <p:spPr>
          <a:xfrm>
            <a:off x="4137172" y="36304"/>
            <a:ext cx="32186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err="1">
                <a:latin typeface="IntelOne Display Medium" panose="020B0703020203020204" pitchFamily="34" charset="0"/>
                <a:cs typeface="IntelOne Display AR Bold" panose="020B0803020203020204" pitchFamily="34" charset="-78"/>
                <a:sym typeface="Wingdings" panose="05000000000000000000" pitchFamily="2" charset="2"/>
              </a:rPr>
              <a:t>FtiMatrix</a:t>
            </a:r>
            <a:r>
              <a:rPr lang="en-US" sz="2800" b="1">
                <a:latin typeface="IntelOne Display Medium" panose="020B0703020203020204" pitchFamily="34" charset="0"/>
                <a:cs typeface="IntelOne Display AR Bold" panose="020B0803020203020204" pitchFamily="34" charset="-78"/>
                <a:sym typeface="Wingdings" panose="05000000000000000000" pitchFamily="2" charset="2"/>
              </a:rPr>
              <a:t> Examples</a:t>
            </a:r>
            <a:endParaRPr lang="en-US" sz="2800" b="1"/>
          </a:p>
        </p:txBody>
      </p:sp>
    </p:spTree>
    <p:extLst>
      <p:ext uri="{BB962C8B-B14F-4D97-AF65-F5344CB8AC3E}">
        <p14:creationId xmlns:p14="http://schemas.microsoft.com/office/powerpoint/2010/main" val="2921861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11FD70-29DB-651A-3BE6-C40234D86E17}"/>
              </a:ext>
            </a:extLst>
          </p:cNvPr>
          <p:cNvSpPr txBox="1">
            <a:spLocks/>
          </p:cNvSpPr>
          <p:nvPr/>
        </p:nvSpPr>
        <p:spPr>
          <a:xfrm>
            <a:off x="0" y="111967"/>
            <a:ext cx="11719249" cy="62701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000" i="1" err="1">
                <a:latin typeface="IntelOne Display Medium" panose="020B0703020203020204" pitchFamily="34" charset="0"/>
                <a:cs typeface="IntelOne Display AR Bold" panose="020B0803020203020204" pitchFamily="34" charset="-78"/>
                <a:sym typeface="Wingdings" panose="05000000000000000000" pitchFamily="2" charset="2"/>
              </a:rPr>
              <a:t>PolyMatrix</a:t>
            </a:r>
            <a:r>
              <a:rPr lang="en-US" sz="2000">
                <a:sym typeface="Wingdings" panose="05000000000000000000" pitchFamily="2" charset="2"/>
              </a:rPr>
              <a:t> (string)  Determine the locations to remove Poly Cuts around a reference point using a matrix style input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>
                <a:sym typeface="Wingdings" panose="05000000000000000000" pitchFamily="2" charset="2"/>
              </a:rPr>
              <a:t>Format</a:t>
            </a:r>
            <a:r>
              <a:rPr lang="en-US" sz="1800">
                <a:sym typeface="Wingdings" panose="05000000000000000000" pitchFamily="2" charset="2"/>
              </a:rPr>
              <a:t>: Poly Ref </a:t>
            </a:r>
            <a:r>
              <a:rPr lang="en-US" sz="1800" err="1">
                <a:sym typeface="Wingdings" panose="05000000000000000000" pitchFamily="2" charset="2"/>
              </a:rPr>
              <a:t>Track,Diff</a:t>
            </a:r>
            <a:r>
              <a:rPr lang="en-US" sz="1800">
                <a:sym typeface="Wingdings" panose="05000000000000000000" pitchFamily="2" charset="2"/>
              </a:rPr>
              <a:t> Ref Track; </a:t>
            </a:r>
            <a:r>
              <a:rPr lang="en-US" sz="1800" err="1">
                <a:sym typeface="Wingdings" panose="05000000000000000000" pitchFamily="2" charset="2"/>
              </a:rPr>
              <a:t>MatrixSize</a:t>
            </a:r>
            <a:r>
              <a:rPr lang="en-US" sz="1800">
                <a:sym typeface="Wingdings" panose="05000000000000000000" pitchFamily="2" charset="2"/>
              </a:rPr>
              <a:t> </a:t>
            </a:r>
            <a:r>
              <a:rPr lang="en-US" sz="1800" err="1">
                <a:sym typeface="Wingdings" panose="05000000000000000000" pitchFamily="2" charset="2"/>
              </a:rPr>
              <a:t>X,MatrixSize</a:t>
            </a:r>
            <a:r>
              <a:rPr lang="en-US" sz="1800">
                <a:sym typeface="Wingdings" panose="05000000000000000000" pitchFamily="2" charset="2"/>
              </a:rPr>
              <a:t> Y; Remove Poly Cut Pattern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>
                <a:sym typeface="Wingdings" panose="05000000000000000000" pitchFamily="2" charset="2"/>
              </a:rPr>
              <a:t>Matrix Size in X and Y should always be an odd number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>
                <a:sym typeface="Wingdings" panose="05000000000000000000" pitchFamily="2" charset="2"/>
              </a:rPr>
              <a:t>1  Remove Cut, 0  Preserve Cut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800">
                <a:sym typeface="Wingdings" panose="05000000000000000000" pitchFamily="2" charset="2"/>
              </a:rPr>
              <a:t>Multiple entries are separated by /</a:t>
            </a:r>
          </a:p>
        </p:txBody>
      </p:sp>
    </p:spTree>
    <p:extLst>
      <p:ext uri="{BB962C8B-B14F-4D97-AF65-F5344CB8AC3E}">
        <p14:creationId xmlns:p14="http://schemas.microsoft.com/office/powerpoint/2010/main" val="754452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11FD70-29DB-651A-3BE6-C40234D86E17}"/>
              </a:ext>
            </a:extLst>
          </p:cNvPr>
          <p:cNvSpPr txBox="1">
            <a:spLocks/>
          </p:cNvSpPr>
          <p:nvPr/>
        </p:nvSpPr>
        <p:spPr>
          <a:xfrm>
            <a:off x="0" y="111967"/>
            <a:ext cx="11719249" cy="62701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endParaRPr lang="en-US" sz="1800">
              <a:sym typeface="Wingdings" panose="05000000000000000000" pitchFamily="2" charset="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7E0F91-7B99-9949-8924-2743FC7A7405}"/>
              </a:ext>
            </a:extLst>
          </p:cNvPr>
          <p:cNvSpPr txBox="1"/>
          <p:nvPr/>
        </p:nvSpPr>
        <p:spPr>
          <a:xfrm>
            <a:off x="6116366" y="5557286"/>
            <a:ext cx="30717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35,12;3,5;CRL0:0-0-0, DKA0:0-1-0,</a:t>
            </a:r>
            <a:br>
              <a:rPr lang="en-US" sz="1400"/>
            </a:br>
            <a:r>
              <a:rPr lang="en-US" sz="1400"/>
              <a:t>CRL1:1-0-1, DKA1:0-1-1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D2A692-37E0-41BE-ECC7-04F848DCBF5C}"/>
              </a:ext>
            </a:extLst>
          </p:cNvPr>
          <p:cNvSpPr txBox="1"/>
          <p:nvPr/>
        </p:nvSpPr>
        <p:spPr>
          <a:xfrm>
            <a:off x="4253420" y="43816"/>
            <a:ext cx="35504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err="1">
                <a:latin typeface="IntelOne Display Medium" panose="020B0703020203020204" pitchFamily="34" charset="0"/>
                <a:cs typeface="IntelOne Display AR Bold" panose="020B0803020203020204" pitchFamily="34" charset="-78"/>
                <a:sym typeface="Wingdings" panose="05000000000000000000" pitchFamily="2" charset="2"/>
              </a:rPr>
              <a:t>PolyMatrix</a:t>
            </a:r>
            <a:r>
              <a:rPr lang="en-US" sz="2800" b="1">
                <a:latin typeface="IntelOne Display Medium" panose="020B0703020203020204" pitchFamily="34" charset="0"/>
                <a:cs typeface="IntelOne Display AR Bold" panose="020B0803020203020204" pitchFamily="34" charset="-78"/>
                <a:sym typeface="Wingdings" panose="05000000000000000000" pitchFamily="2" charset="2"/>
              </a:rPr>
              <a:t> Examples</a:t>
            </a:r>
            <a:endParaRPr lang="en-US" sz="2800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DF9921-D1EA-836F-1719-829F39F06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67" y="111967"/>
            <a:ext cx="2248214" cy="25244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B697B1-3330-C17F-20F9-B0204D8DBF48}"/>
              </a:ext>
            </a:extLst>
          </p:cNvPr>
          <p:cNvSpPr txBox="1"/>
          <p:nvPr/>
        </p:nvSpPr>
        <p:spPr>
          <a:xfrm>
            <a:off x="-61751" y="782940"/>
            <a:ext cx="7521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DKA0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7BB079-50AA-A522-8B7F-72EBE89BE75E}"/>
              </a:ext>
            </a:extLst>
          </p:cNvPr>
          <p:cNvSpPr txBox="1"/>
          <p:nvPr/>
        </p:nvSpPr>
        <p:spPr>
          <a:xfrm>
            <a:off x="-68035" y="1589681"/>
            <a:ext cx="7200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CRL0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0A04A1-A5BF-D96E-8DAE-A38428341953}"/>
              </a:ext>
            </a:extLst>
          </p:cNvPr>
          <p:cNvSpPr txBox="1"/>
          <p:nvPr/>
        </p:nvSpPr>
        <p:spPr>
          <a:xfrm>
            <a:off x="282789" y="2636444"/>
            <a:ext cx="2848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35,12;3,3;CRL0:0-0-0, DKA0:0-1-0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C9F0C7-0034-6EA7-7054-9E27A0F62EA1}"/>
              </a:ext>
            </a:extLst>
          </p:cNvPr>
          <p:cNvSpPr txBox="1"/>
          <p:nvPr/>
        </p:nvSpPr>
        <p:spPr>
          <a:xfrm>
            <a:off x="282789" y="5772729"/>
            <a:ext cx="2848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35,11;3,3;CRL0:0-0-0, DKA0:0-1-0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E6DBB97-5B9F-B16D-2DEF-DD0C06A2C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68" y="3044165"/>
            <a:ext cx="2248214" cy="268863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238F057-6F10-5884-9215-B13A6CF03094}"/>
              </a:ext>
            </a:extLst>
          </p:cNvPr>
          <p:cNvSpPr txBox="1"/>
          <p:nvPr/>
        </p:nvSpPr>
        <p:spPr>
          <a:xfrm>
            <a:off x="-68035" y="3744503"/>
            <a:ext cx="7200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CRL0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D4A853-2DD3-0BD2-877E-104FD1D8445A}"/>
              </a:ext>
            </a:extLst>
          </p:cNvPr>
          <p:cNvSpPr txBox="1"/>
          <p:nvPr/>
        </p:nvSpPr>
        <p:spPr>
          <a:xfrm>
            <a:off x="-68036" y="4662338"/>
            <a:ext cx="7521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DKA0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064A754-7697-E363-6763-E5DC8B62D1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389" y="864219"/>
            <a:ext cx="2591665" cy="4765665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F97C19A0-1D19-AACF-FF49-6253E485AED2}"/>
              </a:ext>
            </a:extLst>
          </p:cNvPr>
          <p:cNvSpPr txBox="1"/>
          <p:nvPr/>
        </p:nvSpPr>
        <p:spPr>
          <a:xfrm>
            <a:off x="5672366" y="2569647"/>
            <a:ext cx="7521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DKA0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21DEFAE-2882-A820-C23B-3D25C1024F90}"/>
              </a:ext>
            </a:extLst>
          </p:cNvPr>
          <p:cNvSpPr txBox="1"/>
          <p:nvPr/>
        </p:nvSpPr>
        <p:spPr>
          <a:xfrm>
            <a:off x="5675476" y="1628850"/>
            <a:ext cx="6799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DKA1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FD45A8-FCA6-A75A-916F-53E9D3268915}"/>
              </a:ext>
            </a:extLst>
          </p:cNvPr>
          <p:cNvSpPr txBox="1"/>
          <p:nvPr/>
        </p:nvSpPr>
        <p:spPr>
          <a:xfrm>
            <a:off x="5696380" y="3590337"/>
            <a:ext cx="7200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CRL0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27DEA4-914A-6486-1354-70CD771CE6C9}"/>
              </a:ext>
            </a:extLst>
          </p:cNvPr>
          <p:cNvSpPr txBox="1"/>
          <p:nvPr/>
        </p:nvSpPr>
        <p:spPr>
          <a:xfrm>
            <a:off x="5732447" y="4471462"/>
            <a:ext cx="6479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CRL1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00229C-E410-95AE-37D5-B6CA08C4511D}"/>
              </a:ext>
            </a:extLst>
          </p:cNvPr>
          <p:cNvSpPr txBox="1"/>
          <p:nvPr/>
        </p:nvSpPr>
        <p:spPr>
          <a:xfrm>
            <a:off x="725448" y="777494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1D35393-1905-5759-2338-E594CCBD925C}"/>
              </a:ext>
            </a:extLst>
          </p:cNvPr>
          <p:cNvSpPr txBox="1"/>
          <p:nvPr/>
        </p:nvSpPr>
        <p:spPr>
          <a:xfrm>
            <a:off x="1579582" y="813249"/>
            <a:ext cx="2439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999846-AF68-15D8-2672-818D57D9E24F}"/>
              </a:ext>
            </a:extLst>
          </p:cNvPr>
          <p:cNvSpPr txBox="1"/>
          <p:nvPr/>
        </p:nvSpPr>
        <p:spPr>
          <a:xfrm>
            <a:off x="2376723" y="777494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B912971-B430-16C2-6E3C-2FCBA8CA2643}"/>
              </a:ext>
            </a:extLst>
          </p:cNvPr>
          <p:cNvSpPr txBox="1"/>
          <p:nvPr/>
        </p:nvSpPr>
        <p:spPr>
          <a:xfrm>
            <a:off x="710877" y="1600286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2A712B7-EE40-7118-7A08-88833C782230}"/>
              </a:ext>
            </a:extLst>
          </p:cNvPr>
          <p:cNvSpPr txBox="1"/>
          <p:nvPr/>
        </p:nvSpPr>
        <p:spPr>
          <a:xfrm>
            <a:off x="1565011" y="1636041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12307D0-1B9D-8FEC-642F-337914C010A5}"/>
              </a:ext>
            </a:extLst>
          </p:cNvPr>
          <p:cNvSpPr txBox="1"/>
          <p:nvPr/>
        </p:nvSpPr>
        <p:spPr>
          <a:xfrm>
            <a:off x="2362152" y="1600286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92EDEB-8077-2559-800D-0DB876BD6BF0}"/>
              </a:ext>
            </a:extLst>
          </p:cNvPr>
          <p:cNvSpPr txBox="1"/>
          <p:nvPr/>
        </p:nvSpPr>
        <p:spPr>
          <a:xfrm>
            <a:off x="661692" y="4662338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1735A09-C5A9-15E0-24A1-77928EAF8619}"/>
              </a:ext>
            </a:extLst>
          </p:cNvPr>
          <p:cNvSpPr txBox="1"/>
          <p:nvPr/>
        </p:nvSpPr>
        <p:spPr>
          <a:xfrm>
            <a:off x="1565011" y="4698943"/>
            <a:ext cx="2439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FDB1FE5-8D1A-2FC2-9E87-6F59159AAD15}"/>
              </a:ext>
            </a:extLst>
          </p:cNvPr>
          <p:cNvSpPr txBox="1"/>
          <p:nvPr/>
        </p:nvSpPr>
        <p:spPr>
          <a:xfrm>
            <a:off x="2396196" y="4662338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F90556C-16E6-FC57-907B-F2813D5D78CF}"/>
              </a:ext>
            </a:extLst>
          </p:cNvPr>
          <p:cNvSpPr txBox="1"/>
          <p:nvPr/>
        </p:nvSpPr>
        <p:spPr>
          <a:xfrm>
            <a:off x="652034" y="3775279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AECC1D3-F789-F4BE-E5D7-668152B5EE83}"/>
              </a:ext>
            </a:extLst>
          </p:cNvPr>
          <p:cNvSpPr txBox="1"/>
          <p:nvPr/>
        </p:nvSpPr>
        <p:spPr>
          <a:xfrm>
            <a:off x="1521409" y="3794871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9916BBF-CEE6-58E0-29DA-D551C2EA6EFD}"/>
              </a:ext>
            </a:extLst>
          </p:cNvPr>
          <p:cNvSpPr txBox="1"/>
          <p:nvPr/>
        </p:nvSpPr>
        <p:spPr>
          <a:xfrm>
            <a:off x="2387657" y="3775279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3C1E140-7EF3-BB9B-F32E-F79531BF2F89}"/>
              </a:ext>
            </a:extLst>
          </p:cNvPr>
          <p:cNvSpPr txBox="1"/>
          <p:nvPr/>
        </p:nvSpPr>
        <p:spPr>
          <a:xfrm>
            <a:off x="6580083" y="3564456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6C9C544-61C9-DC44-4B64-C90A2D76F5BE}"/>
              </a:ext>
            </a:extLst>
          </p:cNvPr>
          <p:cNvSpPr txBox="1"/>
          <p:nvPr/>
        </p:nvSpPr>
        <p:spPr>
          <a:xfrm>
            <a:off x="7487408" y="3564456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EFA08D4-EAC8-550A-8FF5-BC917CDC5CF6}"/>
              </a:ext>
            </a:extLst>
          </p:cNvPr>
          <p:cNvSpPr txBox="1"/>
          <p:nvPr/>
        </p:nvSpPr>
        <p:spPr>
          <a:xfrm>
            <a:off x="8389514" y="3564456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95DE5FD-5B49-96F6-4281-FE4A37935163}"/>
              </a:ext>
            </a:extLst>
          </p:cNvPr>
          <p:cNvSpPr txBox="1"/>
          <p:nvPr/>
        </p:nvSpPr>
        <p:spPr>
          <a:xfrm>
            <a:off x="6580083" y="4493061"/>
            <a:ext cx="2439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DD0B553-7C61-7CD3-74AB-89527C34ED99}"/>
              </a:ext>
            </a:extLst>
          </p:cNvPr>
          <p:cNvSpPr txBox="1"/>
          <p:nvPr/>
        </p:nvSpPr>
        <p:spPr>
          <a:xfrm>
            <a:off x="7487408" y="4493061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FBE3173-A014-601D-EAB3-730ADBE098E9}"/>
              </a:ext>
            </a:extLst>
          </p:cNvPr>
          <p:cNvSpPr txBox="1"/>
          <p:nvPr/>
        </p:nvSpPr>
        <p:spPr>
          <a:xfrm>
            <a:off x="8389514" y="4493061"/>
            <a:ext cx="2439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4A28EC2-12D9-B98D-D6EF-BCB2ABCB0212}"/>
              </a:ext>
            </a:extLst>
          </p:cNvPr>
          <p:cNvSpPr txBox="1"/>
          <p:nvPr/>
        </p:nvSpPr>
        <p:spPr>
          <a:xfrm>
            <a:off x="6580083" y="2634646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0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FBA57DF-FD98-4078-C8CB-EED3EAC41F6F}"/>
              </a:ext>
            </a:extLst>
          </p:cNvPr>
          <p:cNvSpPr txBox="1"/>
          <p:nvPr/>
        </p:nvSpPr>
        <p:spPr>
          <a:xfrm>
            <a:off x="7487408" y="2634646"/>
            <a:ext cx="2439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41D8C6E-0CF4-91D0-2025-13D84AD4073D}"/>
              </a:ext>
            </a:extLst>
          </p:cNvPr>
          <p:cNvSpPr txBox="1"/>
          <p:nvPr/>
        </p:nvSpPr>
        <p:spPr>
          <a:xfrm>
            <a:off x="8389514" y="2634646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8CFB515-7130-FA22-EB1F-13444D24660C}"/>
              </a:ext>
            </a:extLst>
          </p:cNvPr>
          <p:cNvSpPr txBox="1"/>
          <p:nvPr/>
        </p:nvSpPr>
        <p:spPr>
          <a:xfrm>
            <a:off x="6580083" y="1691211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D72CBAD-8E0F-0582-D1E7-8BA1FC27E222}"/>
              </a:ext>
            </a:extLst>
          </p:cNvPr>
          <p:cNvSpPr txBox="1"/>
          <p:nvPr/>
        </p:nvSpPr>
        <p:spPr>
          <a:xfrm>
            <a:off x="7487408" y="1691211"/>
            <a:ext cx="2439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6B32961-330F-7DF1-3258-B07BDB5D8538}"/>
              </a:ext>
            </a:extLst>
          </p:cNvPr>
          <p:cNvSpPr txBox="1"/>
          <p:nvPr/>
        </p:nvSpPr>
        <p:spPr>
          <a:xfrm>
            <a:off x="8389514" y="1691211"/>
            <a:ext cx="2439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15233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11FD70-29DB-651A-3BE6-C40234D86E17}"/>
              </a:ext>
            </a:extLst>
          </p:cNvPr>
          <p:cNvSpPr txBox="1">
            <a:spLocks/>
          </p:cNvSpPr>
          <p:nvPr/>
        </p:nvSpPr>
        <p:spPr>
          <a:xfrm>
            <a:off x="0" y="111967"/>
            <a:ext cx="11719249" cy="62701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000" i="1" err="1">
                <a:latin typeface="IntelOne Display Medium" panose="020B0703020203020204" pitchFamily="34" charset="0"/>
                <a:cs typeface="IntelOne Display AR Bold" panose="020B0803020203020204" pitchFamily="34" charset="-78"/>
                <a:sym typeface="Wingdings" panose="05000000000000000000" pitchFamily="2" charset="2"/>
              </a:rPr>
              <a:t>TcnMatrix</a:t>
            </a:r>
            <a:r>
              <a:rPr lang="en-US" sz="2000">
                <a:sym typeface="Wingdings" panose="05000000000000000000" pitchFamily="2" charset="2"/>
              </a:rPr>
              <a:t> (string)  Determine the locations to remove Tcn Cuts around a reference point using a matrix style input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>
                <a:sym typeface="Wingdings" panose="05000000000000000000" pitchFamily="2" charset="2"/>
              </a:rPr>
              <a:t>Format</a:t>
            </a:r>
            <a:r>
              <a:rPr lang="en-US" sz="1800">
                <a:sym typeface="Wingdings" panose="05000000000000000000" pitchFamily="2" charset="2"/>
              </a:rPr>
              <a:t>: Poly Ref </a:t>
            </a:r>
            <a:r>
              <a:rPr lang="en-US" sz="1800" err="1">
                <a:sym typeface="Wingdings" panose="05000000000000000000" pitchFamily="2" charset="2"/>
              </a:rPr>
              <a:t>Track,Diff</a:t>
            </a:r>
            <a:r>
              <a:rPr lang="en-US" sz="1800">
                <a:sym typeface="Wingdings" panose="05000000000000000000" pitchFamily="2" charset="2"/>
              </a:rPr>
              <a:t> Ref Track; </a:t>
            </a:r>
            <a:r>
              <a:rPr lang="en-US" sz="1800" err="1">
                <a:sym typeface="Wingdings" panose="05000000000000000000" pitchFamily="2" charset="2"/>
              </a:rPr>
              <a:t>MatrixSize</a:t>
            </a:r>
            <a:r>
              <a:rPr lang="en-US" sz="1800">
                <a:sym typeface="Wingdings" panose="05000000000000000000" pitchFamily="2" charset="2"/>
              </a:rPr>
              <a:t> </a:t>
            </a:r>
            <a:r>
              <a:rPr lang="en-US" sz="1800" err="1">
                <a:sym typeface="Wingdings" panose="05000000000000000000" pitchFamily="2" charset="2"/>
              </a:rPr>
              <a:t>X,MatrixSize</a:t>
            </a:r>
            <a:r>
              <a:rPr lang="en-US" sz="1800">
                <a:sym typeface="Wingdings" panose="05000000000000000000" pitchFamily="2" charset="2"/>
              </a:rPr>
              <a:t> Y; Remove Tcn Cut Pattern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>
                <a:sym typeface="Wingdings" panose="05000000000000000000" pitchFamily="2" charset="2"/>
              </a:rPr>
              <a:t>Matrix Size in X and Y should always be an odd number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>
                <a:sym typeface="Wingdings" panose="05000000000000000000" pitchFamily="2" charset="2"/>
              </a:rPr>
              <a:t>1  Remove Cut, 0  Preserve Cut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800">
                <a:sym typeface="Wingdings" panose="05000000000000000000" pitchFamily="2" charset="2"/>
              </a:rPr>
              <a:t>Multiple entries are separated by /</a:t>
            </a:r>
          </a:p>
        </p:txBody>
      </p:sp>
    </p:spTree>
    <p:extLst>
      <p:ext uri="{BB962C8B-B14F-4D97-AF65-F5344CB8AC3E}">
        <p14:creationId xmlns:p14="http://schemas.microsoft.com/office/powerpoint/2010/main" val="2570738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2DC6D28-6ECD-D4BE-D11A-F6A296A81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35" y="1151779"/>
            <a:ext cx="4014501" cy="44583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6DA0D7-5C1E-3C01-FE1B-08908404D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066" y="3112969"/>
            <a:ext cx="2245930" cy="26253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28A6DD-25FB-E473-5FAE-5388480F9C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361" y="116025"/>
            <a:ext cx="2219635" cy="256258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11FD70-29DB-651A-3BE6-C40234D86E17}"/>
              </a:ext>
            </a:extLst>
          </p:cNvPr>
          <p:cNvSpPr txBox="1">
            <a:spLocks/>
          </p:cNvSpPr>
          <p:nvPr/>
        </p:nvSpPr>
        <p:spPr>
          <a:xfrm>
            <a:off x="0" y="111967"/>
            <a:ext cx="11719249" cy="62701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endParaRPr lang="en-US" sz="1800">
              <a:sym typeface="Wingdings" panose="05000000000000000000" pitchFamily="2" charset="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7E0F91-7B99-9949-8924-2743FC7A7405}"/>
              </a:ext>
            </a:extLst>
          </p:cNvPr>
          <p:cNvSpPr txBox="1"/>
          <p:nvPr/>
        </p:nvSpPr>
        <p:spPr>
          <a:xfrm>
            <a:off x="6116366" y="5557286"/>
            <a:ext cx="2962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35,12;5,5;CRL0:11-00, DKA0:00-11, CRL1:01-01, DKA1:10-10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D2A692-37E0-41BE-ECC7-04F848DCBF5C}"/>
              </a:ext>
            </a:extLst>
          </p:cNvPr>
          <p:cNvSpPr txBox="1"/>
          <p:nvPr/>
        </p:nvSpPr>
        <p:spPr>
          <a:xfrm>
            <a:off x="4253420" y="43816"/>
            <a:ext cx="35504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err="1">
                <a:latin typeface="IntelOne Display Medium" panose="020B0703020203020204" pitchFamily="34" charset="0"/>
                <a:cs typeface="IntelOne Display AR Bold" panose="020B0803020203020204" pitchFamily="34" charset="-78"/>
                <a:sym typeface="Wingdings" panose="05000000000000000000" pitchFamily="2" charset="2"/>
              </a:rPr>
              <a:t>TcnMatrix</a:t>
            </a:r>
            <a:r>
              <a:rPr lang="en-US" sz="2800" b="1">
                <a:latin typeface="IntelOne Display Medium" panose="020B0703020203020204" pitchFamily="34" charset="0"/>
                <a:cs typeface="IntelOne Display AR Bold" panose="020B0803020203020204" pitchFamily="34" charset="-78"/>
                <a:sym typeface="Wingdings" panose="05000000000000000000" pitchFamily="2" charset="2"/>
              </a:rPr>
              <a:t> Examples</a:t>
            </a:r>
            <a:endParaRPr lang="en-US" sz="2800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B697B1-3330-C17F-20F9-B0204D8DBF48}"/>
              </a:ext>
            </a:extLst>
          </p:cNvPr>
          <p:cNvSpPr txBox="1"/>
          <p:nvPr/>
        </p:nvSpPr>
        <p:spPr>
          <a:xfrm>
            <a:off x="-55100" y="824065"/>
            <a:ext cx="7521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DKA0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7BB079-50AA-A522-8B7F-72EBE89BE75E}"/>
              </a:ext>
            </a:extLst>
          </p:cNvPr>
          <p:cNvSpPr txBox="1"/>
          <p:nvPr/>
        </p:nvSpPr>
        <p:spPr>
          <a:xfrm>
            <a:off x="-40391" y="1666885"/>
            <a:ext cx="7200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CRL0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0A04A1-A5BF-D96E-8DAE-A38428341953}"/>
              </a:ext>
            </a:extLst>
          </p:cNvPr>
          <p:cNvSpPr txBox="1"/>
          <p:nvPr/>
        </p:nvSpPr>
        <p:spPr>
          <a:xfrm>
            <a:off x="507966" y="2630847"/>
            <a:ext cx="24591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35,12;3,3;CRL0:1-0, DKA0:0-1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38F057-6F10-5884-9215-B13A6CF03094}"/>
              </a:ext>
            </a:extLst>
          </p:cNvPr>
          <p:cNvSpPr txBox="1"/>
          <p:nvPr/>
        </p:nvSpPr>
        <p:spPr>
          <a:xfrm>
            <a:off x="-68035" y="3744503"/>
            <a:ext cx="7200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CRL0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D4A853-2DD3-0BD2-877E-104FD1D8445A}"/>
              </a:ext>
            </a:extLst>
          </p:cNvPr>
          <p:cNvSpPr txBox="1"/>
          <p:nvPr/>
        </p:nvSpPr>
        <p:spPr>
          <a:xfrm>
            <a:off x="-68036" y="4662338"/>
            <a:ext cx="7521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DKA0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7C19A0-1D19-AACF-FF49-6253E485AED2}"/>
              </a:ext>
            </a:extLst>
          </p:cNvPr>
          <p:cNvSpPr txBox="1"/>
          <p:nvPr/>
        </p:nvSpPr>
        <p:spPr>
          <a:xfrm>
            <a:off x="5081775" y="2774415"/>
            <a:ext cx="7521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DKA0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21DEFAE-2882-A820-C23B-3D25C1024F90}"/>
              </a:ext>
            </a:extLst>
          </p:cNvPr>
          <p:cNvSpPr txBox="1"/>
          <p:nvPr/>
        </p:nvSpPr>
        <p:spPr>
          <a:xfrm>
            <a:off x="5081544" y="1882744"/>
            <a:ext cx="6799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DKA1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FD45A8-FCA6-A75A-916F-53E9D3268915}"/>
              </a:ext>
            </a:extLst>
          </p:cNvPr>
          <p:cNvSpPr txBox="1"/>
          <p:nvPr/>
        </p:nvSpPr>
        <p:spPr>
          <a:xfrm>
            <a:off x="5118946" y="3639005"/>
            <a:ext cx="7200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CRL0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27DEA4-914A-6486-1354-70CD771CE6C9}"/>
              </a:ext>
            </a:extLst>
          </p:cNvPr>
          <p:cNvSpPr txBox="1"/>
          <p:nvPr/>
        </p:nvSpPr>
        <p:spPr>
          <a:xfrm>
            <a:off x="5155014" y="4524260"/>
            <a:ext cx="6479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CRL1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00229C-E410-95AE-37D5-B6CA08C4511D}"/>
              </a:ext>
            </a:extLst>
          </p:cNvPr>
          <p:cNvSpPr txBox="1"/>
          <p:nvPr/>
        </p:nvSpPr>
        <p:spPr>
          <a:xfrm>
            <a:off x="1191715" y="831476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1D35393-1905-5759-2338-E594CCBD925C}"/>
              </a:ext>
            </a:extLst>
          </p:cNvPr>
          <p:cNvSpPr txBox="1"/>
          <p:nvPr/>
        </p:nvSpPr>
        <p:spPr>
          <a:xfrm>
            <a:off x="2061190" y="824065"/>
            <a:ext cx="2439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B912971-B430-16C2-6E3C-2FCBA8CA2643}"/>
              </a:ext>
            </a:extLst>
          </p:cNvPr>
          <p:cNvSpPr txBox="1"/>
          <p:nvPr/>
        </p:nvSpPr>
        <p:spPr>
          <a:xfrm>
            <a:off x="1229407" y="1655487"/>
            <a:ext cx="2439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2A712B7-EE40-7118-7A08-88833C782230}"/>
              </a:ext>
            </a:extLst>
          </p:cNvPr>
          <p:cNvSpPr txBox="1"/>
          <p:nvPr/>
        </p:nvSpPr>
        <p:spPr>
          <a:xfrm>
            <a:off x="2023114" y="1665530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92EDEB-8077-2559-800D-0DB876BD6BF0}"/>
              </a:ext>
            </a:extLst>
          </p:cNvPr>
          <p:cNvSpPr txBox="1"/>
          <p:nvPr/>
        </p:nvSpPr>
        <p:spPr>
          <a:xfrm>
            <a:off x="1128103" y="4697878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1735A09-C5A9-15E0-24A1-77928EAF8619}"/>
              </a:ext>
            </a:extLst>
          </p:cNvPr>
          <p:cNvSpPr txBox="1"/>
          <p:nvPr/>
        </p:nvSpPr>
        <p:spPr>
          <a:xfrm>
            <a:off x="2034897" y="4697878"/>
            <a:ext cx="2439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F90556C-16E6-FC57-907B-F2813D5D78CF}"/>
              </a:ext>
            </a:extLst>
          </p:cNvPr>
          <p:cNvSpPr txBox="1"/>
          <p:nvPr/>
        </p:nvSpPr>
        <p:spPr>
          <a:xfrm>
            <a:off x="1132972" y="3808282"/>
            <a:ext cx="2439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AECC1D3-F789-F4BE-E5D7-668152B5EE83}"/>
              </a:ext>
            </a:extLst>
          </p:cNvPr>
          <p:cNvSpPr txBox="1"/>
          <p:nvPr/>
        </p:nvSpPr>
        <p:spPr>
          <a:xfrm>
            <a:off x="2003174" y="3817485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8CFB515-7130-FA22-EB1F-13444D24660C}"/>
              </a:ext>
            </a:extLst>
          </p:cNvPr>
          <p:cNvSpPr txBox="1"/>
          <p:nvPr/>
        </p:nvSpPr>
        <p:spPr>
          <a:xfrm>
            <a:off x="6277676" y="1847778"/>
            <a:ext cx="2439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D72CBAD-8E0F-0582-D1E7-8BA1FC27E222}"/>
              </a:ext>
            </a:extLst>
          </p:cNvPr>
          <p:cNvSpPr txBox="1"/>
          <p:nvPr/>
        </p:nvSpPr>
        <p:spPr>
          <a:xfrm>
            <a:off x="7152317" y="1860488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6B32961-330F-7DF1-3258-B07BDB5D8538}"/>
              </a:ext>
            </a:extLst>
          </p:cNvPr>
          <p:cNvSpPr txBox="1"/>
          <p:nvPr/>
        </p:nvSpPr>
        <p:spPr>
          <a:xfrm>
            <a:off x="8038655" y="1882744"/>
            <a:ext cx="2439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720BFA-9CB4-1752-641E-7E84765D28A8}"/>
              </a:ext>
            </a:extLst>
          </p:cNvPr>
          <p:cNvSpPr txBox="1"/>
          <p:nvPr/>
        </p:nvSpPr>
        <p:spPr>
          <a:xfrm>
            <a:off x="457415" y="5712008"/>
            <a:ext cx="24591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35,11;3,3;CRL0:1-0, DKA0:0-1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31DFCB-52AA-DB69-C916-8BD90A0603EB}"/>
              </a:ext>
            </a:extLst>
          </p:cNvPr>
          <p:cNvSpPr txBox="1"/>
          <p:nvPr/>
        </p:nvSpPr>
        <p:spPr>
          <a:xfrm>
            <a:off x="8883685" y="1866362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55F966-8707-267E-1906-A8B4E574DD53}"/>
              </a:ext>
            </a:extLst>
          </p:cNvPr>
          <p:cNvSpPr txBox="1"/>
          <p:nvPr/>
        </p:nvSpPr>
        <p:spPr>
          <a:xfrm>
            <a:off x="6277489" y="2765201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2AB75D-4790-4945-3A05-240E315B01C3}"/>
              </a:ext>
            </a:extLst>
          </p:cNvPr>
          <p:cNvSpPr txBox="1"/>
          <p:nvPr/>
        </p:nvSpPr>
        <p:spPr>
          <a:xfrm>
            <a:off x="7152130" y="2777911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D2BC5B-11AE-A207-8820-02CD8F16BDC5}"/>
              </a:ext>
            </a:extLst>
          </p:cNvPr>
          <p:cNvSpPr txBox="1"/>
          <p:nvPr/>
        </p:nvSpPr>
        <p:spPr>
          <a:xfrm>
            <a:off x="8038468" y="2800167"/>
            <a:ext cx="2439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158598-A4B9-3856-97A6-7C60FF4E2FA3}"/>
              </a:ext>
            </a:extLst>
          </p:cNvPr>
          <p:cNvSpPr txBox="1"/>
          <p:nvPr/>
        </p:nvSpPr>
        <p:spPr>
          <a:xfrm>
            <a:off x="8883498" y="2783785"/>
            <a:ext cx="2439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0806C5-CDD8-B281-B13C-6E72F76DC60B}"/>
              </a:ext>
            </a:extLst>
          </p:cNvPr>
          <p:cNvSpPr txBox="1"/>
          <p:nvPr/>
        </p:nvSpPr>
        <p:spPr>
          <a:xfrm>
            <a:off x="6277115" y="3611893"/>
            <a:ext cx="2439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998A3D-A580-5331-2698-D24B1065D224}"/>
              </a:ext>
            </a:extLst>
          </p:cNvPr>
          <p:cNvSpPr txBox="1"/>
          <p:nvPr/>
        </p:nvSpPr>
        <p:spPr>
          <a:xfrm>
            <a:off x="7151756" y="3624603"/>
            <a:ext cx="2439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2FCB42-5C8B-3B76-B5BD-959F82638C88}"/>
              </a:ext>
            </a:extLst>
          </p:cNvPr>
          <p:cNvSpPr txBox="1"/>
          <p:nvPr/>
        </p:nvSpPr>
        <p:spPr>
          <a:xfrm>
            <a:off x="8038094" y="3646859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50221F-A5E5-F539-7763-A49781FBA7ED}"/>
              </a:ext>
            </a:extLst>
          </p:cNvPr>
          <p:cNvSpPr txBox="1"/>
          <p:nvPr/>
        </p:nvSpPr>
        <p:spPr>
          <a:xfrm>
            <a:off x="8883124" y="3630477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A9B8E5-3D36-740D-957B-0AAE72ABFFA7}"/>
              </a:ext>
            </a:extLst>
          </p:cNvPr>
          <p:cNvSpPr txBox="1"/>
          <p:nvPr/>
        </p:nvSpPr>
        <p:spPr>
          <a:xfrm>
            <a:off x="6277115" y="4483808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656D58-09EF-9CAE-8A52-ADDA6746C576}"/>
              </a:ext>
            </a:extLst>
          </p:cNvPr>
          <p:cNvSpPr txBox="1"/>
          <p:nvPr/>
        </p:nvSpPr>
        <p:spPr>
          <a:xfrm>
            <a:off x="7151756" y="4496518"/>
            <a:ext cx="2439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0A943F-580A-D246-F58A-702965B60621}"/>
              </a:ext>
            </a:extLst>
          </p:cNvPr>
          <p:cNvSpPr txBox="1"/>
          <p:nvPr/>
        </p:nvSpPr>
        <p:spPr>
          <a:xfrm>
            <a:off x="8038094" y="4518774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166FF4-D962-663C-84C0-2EEF50C807CD}"/>
              </a:ext>
            </a:extLst>
          </p:cNvPr>
          <p:cNvSpPr txBox="1"/>
          <p:nvPr/>
        </p:nvSpPr>
        <p:spPr>
          <a:xfrm>
            <a:off x="8883124" y="4502392"/>
            <a:ext cx="2439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01870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11FD70-29DB-651A-3BE6-C40234D86E17}"/>
              </a:ext>
            </a:extLst>
          </p:cNvPr>
          <p:cNvSpPr txBox="1">
            <a:spLocks/>
          </p:cNvSpPr>
          <p:nvPr/>
        </p:nvSpPr>
        <p:spPr>
          <a:xfrm>
            <a:off x="0" y="111967"/>
            <a:ext cx="11719249" cy="6270171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b="1" i="1" u="sng" dirty="0">
                <a:latin typeface="+mj-lt"/>
                <a:ea typeface="+mj-ea"/>
                <a:cs typeface="+mj-cs"/>
              </a:rPr>
              <a:t>Multi FIN Parameters: </a:t>
            </a:r>
            <a:r>
              <a:rPr lang="en-US" sz="3000" b="1" i="1" u="sng" dirty="0">
                <a:latin typeface="+mj-lt"/>
                <a:ea typeface="+mj-ea"/>
                <a:cs typeface="+mj-cs"/>
                <a:sym typeface="Wingdings" panose="05000000000000000000" pitchFamily="2" charset="2"/>
              </a:rPr>
              <a:t>[New feature]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HorizontalPFTsConfig</a:t>
            </a:r>
            <a:r>
              <a:rPr lang="en-US" dirty="0">
                <a:sym typeface="Wingdings" panose="05000000000000000000" pitchFamily="2" charset="2"/>
              </a:rPr>
              <a:t> (string)  </a:t>
            </a:r>
            <a:r>
              <a:rPr lang="en-US" dirty="0"/>
              <a:t>Determine how many horizontal PFTs should be drawn</a:t>
            </a:r>
            <a:endParaRPr lang="en-US" dirty="0">
              <a:sym typeface="Wingdings" panose="05000000000000000000" pitchFamily="2" charset="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sym typeface="Wingdings" panose="05000000000000000000" pitchFamily="2" charset="2"/>
              </a:rPr>
              <a:t>Format</a:t>
            </a:r>
            <a:r>
              <a:rPr lang="en-US" dirty="0">
                <a:sym typeface="Wingdings" panose="05000000000000000000" pitchFamily="2" charset="2"/>
              </a:rPr>
              <a:t>: </a:t>
            </a:r>
            <a:r>
              <a:rPr lang="en-US" dirty="0"/>
              <a:t>Number of horizontal </a:t>
            </a:r>
            <a:r>
              <a:rPr lang="en-US" dirty="0" err="1"/>
              <a:t>PFTs,Distance</a:t>
            </a:r>
            <a:endParaRPr lang="en-US" dirty="0">
              <a:sym typeface="Wingdings" panose="05000000000000000000" pitchFamily="2" charset="2"/>
            </a:endParaRP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anose="05000000000000000000" pitchFamily="2" charset="2"/>
              </a:rPr>
              <a:t>Distance  </a:t>
            </a:r>
            <a:r>
              <a:rPr lang="en-US" sz="2400" dirty="0"/>
              <a:t>Distance between gates of horizontal PFT as number of poly tracks</a:t>
            </a:r>
            <a:endParaRPr lang="en-US" sz="2400" dirty="0">
              <a:sym typeface="Wingdings" panose="05000000000000000000" pitchFamily="2" charset="2"/>
            </a:endParaRP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anose="05000000000000000000" pitchFamily="2" charset="2"/>
              </a:rPr>
              <a:t>Entries for each PFT can be separated by /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sz="2000" dirty="0">
                <a:sym typeface="Wingdings" panose="05000000000000000000" pitchFamily="2" charset="2"/>
              </a:rPr>
              <a:t>Matching structures would need 2 entries, one for each of the PFT in the matching pair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sz="2000" dirty="0">
                <a:sym typeface="Wingdings" panose="05000000000000000000" pitchFamily="2" charset="2"/>
              </a:rPr>
              <a:t>Example: 2,15/2,15</a:t>
            </a:r>
          </a:p>
          <a:p>
            <a:pPr lvl="3">
              <a:buFont typeface="Arial" panose="020B0604020202020204" pitchFamily="34" charset="0"/>
              <a:buChar char="•"/>
            </a:pPr>
            <a:endParaRPr lang="en-US" sz="2400" dirty="0"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VerticalPFTsConfig</a:t>
            </a:r>
            <a:r>
              <a:rPr lang="en-US" dirty="0">
                <a:sym typeface="Wingdings" panose="05000000000000000000" pitchFamily="2" charset="2"/>
              </a:rPr>
              <a:t> (string)  </a:t>
            </a:r>
            <a:r>
              <a:rPr lang="en-US" dirty="0"/>
              <a:t>Determine how many vertical PFTs should be drawn</a:t>
            </a:r>
            <a:endParaRPr lang="en-US" dirty="0">
              <a:sym typeface="Wingdings" panose="05000000000000000000" pitchFamily="2" charset="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sym typeface="Wingdings" panose="05000000000000000000" pitchFamily="2" charset="2"/>
              </a:rPr>
              <a:t>Format</a:t>
            </a:r>
            <a:r>
              <a:rPr lang="en-US" dirty="0">
                <a:sym typeface="Wingdings" panose="05000000000000000000" pitchFamily="2" charset="2"/>
              </a:rPr>
              <a:t>: </a:t>
            </a:r>
            <a:r>
              <a:rPr lang="en-US" dirty="0"/>
              <a:t>Number of vertical PFTs,</a:t>
            </a:r>
            <a:r>
              <a:rPr lang="en-US" dirty="0">
                <a:sym typeface="Wingdings" panose="05000000000000000000" pitchFamily="2" charset="2"/>
              </a:rPr>
              <a:t> Distance1</a:t>
            </a:r>
            <a:r>
              <a:rPr lang="en-US" dirty="0"/>
              <a:t>,Distance2</a:t>
            </a:r>
            <a:endParaRPr lang="en-US" dirty="0">
              <a:sym typeface="Wingdings" panose="05000000000000000000" pitchFamily="2" charset="2"/>
            </a:endParaRP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anose="05000000000000000000" pitchFamily="2" charset="2"/>
              </a:rPr>
              <a:t>Distance1  </a:t>
            </a:r>
            <a:r>
              <a:rPr lang="en-US" sz="2400" dirty="0"/>
              <a:t>Distance between vertical PFT as number of diffusion tracks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sz="2000" dirty="0"/>
              <a:t>Needed to repeat all the matrices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anose="05000000000000000000" pitchFamily="2" charset="2"/>
              </a:rPr>
              <a:t>Distance2  </a:t>
            </a:r>
            <a:r>
              <a:rPr lang="en-US" sz="2400" dirty="0"/>
              <a:t>Distance between vertical PFT gate vias as number of m0 tracks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sz="2000" dirty="0">
                <a:sym typeface="Wingdings" panose="05000000000000000000" pitchFamily="2" charset="2"/>
              </a:rPr>
              <a:t>Needed to repeat all the Vias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anose="05000000000000000000" pitchFamily="2" charset="2"/>
              </a:rPr>
              <a:t>Entries for each PFT can be separated by /</a:t>
            </a:r>
          </a:p>
          <a:p>
            <a:pPr marL="0" indent="0">
              <a:buNone/>
            </a:pPr>
            <a:r>
              <a:rPr lang="en-US" sz="2400" b="1" i="1" u="sng" dirty="0">
                <a:sym typeface="Wingdings" panose="05000000000000000000" pitchFamily="2" charset="2"/>
              </a:rPr>
              <a:t>PLEASE NOTE:</a:t>
            </a:r>
            <a:r>
              <a:rPr lang="en-US" sz="2400" dirty="0">
                <a:sym typeface="Wingdings" panose="05000000000000000000" pitchFamily="2" charset="2"/>
              </a:rPr>
              <a:t>SS and DS vias are not repeated currently</a:t>
            </a:r>
          </a:p>
        </p:txBody>
      </p:sp>
    </p:spTree>
    <p:extLst>
      <p:ext uri="{BB962C8B-B14F-4D97-AF65-F5344CB8AC3E}">
        <p14:creationId xmlns:p14="http://schemas.microsoft.com/office/powerpoint/2010/main" val="1468740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6DA6C-BF48-8D15-0527-EFA773DA5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E07517C-D35A-43A4-F37A-9C227E0339A2}"/>
              </a:ext>
            </a:extLst>
          </p:cNvPr>
          <p:cNvSpPr txBox="1">
            <a:spLocks/>
          </p:cNvSpPr>
          <p:nvPr/>
        </p:nvSpPr>
        <p:spPr>
          <a:xfrm>
            <a:off x="0" y="111967"/>
            <a:ext cx="11719249" cy="62701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i="1" u="sng" dirty="0">
                <a:latin typeface="+mj-lt"/>
                <a:ea typeface="+mj-ea"/>
                <a:cs typeface="+mj-cs"/>
              </a:rPr>
              <a:t>Non-Matrix Parameters:</a:t>
            </a:r>
            <a:endParaRPr lang="en-US" sz="1800" dirty="0"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  <a:sym typeface="Wingdings" panose="05000000000000000000" pitchFamily="2" charset="2"/>
              </a:rPr>
              <a:t>FTITracks</a:t>
            </a:r>
            <a:r>
              <a:rPr lang="en-US" sz="2000" dirty="0">
                <a:sym typeface="Wingdings" panose="05000000000000000000" pitchFamily="2" charset="2"/>
              </a:rPr>
              <a:t> (string)  Draw FTI over the entire structure except the FTI Matrix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dirty="0">
                <a:sym typeface="Wingdings" panose="05000000000000000000" pitchFamily="2" charset="2"/>
              </a:rPr>
              <a:t>Format</a:t>
            </a:r>
            <a:r>
              <a:rPr lang="en-US" sz="1800" dirty="0">
                <a:sym typeface="Wingdings" panose="05000000000000000000" pitchFamily="2" charset="2"/>
              </a:rPr>
              <a:t>: FTI Tracks, Diffusion Tracks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800" dirty="0">
                <a:sym typeface="Wingdings" panose="05000000000000000000" pitchFamily="2" charset="2"/>
              </a:rPr>
              <a:t>FTI Tracks can be a range </a:t>
            </a:r>
            <a:r>
              <a:rPr lang="en-US" dirty="0">
                <a:sym typeface="Wingdings" panose="05000000000000000000" pitchFamily="2" charset="2"/>
              </a:rPr>
              <a:t>(start : end), </a:t>
            </a:r>
            <a:r>
              <a:rPr lang="en-US" sz="1800" dirty="0">
                <a:sym typeface="Wingdings" panose="05000000000000000000" pitchFamily="2" charset="2"/>
              </a:rPr>
              <a:t>a single value or multiple tracks separated by / as long as the length of those FTIs are the same (Same Diffusion Range)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800" dirty="0">
                <a:sym typeface="Wingdings" panose="05000000000000000000" pitchFamily="2" charset="2"/>
              </a:rPr>
              <a:t>Diffusion Tracks can be a range </a:t>
            </a:r>
            <a:r>
              <a:rPr lang="en-US" dirty="0">
                <a:sym typeface="Wingdings" panose="05000000000000000000" pitchFamily="2" charset="2"/>
              </a:rPr>
              <a:t>(start : end)</a:t>
            </a:r>
            <a:r>
              <a:rPr lang="en-US" sz="1800" dirty="0">
                <a:sym typeface="Wingdings" panose="05000000000000000000" pitchFamily="2" charset="2"/>
              </a:rPr>
              <a:t> or a single value 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800" dirty="0">
                <a:sym typeface="Wingdings" panose="05000000000000000000" pitchFamily="2" charset="2"/>
              </a:rPr>
              <a:t>Multiple entries are separated by ;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Examples: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0,0:10; 5,5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0:1,0:10; 5:7[1],0:10; 15:25[2],7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0/3/7/12/17,0:10; 5/8/13/15,2</a:t>
            </a:r>
          </a:p>
        </p:txBody>
      </p:sp>
    </p:spTree>
    <p:extLst>
      <p:ext uri="{BB962C8B-B14F-4D97-AF65-F5344CB8AC3E}">
        <p14:creationId xmlns:p14="http://schemas.microsoft.com/office/powerpoint/2010/main" val="1992187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11FD70-29DB-651A-3BE6-C40234D86E17}"/>
              </a:ext>
            </a:extLst>
          </p:cNvPr>
          <p:cNvSpPr txBox="1">
            <a:spLocks/>
          </p:cNvSpPr>
          <p:nvPr/>
        </p:nvSpPr>
        <p:spPr>
          <a:xfrm>
            <a:off x="0" y="111967"/>
            <a:ext cx="11719249" cy="6270171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0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  <a:sym typeface="Wingdings" panose="05000000000000000000" pitchFamily="2" charset="2"/>
              </a:rPr>
              <a:t>DrawFECuts</a:t>
            </a:r>
            <a:r>
              <a:rPr lang="en-US" sz="2000" dirty="0">
                <a:sym typeface="Wingdings" panose="05000000000000000000" pitchFamily="2" charset="2"/>
              </a:rPr>
              <a:t> (string)  Locations on which the TCN and Poly Cuts need to be placed [outside the matrix]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dirty="0">
                <a:sym typeface="Wingdings" panose="05000000000000000000" pitchFamily="2" charset="2"/>
              </a:rPr>
              <a:t>Format</a:t>
            </a:r>
            <a:r>
              <a:rPr lang="en-US" sz="1800" dirty="0">
                <a:sym typeface="Wingdings" panose="05000000000000000000" pitchFamily="2" charset="2"/>
              </a:rPr>
              <a:t>: Tcn (or) Poly Guide Tracks, Tcn (or) Poly Cut Guide Tracks – poly (or) tcn [X,Y – poly (or) tcn]|</a:t>
            </a:r>
            <a:r>
              <a:rPr lang="en-US" sz="1800" dirty="0" err="1">
                <a:sym typeface="Wingdings" panose="05000000000000000000" pitchFamily="2" charset="2"/>
              </a:rPr>
              <a:t>cutSize,cutMisreg</a:t>
            </a:r>
            <a:endParaRPr lang="en-US" sz="1800" dirty="0">
              <a:sym typeface="Wingdings" panose="05000000000000000000" pitchFamily="2" charset="2"/>
            </a:endParaRPr>
          </a:p>
          <a:p>
            <a:pPr lvl="3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Both X and Y Coordinates can be a range (start : end) or a single value</a:t>
            </a:r>
            <a:endParaRPr lang="en-US" sz="1800" dirty="0">
              <a:sym typeface="Wingdings" panose="05000000000000000000" pitchFamily="2" charset="2"/>
            </a:endParaRP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800" dirty="0">
                <a:sym typeface="Wingdings" panose="05000000000000000000" pitchFamily="2" charset="2"/>
              </a:rPr>
              <a:t>Skip Tracks  for both X-Coordinate</a:t>
            </a:r>
            <a:r>
              <a:rPr lang="en-US" dirty="0">
                <a:sym typeface="Wingdings" panose="05000000000000000000" pitchFamily="2" charset="2"/>
              </a:rPr>
              <a:t> and</a:t>
            </a:r>
            <a:r>
              <a:rPr lang="en-US" sz="1800" dirty="0">
                <a:sym typeface="Wingdings" panose="05000000000000000000" pitchFamily="2" charset="2"/>
              </a:rPr>
              <a:t> Y-Coordinate is Optional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dirty="0" err="1">
                <a:sym typeface="Wingdings" panose="05000000000000000000" pitchFamily="2" charset="2"/>
              </a:rPr>
              <a:t>CutSize</a:t>
            </a:r>
            <a:r>
              <a:rPr lang="en-US" dirty="0">
                <a:sym typeface="Wingdings" panose="05000000000000000000" pitchFamily="2" charset="2"/>
              </a:rPr>
              <a:t> and </a:t>
            </a:r>
            <a:r>
              <a:rPr lang="en-US" dirty="0" err="1">
                <a:sym typeface="Wingdings" panose="05000000000000000000" pitchFamily="2" charset="2"/>
              </a:rPr>
              <a:t>CutMisreg</a:t>
            </a:r>
            <a:r>
              <a:rPr lang="en-US" dirty="0">
                <a:sym typeface="Wingdings" panose="05000000000000000000" pitchFamily="2" charset="2"/>
              </a:rPr>
              <a:t> are optional parameters too</a:t>
            </a:r>
            <a:endParaRPr lang="en-US" sz="1800" dirty="0">
              <a:sym typeface="Wingdings" panose="05000000000000000000" pitchFamily="2" charset="2"/>
            </a:endParaRP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800" dirty="0">
                <a:sym typeface="Wingdings" panose="05000000000000000000" pitchFamily="2" charset="2"/>
              </a:rPr>
              <a:t>Multiple entries are separated by ;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Example: 1,1-poly; 5:10,3:10[1]-tcn; 3,6:8-poly</a:t>
            </a:r>
            <a:endParaRPr lang="en-US" sz="1800" dirty="0">
              <a:sym typeface="Wingdings" panose="05000000000000000000" pitchFamily="2" charset="2"/>
            </a:endParaRPr>
          </a:p>
          <a:p>
            <a:pPr marL="1371600" lvl="3" indent="0">
              <a:buNone/>
            </a:pPr>
            <a:endParaRPr lang="en-US" sz="2000" i="1" dirty="0">
              <a:latin typeface="IntelOne Display Medium" panose="020B0703020203020204" pitchFamily="34" charset="0"/>
              <a:cs typeface="IntelOne Display AR Bold" panose="020B0803020203020204" pitchFamily="34" charset="-78"/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  <a:sym typeface="Wingdings" panose="05000000000000000000" pitchFamily="2" charset="2"/>
              </a:rPr>
              <a:t>MergeFECuts</a:t>
            </a:r>
            <a:r>
              <a:rPr lang="en-US" sz="2000" dirty="0">
                <a:sym typeface="Wingdings" panose="05000000000000000000" pitchFamily="2" charset="2"/>
              </a:rPr>
              <a:t> (string)  Locations on which the TCN and Poly Cuts need to be removed [outside the matrix]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dirty="0">
                <a:sym typeface="Wingdings" panose="05000000000000000000" pitchFamily="2" charset="2"/>
              </a:rPr>
              <a:t>Format</a:t>
            </a:r>
            <a:r>
              <a:rPr lang="en-US" sz="1800" dirty="0">
                <a:sym typeface="Wingdings" panose="05000000000000000000" pitchFamily="2" charset="2"/>
              </a:rPr>
              <a:t>: Tcn (or) Poly Guide Tracks, Tcn (or) Poly Cut Guide Tracks – poly (or) tcn [X,Y – poly (or) tcn]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Both X and Y Coordinates can be a range (start : end) or a single value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Skip Tracks  for both X-Coordinate and Y-Coordinate is Optional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Multiple entries are separated by ;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Example: 1,1-poly; 5:10,3:10[1]-tcn; 3,6:8-poly</a:t>
            </a:r>
          </a:p>
          <a:p>
            <a:pPr marL="1371600" lvl="3" indent="0">
              <a:buNone/>
            </a:pPr>
            <a:endParaRPr lang="en-US" sz="2000" i="1" dirty="0">
              <a:latin typeface="IntelOne Display Medium" panose="020B0703020203020204" pitchFamily="34" charset="0"/>
              <a:cs typeface="IntelOne Display AR Bold" panose="020B0803020203020204" pitchFamily="34" charset="-78"/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  <a:sym typeface="Wingdings" panose="05000000000000000000" pitchFamily="2" charset="2"/>
              </a:rPr>
              <a:t>TcnDepop</a:t>
            </a:r>
            <a:r>
              <a:rPr lang="en-US" sz="2000" dirty="0">
                <a:sym typeface="Wingdings" panose="05000000000000000000" pitchFamily="2" charset="2"/>
              </a:rPr>
              <a:t> (string)  Determine the locations to </a:t>
            </a:r>
            <a:r>
              <a:rPr lang="en-US" sz="2000" dirty="0" err="1">
                <a:sym typeface="Wingdings" panose="05000000000000000000" pitchFamily="2" charset="2"/>
              </a:rPr>
              <a:t>depop</a:t>
            </a:r>
            <a:r>
              <a:rPr lang="en-US" sz="2000" dirty="0">
                <a:sym typeface="Wingdings" panose="05000000000000000000" pitchFamily="2" charset="2"/>
              </a:rPr>
              <a:t> TCN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dirty="0">
                <a:sym typeface="Wingdings" panose="05000000000000000000" pitchFamily="2" charset="2"/>
              </a:rPr>
              <a:t>Format</a:t>
            </a:r>
            <a:r>
              <a:rPr lang="en-US" sz="1800" dirty="0">
                <a:sym typeface="Wingdings" panose="05000000000000000000" pitchFamily="2" charset="2"/>
              </a:rPr>
              <a:t>: </a:t>
            </a:r>
            <a:r>
              <a:rPr lang="en-US" sz="1800" dirty="0" err="1">
                <a:sym typeface="Wingdings" panose="05000000000000000000" pitchFamily="2" charset="2"/>
              </a:rPr>
              <a:t>allEMR;locations</a:t>
            </a:r>
            <a:r>
              <a:rPr lang="en-US" sz="1800" dirty="0">
                <a:sym typeface="Wingdings" panose="05000000000000000000" pitchFamily="2" charset="2"/>
              </a:rPr>
              <a:t> to </a:t>
            </a:r>
            <a:r>
              <a:rPr lang="en-US" sz="1800" dirty="0" err="1">
                <a:sym typeface="Wingdings" panose="05000000000000000000" pitchFamily="2" charset="2"/>
              </a:rPr>
              <a:t>depop</a:t>
            </a:r>
            <a:r>
              <a:rPr lang="en-US" sz="1800" dirty="0">
                <a:sym typeface="Wingdings" panose="05000000000000000000" pitchFamily="2" charset="2"/>
              </a:rPr>
              <a:t> extra TCN/locations within </a:t>
            </a:r>
            <a:r>
              <a:rPr lang="en-US" sz="1800" dirty="0" err="1">
                <a:sym typeface="Wingdings" panose="05000000000000000000" pitchFamily="2" charset="2"/>
              </a:rPr>
              <a:t>allEMR</a:t>
            </a:r>
            <a:r>
              <a:rPr lang="en-US" sz="1800" dirty="0">
                <a:sym typeface="Wingdings" panose="05000000000000000000" pitchFamily="2" charset="2"/>
              </a:rPr>
              <a:t> where no tcn </a:t>
            </a:r>
            <a:r>
              <a:rPr lang="en-US" sz="1800" dirty="0" err="1">
                <a:sym typeface="Wingdings" panose="05000000000000000000" pitchFamily="2" charset="2"/>
              </a:rPr>
              <a:t>depop</a:t>
            </a:r>
            <a:r>
              <a:rPr lang="en-US" sz="1800" dirty="0">
                <a:sym typeface="Wingdings" panose="05000000000000000000" pitchFamily="2" charset="2"/>
              </a:rPr>
              <a:t> should occur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dirty="0" err="1">
                <a:sym typeface="Wingdings" panose="05000000000000000000" pitchFamily="2" charset="2"/>
              </a:rPr>
              <a:t>allEMR</a:t>
            </a:r>
            <a:r>
              <a:rPr lang="en-US" dirty="0">
                <a:sym typeface="Wingdings" panose="05000000000000000000" pitchFamily="2" charset="2"/>
              </a:rPr>
              <a:t> removes tcn from all locations where EMR is present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Locations are X,Y where X are </a:t>
            </a:r>
            <a:r>
              <a:rPr lang="en-US" sz="1800" dirty="0">
                <a:sym typeface="Wingdings" panose="05000000000000000000" pitchFamily="2" charset="2"/>
              </a:rPr>
              <a:t>TCN Guide Tracks and Y are Diffusion Guide Tracks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Both X and Y Coordinates can be a range (start : end) or a single value</a:t>
            </a:r>
            <a:endParaRPr lang="en-US" sz="1800" dirty="0">
              <a:sym typeface="Wingdings" panose="05000000000000000000" pitchFamily="2" charset="2"/>
            </a:endParaRP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800" dirty="0">
                <a:sym typeface="Wingdings" panose="05000000000000000000" pitchFamily="2" charset="2"/>
              </a:rPr>
              <a:t>Skip Tracks  for both X-Coordinate</a:t>
            </a:r>
            <a:r>
              <a:rPr lang="en-US" dirty="0">
                <a:sym typeface="Wingdings" panose="05000000000000000000" pitchFamily="2" charset="2"/>
              </a:rPr>
              <a:t> and</a:t>
            </a:r>
            <a:r>
              <a:rPr lang="en-US" sz="1800" dirty="0">
                <a:sym typeface="Wingdings" panose="05000000000000000000" pitchFamily="2" charset="2"/>
              </a:rPr>
              <a:t> Y-Coordinate is Optional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800" dirty="0">
                <a:sym typeface="Wingdings" panose="05000000000000000000" pitchFamily="2" charset="2"/>
              </a:rPr>
              <a:t>Multiple entries are separated by ;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Leaving it blank does not </a:t>
            </a:r>
            <a:r>
              <a:rPr lang="en-US" dirty="0" err="1">
                <a:sym typeface="Wingdings" panose="05000000000000000000" pitchFamily="2" charset="2"/>
              </a:rPr>
              <a:t>depop</a:t>
            </a:r>
            <a:r>
              <a:rPr lang="en-US" dirty="0">
                <a:sym typeface="Wingdings" panose="05000000000000000000" pitchFamily="2" charset="2"/>
              </a:rPr>
              <a:t> any TCN</a:t>
            </a:r>
            <a:endParaRPr lang="en-US" sz="18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911565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469DA-4C26-A1C2-8FA0-88BA4A35D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611ED8B-9B49-9183-ECC4-AE8904504E34}"/>
              </a:ext>
            </a:extLst>
          </p:cNvPr>
          <p:cNvSpPr txBox="1">
            <a:spLocks/>
          </p:cNvSpPr>
          <p:nvPr/>
        </p:nvSpPr>
        <p:spPr>
          <a:xfrm>
            <a:off x="0" y="111967"/>
            <a:ext cx="11719249" cy="627017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0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  <a:sym typeface="Wingdings" panose="05000000000000000000" pitchFamily="2" charset="2"/>
              </a:rPr>
              <a:t>VcrPattern</a:t>
            </a:r>
            <a:r>
              <a:rPr lang="en-US" sz="2000" dirty="0">
                <a:sym typeface="Wingdings" panose="05000000000000000000" pitchFamily="2" charset="2"/>
              </a:rPr>
              <a:t> (string)  </a:t>
            </a:r>
            <a:r>
              <a:rPr lang="en-US" sz="2100" dirty="0"/>
              <a:t>Determine the locations to place </a:t>
            </a:r>
            <a:r>
              <a:rPr lang="en-US" sz="2100" dirty="0" err="1"/>
              <a:t>vcr</a:t>
            </a:r>
            <a:endParaRPr lang="en-US" sz="21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dirty="0"/>
              <a:t>Format</a:t>
            </a:r>
            <a:r>
              <a:rPr lang="en-US" sz="1800" dirty="0"/>
              <a:t>: </a:t>
            </a:r>
            <a:r>
              <a:rPr lang="en-US" sz="1800" dirty="0" err="1">
                <a:sym typeface="Wingdings" panose="05000000000000000000" pitchFamily="2" charset="2"/>
              </a:rPr>
              <a:t>Vcr</a:t>
            </a:r>
            <a:r>
              <a:rPr lang="en-US" sz="1800" dirty="0">
                <a:sym typeface="Wingdings" panose="05000000000000000000" pitchFamily="2" charset="2"/>
              </a:rPr>
              <a:t> Guide Tracks, Tcn Reference Tracks followed by skew inputs (optional)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u="sng" dirty="0"/>
              <a:t>Skew Format</a:t>
            </a:r>
            <a:r>
              <a:rPr lang="en-US" sz="1800" dirty="0"/>
              <a:t>: x1,y1|grow1X,grow1Y,misreg1X,misreg1Y; x2,y2|grow2X,grow2Y,misreg2X,misreg2Y (OR) x1,y1;x2,y2;x3,y3/</a:t>
            </a:r>
            <a:r>
              <a:rPr lang="en-US" sz="1800" dirty="0" err="1"/>
              <a:t>growX,growY,misregX,misregY</a:t>
            </a:r>
            <a:endParaRPr lang="en-US" sz="1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X coordinate are </a:t>
            </a:r>
            <a:r>
              <a:rPr lang="en-US" sz="1800" dirty="0" err="1"/>
              <a:t>vcr</a:t>
            </a:r>
            <a:r>
              <a:rPr lang="en-US" sz="1800" dirty="0"/>
              <a:t> Guides (seen as vcr;tccGuide1)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Y coordinate are tcn reference tracks (seen as vcr;tccGuide2)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sym typeface="Wingdings" panose="05000000000000000000" pitchFamily="2" charset="2"/>
              </a:rPr>
              <a:t>Both X and Y Coordinates can be a range (start : end) or a single value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sym typeface="Wingdings" panose="05000000000000000000" pitchFamily="2" charset="2"/>
              </a:rPr>
              <a:t>Skip Tracks  for both X-Coordinate and Y-Coordinate is Optional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sym typeface="Wingdings" panose="05000000000000000000" pitchFamily="2" charset="2"/>
              </a:rPr>
              <a:t>Multiple entries are separated by ;</a:t>
            </a:r>
            <a:endParaRPr lang="en-US" sz="1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Grow and Misreg parameters are optional</a:t>
            </a:r>
            <a:endParaRPr lang="en-US" sz="2000" i="1" dirty="0">
              <a:latin typeface="IntelOne Display Medium" panose="020B0703020203020204" pitchFamily="34" charset="0"/>
              <a:cs typeface="IntelOne Display AR Bold" panose="020B0803020203020204" pitchFamily="34" charset="-78"/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  <a:sym typeface="Wingdings" panose="05000000000000000000" pitchFamily="2" charset="2"/>
              </a:rPr>
              <a:t>VcrnubPattern</a:t>
            </a:r>
            <a:r>
              <a:rPr lang="en-US" sz="2000" dirty="0">
                <a:sym typeface="Wingdings" panose="05000000000000000000" pitchFamily="2" charset="2"/>
              </a:rPr>
              <a:t> (string)  </a:t>
            </a:r>
            <a:r>
              <a:rPr lang="en-US" sz="2000" dirty="0"/>
              <a:t>Determine the locations to place </a:t>
            </a:r>
            <a:r>
              <a:rPr lang="en-US" sz="2000" dirty="0" err="1"/>
              <a:t>vcrnub</a:t>
            </a:r>
            <a:endParaRPr lang="en-US" sz="2000" dirty="0">
              <a:sym typeface="Wingdings" panose="05000000000000000000" pitchFamily="2" charset="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dirty="0">
                <a:sym typeface="Wingdings" panose="05000000000000000000" pitchFamily="2" charset="2"/>
              </a:rPr>
              <a:t>Format: </a:t>
            </a:r>
            <a:r>
              <a:rPr lang="en-US" sz="1800" dirty="0" err="1">
                <a:sym typeface="Wingdings" panose="05000000000000000000" pitchFamily="2" charset="2"/>
              </a:rPr>
              <a:t>Vcr</a:t>
            </a:r>
            <a:r>
              <a:rPr lang="en-US" sz="1800" dirty="0">
                <a:sym typeface="Wingdings" panose="05000000000000000000" pitchFamily="2" charset="2"/>
              </a:rPr>
              <a:t> Guide Tracks, Tcn Reference Tracks, </a:t>
            </a:r>
            <a:r>
              <a:rPr lang="en-US" sz="1800" dirty="0" err="1">
                <a:sym typeface="Wingdings" panose="05000000000000000000" pitchFamily="2" charset="2"/>
              </a:rPr>
              <a:t>Vcrnub</a:t>
            </a:r>
            <a:r>
              <a:rPr lang="en-US" sz="1800" dirty="0">
                <a:sym typeface="Wingdings" panose="05000000000000000000" pitchFamily="2" charset="2"/>
              </a:rPr>
              <a:t> Direction followed by skew inputs (optional)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u="sng" dirty="0"/>
              <a:t>Skew Format</a:t>
            </a:r>
            <a:r>
              <a:rPr lang="en-US" sz="1800" dirty="0"/>
              <a:t>: x1,y1,top|grow1X,grow1Y,misreg1X,misreg1Y; x2,y2,bottom|grow2X,grow2Y,misreg2X,misreg2Y (OR) x1,y1,top;x2,y2,bottom;x3,y3,both/</a:t>
            </a:r>
            <a:r>
              <a:rPr lang="en-US" sz="1800" dirty="0" err="1"/>
              <a:t>growX,growY,misregX,misregY</a:t>
            </a:r>
            <a:endParaRPr lang="en-US" sz="1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X coordinate are </a:t>
            </a:r>
            <a:r>
              <a:rPr lang="en-US" sz="1800" dirty="0" err="1"/>
              <a:t>vcr</a:t>
            </a:r>
            <a:r>
              <a:rPr lang="en-US" sz="1800" dirty="0"/>
              <a:t> Guides (seen as vcr;tccGuide1)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Y coordinate are tcn reference tracks (seen as vcr;tccGuide2)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sym typeface="Wingdings" panose="05000000000000000000" pitchFamily="2" charset="2"/>
              </a:rPr>
              <a:t>Both X and Y Coordinates can be a range (start : end) or a single value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sym typeface="Wingdings" panose="05000000000000000000" pitchFamily="2" charset="2"/>
              </a:rPr>
              <a:t>Skip Tracks  for both X-Coordinate and Y-Coordinate is Optional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sym typeface="Wingdings" panose="05000000000000000000" pitchFamily="2" charset="2"/>
              </a:rPr>
              <a:t>Multiple entries are separated by ;</a:t>
            </a:r>
            <a:endParaRPr lang="en-US" sz="1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Grow and Misreg parameters are optional</a:t>
            </a:r>
            <a:endParaRPr lang="en-US" sz="2000" i="1" dirty="0">
              <a:latin typeface="IntelOne Display Medium" panose="020B0703020203020204" pitchFamily="34" charset="0"/>
              <a:cs typeface="IntelOne Display AR Bold" panose="020B0803020203020204" pitchFamily="34" charset="-78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51580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8583C-9241-EF9B-B886-1C1111651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82C88A8-C86B-1FE3-0163-1C392498B691}"/>
              </a:ext>
            </a:extLst>
          </p:cNvPr>
          <p:cNvSpPr txBox="1">
            <a:spLocks/>
          </p:cNvSpPr>
          <p:nvPr/>
        </p:nvSpPr>
        <p:spPr>
          <a:xfrm>
            <a:off x="3383606" y="64308"/>
            <a:ext cx="4777119" cy="78751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latin typeface="+mj-lt"/>
                <a:ea typeface="+mj-ea"/>
                <a:cs typeface="+mj-cs"/>
              </a:rPr>
              <a:t>SDR </a:t>
            </a:r>
            <a:r>
              <a:rPr lang="en-US" b="1" dirty="0" err="1">
                <a:latin typeface="+mj-lt"/>
                <a:ea typeface="+mj-ea"/>
                <a:cs typeface="+mj-cs"/>
              </a:rPr>
              <a:t>Vcr</a:t>
            </a:r>
            <a:r>
              <a:rPr lang="en-US" b="1" dirty="0">
                <a:latin typeface="+mj-lt"/>
                <a:ea typeface="+mj-ea"/>
                <a:cs typeface="+mj-cs"/>
              </a:rPr>
              <a:t> and </a:t>
            </a:r>
            <a:r>
              <a:rPr lang="en-US" b="1" dirty="0" err="1">
                <a:latin typeface="+mj-lt"/>
                <a:ea typeface="+mj-ea"/>
                <a:cs typeface="+mj-cs"/>
              </a:rPr>
              <a:t>Vcrnub</a:t>
            </a:r>
            <a:r>
              <a:rPr lang="en-US" b="1" dirty="0">
                <a:latin typeface="+mj-lt"/>
                <a:ea typeface="+mj-ea"/>
                <a:cs typeface="+mj-cs"/>
              </a:rPr>
              <a:t> Examples</a:t>
            </a: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7925187-14CC-EA0B-3B36-B7461828A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348" y="898321"/>
            <a:ext cx="5615402" cy="4396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A4ACC1-01E0-94CC-1109-F5E376E25BE2}"/>
              </a:ext>
            </a:extLst>
          </p:cNvPr>
          <p:cNvSpPr txBox="1"/>
          <p:nvPr/>
        </p:nvSpPr>
        <p:spPr>
          <a:xfrm>
            <a:off x="6519966" y="5336007"/>
            <a:ext cx="51981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vcrPattern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2:6,2;0:3,1;6:11,3:4 (purple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dirty="0" err="1"/>
              <a:t>vcr</a:t>
            </a:r>
            <a:r>
              <a:rPr lang="en-US" dirty="0"/>
              <a:t>)</a:t>
            </a:r>
          </a:p>
          <a:p>
            <a:r>
              <a:rPr lang="en-US" dirty="0" err="1"/>
              <a:t>vcrnubPattern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3:5,2,top;2,1,bottom;7:10,3:4,both</a:t>
            </a:r>
            <a:r>
              <a:rPr lang="en-US" b="1" dirty="0"/>
              <a:t> </a:t>
            </a:r>
            <a:r>
              <a:rPr lang="en-US" dirty="0"/>
              <a:t>(pink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dirty="0" err="1"/>
              <a:t>vcrnub</a:t>
            </a:r>
            <a:r>
              <a:rPr lang="en-US" dirty="0"/>
              <a:t>)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6093F47E-7EA9-EDEF-FD83-CC49F524B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06" y="1646446"/>
            <a:ext cx="6121156" cy="3227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834ED3-02A0-6C3B-0C68-08786029A29B}"/>
              </a:ext>
            </a:extLst>
          </p:cNvPr>
          <p:cNvSpPr txBox="1"/>
          <p:nvPr/>
        </p:nvSpPr>
        <p:spPr>
          <a:xfrm>
            <a:off x="574001" y="4874342"/>
            <a:ext cx="5198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vcrPattern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0:16,6;20:40,7;20:22,8:10[1];0:r0,5 (brown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tcn, purple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dirty="0" err="1"/>
              <a:t>vcr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42605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F4AB1-F30B-BF73-AC84-6024E3E42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5DEE4B-6DBB-EA97-94B2-7F17B1C183C7}"/>
              </a:ext>
            </a:extLst>
          </p:cNvPr>
          <p:cNvSpPr txBox="1">
            <a:spLocks/>
          </p:cNvSpPr>
          <p:nvPr/>
        </p:nvSpPr>
        <p:spPr>
          <a:xfrm>
            <a:off x="3324660" y="0"/>
            <a:ext cx="4895011" cy="78751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latin typeface="+mj-lt"/>
                <a:ea typeface="+mj-ea"/>
                <a:cs typeface="+mj-cs"/>
              </a:rPr>
              <a:t>Vcr</a:t>
            </a:r>
            <a:r>
              <a:rPr lang="en-US" b="1" dirty="0">
                <a:latin typeface="+mj-lt"/>
                <a:ea typeface="+mj-ea"/>
                <a:cs typeface="+mj-cs"/>
              </a:rPr>
              <a:t> and </a:t>
            </a:r>
            <a:r>
              <a:rPr lang="en-US" b="1" dirty="0" err="1">
                <a:latin typeface="+mj-lt"/>
                <a:ea typeface="+mj-ea"/>
                <a:cs typeface="+mj-cs"/>
              </a:rPr>
              <a:t>Vcrnub</a:t>
            </a:r>
            <a:r>
              <a:rPr lang="en-US" b="1" dirty="0">
                <a:latin typeface="+mj-lt"/>
                <a:ea typeface="+mj-ea"/>
                <a:cs typeface="+mj-cs"/>
              </a:rPr>
              <a:t> Skew Examples</a:t>
            </a: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C38BD7-7176-FA66-1D99-2FCC42815625}"/>
              </a:ext>
            </a:extLst>
          </p:cNvPr>
          <p:cNvSpPr txBox="1"/>
          <p:nvPr/>
        </p:nvSpPr>
        <p:spPr>
          <a:xfrm>
            <a:off x="8219671" y="3320024"/>
            <a:ext cx="352685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vcrPattern</a:t>
            </a:r>
            <a:r>
              <a:rPr lang="en-US" sz="1600" dirty="0"/>
              <a:t> </a:t>
            </a:r>
            <a:r>
              <a:rPr lang="en-US" sz="1600" dirty="0">
                <a:sym typeface="Wingdings" panose="05000000000000000000" pitchFamily="2" charset="2"/>
              </a:rPr>
              <a:t></a:t>
            </a:r>
            <a:r>
              <a:rPr lang="en-US" sz="1600" dirty="0"/>
              <a:t> 1:3,2:4[1];0:3,3:5[1];0:r0,6 (purple </a:t>
            </a:r>
            <a:r>
              <a:rPr lang="en-US" sz="1600" dirty="0">
                <a:sym typeface="Wingdings" panose="05000000000000000000" pitchFamily="2" charset="2"/>
              </a:rPr>
              <a:t></a:t>
            </a:r>
            <a:r>
              <a:rPr lang="en-US" sz="1600" dirty="0"/>
              <a:t> </a:t>
            </a:r>
            <a:r>
              <a:rPr lang="en-US" sz="1600" dirty="0" err="1"/>
              <a:t>vcr</a:t>
            </a:r>
            <a:r>
              <a:rPr lang="en-US" sz="1600" dirty="0"/>
              <a:t>)</a:t>
            </a:r>
          </a:p>
          <a:p>
            <a:r>
              <a:rPr lang="en-US" sz="1600" dirty="0" err="1"/>
              <a:t>vcrnubPattern</a:t>
            </a:r>
            <a:r>
              <a:rPr lang="en-US" sz="1600" dirty="0"/>
              <a:t> </a:t>
            </a:r>
            <a:r>
              <a:rPr lang="en-US" sz="1600" dirty="0">
                <a:sym typeface="Wingdings" panose="05000000000000000000" pitchFamily="2" charset="2"/>
              </a:rPr>
              <a:t></a:t>
            </a:r>
            <a:r>
              <a:rPr lang="en-US" sz="1600" dirty="0"/>
              <a:t> 2,2:4[1],top;1:2,3:5[1],bottom;1:4,6,both/0,0.005,0,0</a:t>
            </a:r>
            <a:r>
              <a:rPr lang="en-US" sz="1600" b="1" dirty="0"/>
              <a:t> </a:t>
            </a:r>
            <a:r>
              <a:rPr lang="en-US" sz="1600" dirty="0"/>
              <a:t>(pink </a:t>
            </a:r>
            <a:r>
              <a:rPr lang="en-US" sz="1600" dirty="0">
                <a:sym typeface="Wingdings" panose="05000000000000000000" pitchFamily="2" charset="2"/>
              </a:rPr>
              <a:t></a:t>
            </a:r>
            <a:r>
              <a:rPr lang="en-US" sz="1600" dirty="0"/>
              <a:t> </a:t>
            </a:r>
            <a:r>
              <a:rPr lang="en-US" sz="1600" dirty="0" err="1"/>
              <a:t>vcrnub</a:t>
            </a:r>
            <a:r>
              <a:rPr lang="en-US" sz="1600" dirty="0"/>
              <a:t>)</a:t>
            </a:r>
          </a:p>
          <a:p>
            <a:r>
              <a:rPr lang="en-US" sz="1600" dirty="0"/>
              <a:t>Arrows indicate direction of CD and Misreg skews (For top and bottom nubs, they move towards/away from DKA with one edge always aligning at CRL)</a:t>
            </a:r>
          </a:p>
          <a:p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3D5D6B-422A-CD2C-6786-2CA4EE1A0FF6}"/>
              </a:ext>
            </a:extLst>
          </p:cNvPr>
          <p:cNvSpPr txBox="1"/>
          <p:nvPr/>
        </p:nvSpPr>
        <p:spPr>
          <a:xfrm>
            <a:off x="-1" y="2499571"/>
            <a:ext cx="52203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vcrPattern</a:t>
            </a:r>
            <a:r>
              <a:rPr lang="en-US" sz="1600" dirty="0"/>
              <a:t> </a:t>
            </a:r>
            <a:r>
              <a:rPr lang="en-US" sz="1600" dirty="0">
                <a:sym typeface="Wingdings" panose="05000000000000000000" pitchFamily="2" charset="2"/>
              </a:rPr>
              <a:t></a:t>
            </a:r>
            <a:r>
              <a:rPr lang="en-US" sz="1600" dirty="0"/>
              <a:t> 1:3,2:4[1];0:3,3:5[1];0:r0,6/0,0.016,0,0 </a:t>
            </a:r>
          </a:p>
          <a:p>
            <a:r>
              <a:rPr lang="en-US" sz="1600" dirty="0"/>
              <a:t>(brown </a:t>
            </a:r>
            <a:r>
              <a:rPr lang="en-US" sz="1600" dirty="0">
                <a:sym typeface="Wingdings" panose="05000000000000000000" pitchFamily="2" charset="2"/>
              </a:rPr>
              <a:t></a:t>
            </a:r>
            <a:r>
              <a:rPr lang="en-US" sz="1600" dirty="0"/>
              <a:t> tcn, purple </a:t>
            </a:r>
            <a:r>
              <a:rPr lang="en-US" sz="1600" dirty="0">
                <a:sym typeface="Wingdings" panose="05000000000000000000" pitchFamily="2" charset="2"/>
              </a:rPr>
              <a:t></a:t>
            </a:r>
            <a:r>
              <a:rPr lang="en-US" sz="1600" dirty="0"/>
              <a:t> </a:t>
            </a:r>
            <a:r>
              <a:rPr lang="en-US" sz="1600" dirty="0" err="1"/>
              <a:t>vcr</a:t>
            </a:r>
            <a:r>
              <a:rPr lang="en-US" sz="1600" dirty="0"/>
              <a:t>)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F136F5A4-77F7-88D7-C94F-8EDCB58BF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386844"/>
            <a:ext cx="7128858" cy="2149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A771C3BC-1D4A-252C-DA40-78881D5B8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46" y="3320024"/>
            <a:ext cx="8162925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6463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DA102-CDA8-CD3B-3AD6-2FB72BB0C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954C717-D4EA-7605-F861-EEEEC15310EA}"/>
              </a:ext>
            </a:extLst>
          </p:cNvPr>
          <p:cNvSpPr txBox="1">
            <a:spLocks/>
          </p:cNvSpPr>
          <p:nvPr/>
        </p:nvSpPr>
        <p:spPr>
          <a:xfrm>
            <a:off x="0" y="111967"/>
            <a:ext cx="11719249" cy="62701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0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  <a:sym typeface="Wingdings" panose="05000000000000000000" pitchFamily="2" charset="2"/>
              </a:rPr>
              <a:t>TcnExtension</a:t>
            </a:r>
            <a:r>
              <a:rPr lang="en-US" sz="2000" dirty="0">
                <a:sym typeface="Wingdings" panose="05000000000000000000" pitchFamily="2" charset="2"/>
              </a:rPr>
              <a:t> (string)  </a:t>
            </a:r>
            <a:r>
              <a:rPr lang="en-US" sz="2000" dirty="0"/>
              <a:t>Determine the locations where tcn should be extended into CRL</a:t>
            </a:r>
            <a:endParaRPr lang="en-US" sz="2000" dirty="0">
              <a:sym typeface="Wingdings" panose="05000000000000000000" pitchFamily="2" charset="2"/>
            </a:endParaRPr>
          </a:p>
          <a:p>
            <a:pPr lvl="1"/>
            <a:r>
              <a:rPr lang="en-US" sz="1800" b="1" dirty="0">
                <a:sym typeface="Wingdings" panose="05000000000000000000" pitchFamily="2" charset="2"/>
              </a:rPr>
              <a:t>Format</a:t>
            </a:r>
            <a:r>
              <a:rPr lang="en-US" sz="1800" dirty="0">
                <a:sym typeface="Wingdings" panose="05000000000000000000" pitchFamily="2" charset="2"/>
              </a:rPr>
              <a:t>: “</a:t>
            </a:r>
            <a:r>
              <a:rPr lang="en-US" sz="1800" dirty="0" err="1">
                <a:sym typeface="Wingdings" panose="05000000000000000000" pitchFamily="2" charset="2"/>
              </a:rPr>
              <a:t>allvcrnub</a:t>
            </a:r>
            <a:r>
              <a:rPr lang="en-US" sz="1800" dirty="0">
                <a:sym typeface="Wingdings" panose="05000000000000000000" pitchFamily="2" charset="2"/>
              </a:rPr>
              <a:t>” (OR) </a:t>
            </a:r>
            <a:r>
              <a:rPr lang="en-US" sz="1800" dirty="0" err="1">
                <a:sym typeface="Wingdings" panose="05000000000000000000" pitchFamily="2" charset="2"/>
              </a:rPr>
              <a:t>Vcr</a:t>
            </a:r>
            <a:r>
              <a:rPr lang="en-US" sz="1800" dirty="0">
                <a:sym typeface="Wingdings" panose="05000000000000000000" pitchFamily="2" charset="2"/>
              </a:rPr>
              <a:t> Guide Tracks, Tcn Reference Tracks</a:t>
            </a:r>
          </a:p>
          <a:p>
            <a:pPr lvl="3"/>
            <a:r>
              <a:rPr lang="en-US" dirty="0">
                <a:sym typeface="Wingdings" panose="05000000000000000000" pitchFamily="2" charset="2"/>
              </a:rPr>
              <a:t>“</a:t>
            </a:r>
            <a:r>
              <a:rPr lang="en-US" dirty="0" err="1">
                <a:sym typeface="Wingdings" panose="05000000000000000000" pitchFamily="2" charset="2"/>
              </a:rPr>
              <a:t>allvcrnub</a:t>
            </a:r>
            <a:r>
              <a:rPr lang="en-US" dirty="0">
                <a:sym typeface="Wingdings" panose="05000000000000000000" pitchFamily="2" charset="2"/>
              </a:rPr>
              <a:t>” would extend all the tcns facing the </a:t>
            </a:r>
            <a:r>
              <a:rPr lang="en-US" dirty="0" err="1">
                <a:sym typeface="Wingdings" panose="05000000000000000000" pitchFamily="2" charset="2"/>
              </a:rPr>
              <a:t>vcrnub</a:t>
            </a:r>
            <a:r>
              <a:rPr lang="en-US" dirty="0">
                <a:sym typeface="Wingdings" panose="05000000000000000000" pitchFamily="2" charset="2"/>
              </a:rPr>
              <a:t>. </a:t>
            </a:r>
          </a:p>
          <a:p>
            <a:pPr lvl="3"/>
            <a:r>
              <a:rPr lang="en-US" dirty="0">
                <a:sym typeface="Wingdings" panose="05000000000000000000" pitchFamily="2" charset="2"/>
              </a:rPr>
              <a:t>Using specific coordinate patterns allows only specific tcns to be extended into CRL which are facing the </a:t>
            </a:r>
            <a:r>
              <a:rPr lang="en-US" dirty="0" err="1">
                <a:sym typeface="Wingdings" panose="05000000000000000000" pitchFamily="2" charset="2"/>
              </a:rPr>
              <a:t>vrcnub</a:t>
            </a:r>
            <a:endParaRPr lang="en-US" dirty="0">
              <a:sym typeface="Wingdings" panose="05000000000000000000" pitchFamily="2" charset="2"/>
            </a:endParaRPr>
          </a:p>
          <a:p>
            <a:pPr lvl="3"/>
            <a:r>
              <a:rPr lang="en-US" dirty="0">
                <a:sym typeface="Wingdings" panose="05000000000000000000" pitchFamily="2" charset="2"/>
              </a:rPr>
              <a:t>Both X and Y Coordinates can be a range (start : end) or a single value</a:t>
            </a:r>
          </a:p>
          <a:p>
            <a:pPr lvl="3"/>
            <a:r>
              <a:rPr lang="en-US" dirty="0">
                <a:sym typeface="Wingdings" panose="05000000000000000000" pitchFamily="2" charset="2"/>
              </a:rPr>
              <a:t>Skip Tracks  for both X-Coordinate and Y-Coordinate is Optional</a:t>
            </a:r>
          </a:p>
          <a:p>
            <a:pPr lvl="3"/>
            <a:r>
              <a:rPr lang="en-US" dirty="0">
                <a:sym typeface="Wingdings" panose="05000000000000000000" pitchFamily="2" charset="2"/>
              </a:rPr>
              <a:t>Multiple entries are separated by ;</a:t>
            </a:r>
          </a:p>
          <a:p>
            <a:pPr lvl="3"/>
            <a:r>
              <a:rPr lang="en-US" dirty="0">
                <a:sym typeface="Wingdings" panose="05000000000000000000" pitchFamily="2" charset="2"/>
              </a:rPr>
              <a:t>Example: 0:r0,2:4;1:4[1],5:8</a:t>
            </a:r>
          </a:p>
        </p:txBody>
      </p:sp>
    </p:spTree>
    <p:extLst>
      <p:ext uri="{BB962C8B-B14F-4D97-AF65-F5344CB8AC3E}">
        <p14:creationId xmlns:p14="http://schemas.microsoft.com/office/powerpoint/2010/main" val="3806402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FCFE9-4CF6-6CD6-E937-C93B54849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605E307-2485-C8F7-7047-FAAD27672974}"/>
              </a:ext>
            </a:extLst>
          </p:cNvPr>
          <p:cNvSpPr txBox="1">
            <a:spLocks/>
          </p:cNvSpPr>
          <p:nvPr/>
        </p:nvSpPr>
        <p:spPr>
          <a:xfrm>
            <a:off x="4098925" y="69733"/>
            <a:ext cx="3994150" cy="78751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latin typeface="+mj-lt"/>
                <a:ea typeface="+mj-ea"/>
                <a:cs typeface="+mj-cs"/>
              </a:rPr>
              <a:t>Tcn Extension Examples</a:t>
            </a: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1C0CA3-4ADA-2A10-ED01-6BA5A324076A}"/>
              </a:ext>
            </a:extLst>
          </p:cNvPr>
          <p:cNvSpPr txBox="1"/>
          <p:nvPr/>
        </p:nvSpPr>
        <p:spPr>
          <a:xfrm>
            <a:off x="5832571" y="5620689"/>
            <a:ext cx="49126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vcrPattern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0:r0,2:4</a:t>
            </a:r>
            <a:endParaRPr lang="en-US" dirty="0"/>
          </a:p>
          <a:p>
            <a:r>
              <a:rPr lang="en-US" dirty="0" err="1"/>
              <a:t>vcrnubPattern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2,2,top;1:2,3,top;1:2,4,bottom</a:t>
            </a:r>
          </a:p>
          <a:p>
            <a:r>
              <a:rPr lang="en-US" dirty="0" err="1"/>
              <a:t>tcnExtension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2,2;1,3;2,4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70CABE-568D-0F17-9A0A-6477F0A6FEDC}"/>
              </a:ext>
            </a:extLst>
          </p:cNvPr>
          <p:cNvSpPr txBox="1"/>
          <p:nvPr/>
        </p:nvSpPr>
        <p:spPr>
          <a:xfrm>
            <a:off x="487845" y="5627159"/>
            <a:ext cx="49126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vcrPattern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0:r0,2:4</a:t>
            </a:r>
            <a:endParaRPr lang="en-US" dirty="0"/>
          </a:p>
          <a:p>
            <a:r>
              <a:rPr lang="en-US" dirty="0" err="1"/>
              <a:t>vcrnubPattern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2,2,top;1:2,3,top;1:2,4,bottom </a:t>
            </a:r>
          </a:p>
          <a:p>
            <a:r>
              <a:rPr lang="en-US" dirty="0" err="1"/>
              <a:t>tcnExtension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“</a:t>
            </a:r>
            <a:r>
              <a:rPr lang="en-US" dirty="0" err="1"/>
              <a:t>allvcrnubs</a:t>
            </a:r>
            <a:r>
              <a:rPr lang="en-US" dirty="0"/>
              <a:t>”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518366D-84B4-D060-2317-031116FB9F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9458" y="379457"/>
            <a:ext cx="2309467" cy="5241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CDBAE863-A7B8-66D0-355E-FF2B0F6B4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229" y="379456"/>
            <a:ext cx="2297377" cy="5241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885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11FD70-29DB-651A-3BE6-C40234D86E17}"/>
              </a:ext>
            </a:extLst>
          </p:cNvPr>
          <p:cNvSpPr txBox="1">
            <a:spLocks/>
          </p:cNvSpPr>
          <p:nvPr/>
        </p:nvSpPr>
        <p:spPr>
          <a:xfrm>
            <a:off x="0" y="111967"/>
            <a:ext cx="11719249" cy="6270171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IntelOne Display Regular" panose="020B0503020203020204" pitchFamily="34" charset="0"/>
              <a:buNone/>
            </a:pPr>
            <a:r>
              <a:rPr lang="en-US" b="1" i="1" u="sng" dirty="0">
                <a:latin typeface="+mj-lt"/>
                <a:ea typeface="+mj-ea"/>
                <a:cs typeface="+mj-cs"/>
              </a:rPr>
              <a:t>Miscellaneous: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DrawDevFlav</a:t>
            </a:r>
            <a:r>
              <a:rPr lang="en-US" sz="2400" dirty="0"/>
              <a:t> (s</a:t>
            </a:r>
            <a:r>
              <a:rPr lang="en-US" sz="2400" dirty="0">
                <a:sym typeface="Wingdings" panose="05000000000000000000" pitchFamily="2" charset="2"/>
              </a:rPr>
              <a:t>tring)  </a:t>
            </a:r>
            <a:r>
              <a:rPr lang="en-US" sz="2400" dirty="0">
                <a:latin typeface="IntelOne Text Light" panose="020B0403020203020204" pitchFamily="34" charset="0"/>
                <a:sym typeface="Wingdings" panose="05000000000000000000" pitchFamily="2" charset="2"/>
              </a:rPr>
              <a:t>Draw </a:t>
            </a:r>
            <a:r>
              <a:rPr lang="en-US" sz="24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DevFlav</a:t>
            </a:r>
            <a:r>
              <a:rPr lang="en-US" sz="2400" dirty="0">
                <a:latin typeface="IntelOne Text Light" panose="020B0403020203020204" pitchFamily="34" charset="0"/>
                <a:sym typeface="Wingdings" panose="05000000000000000000" pitchFamily="2" charset="2"/>
              </a:rPr>
              <a:t> IDs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latin typeface="IntelOne Text Light" panose="020B0403020203020204" pitchFamily="34" charset="0"/>
                <a:sym typeface="Wingdings" panose="05000000000000000000" pitchFamily="2" charset="2"/>
              </a:rPr>
              <a:t>Format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: purpose,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tcnRange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,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diffRange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,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growLeft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,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growBottom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,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growRight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,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growTop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[last 4 are optional]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tcnRange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 and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diffRange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 can be either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startRange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 :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endRange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 (or)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trackNumber</a:t>
            </a:r>
            <a:endParaRPr lang="en-US" sz="2000" dirty="0">
              <a:latin typeface="IntelOne Text Light" panose="020B0403020203020204" pitchFamily="34" charset="0"/>
              <a:sym typeface="Wingdings" panose="05000000000000000000" pitchFamily="2" charset="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LPPs are case-sensitive. Multiple LPPs can be separated by a semi-colon</a:t>
            </a:r>
            <a:endParaRPr lang="en-US" sz="2100" dirty="0">
              <a:latin typeface="IntelOne Text Light" panose="020B0403020203020204" pitchFamily="34" charset="0"/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400" i="1" dirty="0">
              <a:latin typeface="IntelOne Display Medium" panose="020B0703020203020204" pitchFamily="34" charset="0"/>
              <a:cs typeface="IntelOne Display AR Bold" panose="020B0803020203020204" pitchFamily="34" charset="-7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StructureDevFlav</a:t>
            </a:r>
            <a:r>
              <a:rPr lang="en-US" sz="2400" i="1" dirty="0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 </a:t>
            </a:r>
            <a:r>
              <a:rPr lang="en-US" sz="2400" dirty="0">
                <a:latin typeface="IntelOne Text Light" panose="020B0403020203020204" pitchFamily="34" charset="0"/>
              </a:rPr>
              <a:t>(string) </a:t>
            </a:r>
            <a:r>
              <a:rPr lang="en-US" sz="2400" dirty="0">
                <a:latin typeface="IntelOne Text Light" panose="020B0403020203020204" pitchFamily="34" charset="0"/>
                <a:sym typeface="Wingdings" panose="05000000000000000000" pitchFamily="2" charset="2"/>
              </a:rPr>
              <a:t> Determine </a:t>
            </a:r>
            <a:r>
              <a:rPr lang="en-US" sz="24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devflav</a:t>
            </a:r>
            <a:r>
              <a:rPr lang="en-US" sz="2400" dirty="0">
                <a:latin typeface="IntelOne Text Light" panose="020B0403020203020204" pitchFamily="34" charset="0"/>
                <a:sym typeface="Wingdings" panose="05000000000000000000" pitchFamily="2" charset="2"/>
              </a:rPr>
              <a:t> for tracks not needed track based control </a:t>
            </a:r>
            <a:r>
              <a:rPr lang="en-US" sz="2400" b="1" i="1" u="sng" dirty="0">
                <a:sym typeface="Wingdings" panose="05000000000000000000" pitchFamily="2" charset="2"/>
              </a:rPr>
              <a:t>[New feature]</a:t>
            </a:r>
            <a:endParaRPr lang="en-US" sz="2400" dirty="0">
              <a:latin typeface="IntelOne Text Light" panose="020B0403020203020204" pitchFamily="34" charset="0"/>
              <a:sym typeface="Wingdings" panose="05000000000000000000" pitchFamily="2" charset="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00" dirty="0">
                <a:latin typeface="IntelOne Text Light" panose="020B0403020203020204" pitchFamily="34" charset="0"/>
              </a:rPr>
              <a:t>Format</a:t>
            </a:r>
            <a:r>
              <a:rPr lang="en-US" sz="1800" dirty="0">
                <a:latin typeface="IntelOne Text Light" panose="020B0403020203020204" pitchFamily="34" charset="0"/>
              </a:rPr>
              <a:t>: </a:t>
            </a:r>
            <a:r>
              <a:rPr lang="en-US" sz="1800" dirty="0" err="1">
                <a:latin typeface="IntelOne Text Light" panose="020B0403020203020204" pitchFamily="34" charset="0"/>
              </a:rPr>
              <a:t>devFlav</a:t>
            </a:r>
            <a:r>
              <a:rPr lang="en-US" sz="1800" dirty="0">
                <a:latin typeface="IntelOne Text Light" panose="020B0403020203020204" pitchFamily="34" charset="0"/>
              </a:rPr>
              <a:t> id (</a:t>
            </a:r>
            <a:r>
              <a:rPr lang="en-US" sz="1800" dirty="0" err="1">
                <a:latin typeface="IntelOne Text Light" panose="020B0403020203020204" pitchFamily="34" charset="0"/>
              </a:rPr>
              <a:t>lvt</a:t>
            </a:r>
            <a:r>
              <a:rPr lang="en-US" sz="1800" dirty="0">
                <a:latin typeface="IntelOne Text Light" panose="020B0403020203020204" pitchFamily="34" charset="0"/>
              </a:rPr>
              <a:t>, </a:t>
            </a:r>
            <a:r>
              <a:rPr lang="en-US" sz="1800" dirty="0" err="1">
                <a:latin typeface="IntelOne Text Light" panose="020B0403020203020204" pitchFamily="34" charset="0"/>
              </a:rPr>
              <a:t>svt</a:t>
            </a:r>
            <a:r>
              <a:rPr lang="en-US" sz="1800" dirty="0">
                <a:latin typeface="IntelOne Text Light" panose="020B0403020203020204" pitchFamily="34" charset="0"/>
              </a:rPr>
              <a:t>, </a:t>
            </a:r>
            <a:r>
              <a:rPr lang="en-US" sz="1800" dirty="0" err="1">
                <a:latin typeface="IntelOne Text Light" panose="020B0403020203020204" pitchFamily="34" charset="0"/>
              </a:rPr>
              <a:t>ulvt</a:t>
            </a:r>
            <a:r>
              <a:rPr lang="en-US" sz="1800" dirty="0">
                <a:latin typeface="IntelOne Text Light" panose="020B0403020203020204" pitchFamily="34" charset="0"/>
              </a:rPr>
              <a:t> etc.)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00" dirty="0">
                <a:latin typeface="IntelOne Text Light" panose="020B0403020203020204" pitchFamily="34" charset="0"/>
              </a:rPr>
              <a:t>The main purpose of this input is to avoid having to give </a:t>
            </a:r>
            <a:r>
              <a:rPr lang="en-US" sz="2100" dirty="0" err="1">
                <a:latin typeface="IntelOne Text Light" panose="020B0403020203020204" pitchFamily="34" charset="0"/>
              </a:rPr>
              <a:t>devflav</a:t>
            </a:r>
            <a:r>
              <a:rPr lang="en-US" sz="2100" dirty="0">
                <a:latin typeface="IntelOne Text Light" panose="020B0403020203020204" pitchFamily="34" charset="0"/>
              </a:rPr>
              <a:t> ID needed for each track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00" dirty="0">
                <a:latin typeface="IntelOne Text Light" panose="020B0403020203020204" pitchFamily="34" charset="0"/>
              </a:rPr>
              <a:t>Another purpose is if the entire structure is the same </a:t>
            </a:r>
            <a:r>
              <a:rPr lang="en-US" sz="2100" dirty="0" err="1">
                <a:latin typeface="IntelOne Text Light" panose="020B0403020203020204" pitchFamily="34" charset="0"/>
              </a:rPr>
              <a:t>devflav</a:t>
            </a:r>
            <a:r>
              <a:rPr lang="en-US" sz="2100" dirty="0">
                <a:latin typeface="IntelOne Text Light" panose="020B0403020203020204" pitchFamily="34" charset="0"/>
              </a:rPr>
              <a:t> type, just mentioning the number should </a:t>
            </a:r>
            <a:r>
              <a:rPr lang="en-US" sz="2100" dirty="0" err="1">
                <a:latin typeface="IntelOne Text Light" panose="020B0403020203020204" pitchFamily="34" charset="0"/>
              </a:rPr>
              <a:t>suffive</a:t>
            </a:r>
            <a:r>
              <a:rPr lang="en-US" sz="2100" dirty="0">
                <a:latin typeface="IntelOne Text Light" panose="020B0403020203020204" pitchFamily="34" charset="0"/>
              </a:rPr>
              <a:t> and </a:t>
            </a:r>
            <a:r>
              <a:rPr lang="en-US" sz="2100" dirty="0" err="1">
                <a:latin typeface="IntelOne Text Light" panose="020B0403020203020204" pitchFamily="34" charset="0"/>
              </a:rPr>
              <a:t>DrawDevFlav</a:t>
            </a:r>
            <a:r>
              <a:rPr lang="en-US" sz="2100" dirty="0">
                <a:latin typeface="IntelOne Text Light" panose="020B0403020203020204" pitchFamily="34" charset="0"/>
              </a:rPr>
              <a:t> can be left blank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100" dirty="0">
              <a:latin typeface="IntelOne Text Light" panose="020B0403020203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DrawMiscIDs</a:t>
            </a:r>
            <a:r>
              <a:rPr lang="en-US" sz="2400" dirty="0">
                <a:latin typeface="IntelOne Text Light" panose="020B0403020203020204" pitchFamily="34" charset="0"/>
                <a:sym typeface="Wingdings" panose="05000000000000000000" pitchFamily="2" charset="2"/>
              </a:rPr>
              <a:t> (string)  Add any additional IDs in the structure</a:t>
            </a: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latin typeface="IntelOne Text Light" panose="020B0403020203020204" pitchFamily="34" charset="0"/>
                <a:sym typeface="Wingdings" panose="05000000000000000000" pitchFamily="2" charset="2"/>
              </a:rPr>
              <a:t>Format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: layer: purpose,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polyRange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,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diffRange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|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growLeft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,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growBottom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,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growRight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,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growTop</a:t>
            </a:r>
            <a:endParaRPr lang="en-US" sz="2000" dirty="0">
              <a:latin typeface="IntelOne Text Light" panose="020B0403020203020204" pitchFamily="34" charset="0"/>
              <a:sym typeface="Wingdings" panose="05000000000000000000" pitchFamily="2" charset="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polyRange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 and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diffRange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 can be either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startRange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 :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endRange</a:t>
            </a: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 (or) </a:t>
            </a:r>
            <a:r>
              <a:rPr lang="en-US" sz="20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trackNumber</a:t>
            </a:r>
            <a:endParaRPr lang="en-US" sz="2000" dirty="0">
              <a:latin typeface="IntelOne Text Light" panose="020B0403020203020204" pitchFamily="34" charset="0"/>
              <a:sym typeface="Wingdings" panose="05000000000000000000" pitchFamily="2" charset="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Grow parameters are optional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LPPs are case-sensitive. Multiple LPPs can be separated by a semi-colon</a:t>
            </a:r>
          </a:p>
          <a:p>
            <a:pPr marL="457200" lvl="1" indent="0">
              <a:buNone/>
            </a:pPr>
            <a:endParaRPr lang="en-US" sz="2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DeleteLpps</a:t>
            </a:r>
            <a:r>
              <a:rPr lang="en-US" sz="2400" dirty="0">
                <a:latin typeface="IntelOne Text Light" panose="020B0403020203020204" pitchFamily="34" charset="0"/>
              </a:rPr>
              <a:t> (s</a:t>
            </a:r>
            <a:r>
              <a:rPr lang="en-US" sz="2400" dirty="0">
                <a:latin typeface="IntelOne Text Light" panose="020B0403020203020204" pitchFamily="34" charset="0"/>
                <a:sym typeface="Wingdings" panose="05000000000000000000" pitchFamily="2" charset="2"/>
              </a:rPr>
              <a:t>tring)  Delete specified LPPs from the structure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Format: layer1:purpose1; layer2:purpose2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IntelOne Text Light" panose="020B0403020203020204" pitchFamily="34" charset="0"/>
                <a:sym typeface="Wingdings" panose="05000000000000000000" pitchFamily="2" charset="2"/>
              </a:rPr>
              <a:t>LPPs are case-sensitive. Multiple LPPs can be separated by ;</a:t>
            </a:r>
          </a:p>
        </p:txBody>
      </p:sp>
    </p:spTree>
    <p:extLst>
      <p:ext uri="{BB962C8B-B14F-4D97-AF65-F5344CB8AC3E}">
        <p14:creationId xmlns:p14="http://schemas.microsoft.com/office/powerpoint/2010/main" val="1210093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5DC08-F41D-AA83-6131-7E5964DA4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C70BA11-709D-E12B-C562-3CE07B45AEA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06656" cy="653450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IntelOne Display Regular" panose="020B0503020203020204" pitchFamily="34" charset="0"/>
              <a:buNone/>
            </a:pPr>
            <a:r>
              <a:rPr lang="en-US" sz="2000" b="1" i="1" u="sng" dirty="0">
                <a:latin typeface="+mj-lt"/>
                <a:ea typeface="+mj-ea"/>
                <a:cs typeface="+mj-cs"/>
              </a:rPr>
              <a:t>TSDR Skews 2 (</a:t>
            </a:r>
            <a:r>
              <a:rPr lang="en-US" sz="2000" b="1" i="1" u="sng" dirty="0">
                <a:highlight>
                  <a:srgbClr val="00FF00"/>
                </a:highlight>
                <a:latin typeface="+mj-lt"/>
                <a:ea typeface="+mj-ea"/>
                <a:cs typeface="+mj-cs"/>
              </a:rPr>
              <a:t>ENABLED</a:t>
            </a:r>
            <a:r>
              <a:rPr lang="en-US" sz="2000" b="1" i="1" u="sng" dirty="0">
                <a:latin typeface="+mj-lt"/>
                <a:ea typeface="+mj-ea"/>
                <a:cs typeface="+mj-cs"/>
              </a:rPr>
              <a:t>):</a:t>
            </a:r>
          </a:p>
          <a:p>
            <a:r>
              <a:rPr lang="en-US" sz="18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IdLayerBasedSkew</a:t>
            </a:r>
            <a:r>
              <a:rPr lang="en-US" sz="2000" dirty="0"/>
              <a:t> </a:t>
            </a:r>
            <a:r>
              <a:rPr lang="en-US" sz="1800" dirty="0">
                <a:latin typeface="IntelOne Text Light" panose="020B0403020203020204" pitchFamily="34" charset="0"/>
              </a:rPr>
              <a:t>(string) </a:t>
            </a:r>
            <a:r>
              <a:rPr lang="en-US" sz="1800" dirty="0">
                <a:latin typeface="IntelOne Text Light" panose="020B0403020203020204" pitchFamily="34" charset="0"/>
                <a:sym typeface="Wingdings" panose="05000000000000000000" pitchFamily="2" charset="2"/>
              </a:rPr>
              <a:t> </a:t>
            </a:r>
            <a:r>
              <a:rPr lang="en-US" sz="1800" dirty="0">
                <a:latin typeface="IntelOne Text Light" panose="020B0403020203020204" pitchFamily="34" charset="0"/>
              </a:rPr>
              <a:t>Determine the ID layer based skew type. Based on skew name, respective TSDRID will be drawn</a:t>
            </a:r>
          </a:p>
          <a:p>
            <a:pPr lvl="1"/>
            <a:r>
              <a:rPr lang="en-US" sz="1600" dirty="0">
                <a:latin typeface="IntelOne Text Light" panose="020B0403020203020204" pitchFamily="34" charset="0"/>
              </a:rPr>
              <a:t>Direct Poly Print Skews can be exercised with the format </a:t>
            </a:r>
            <a:r>
              <a:rPr lang="en-US" sz="1600" dirty="0">
                <a:latin typeface="IntelOne Text Light" panose="020B0403020203020204" pitchFamily="34" charset="0"/>
                <a:sym typeface="Wingdings" panose="05000000000000000000" pitchFamily="2" charset="2"/>
              </a:rPr>
              <a:t></a:t>
            </a:r>
            <a:r>
              <a:rPr lang="en-US" sz="1600" dirty="0">
                <a:latin typeface="IntelOne Text Light" panose="020B0403020203020204" pitchFamily="34" charset="0"/>
              </a:rPr>
              <a:t> poly:TSDRn1 or poly:TSDRp16A</a:t>
            </a:r>
          </a:p>
          <a:p>
            <a:r>
              <a:rPr lang="en-US" sz="18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PolyCdSkew</a:t>
            </a:r>
            <a:r>
              <a:rPr lang="en-US" sz="2000" dirty="0"/>
              <a:t> </a:t>
            </a:r>
            <a:r>
              <a:rPr lang="en-US" sz="1800" dirty="0">
                <a:latin typeface="IntelOne Text Light" panose="020B0403020203020204" pitchFamily="34" charset="0"/>
              </a:rPr>
              <a:t>(string) </a:t>
            </a:r>
            <a:r>
              <a:rPr lang="en-US" sz="1800" dirty="0">
                <a:latin typeface="IntelOne Text Light" panose="020B0403020203020204" pitchFamily="34" charset="0"/>
                <a:sym typeface="Wingdings" panose="05000000000000000000" pitchFamily="2" charset="2"/>
              </a:rPr>
              <a:t> Poly Pitch/ </a:t>
            </a:r>
            <a:r>
              <a:rPr lang="en-US" sz="18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PolyCD</a:t>
            </a:r>
            <a:r>
              <a:rPr lang="en-US" sz="1800" dirty="0">
                <a:latin typeface="IntelOne Text Light" panose="020B0403020203020204" pitchFamily="34" charset="0"/>
                <a:sym typeface="Wingdings" panose="05000000000000000000" pitchFamily="2" charset="2"/>
              </a:rPr>
              <a:t> Skew</a:t>
            </a:r>
          </a:p>
          <a:p>
            <a:pPr lvl="1"/>
            <a:r>
              <a:rPr lang="en-US" sz="1600" dirty="0">
                <a:latin typeface="IntelOne Text Light" panose="020B0403020203020204" pitchFamily="34" charset="0"/>
                <a:sym typeface="Wingdings" panose="05000000000000000000" pitchFamily="2" charset="2"/>
              </a:rPr>
              <a:t>Format: </a:t>
            </a:r>
            <a:r>
              <a:rPr lang="en-US" sz="16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polyPitch;PolyCd;TcnCd</a:t>
            </a:r>
            <a:endParaRPr lang="en-US" sz="1600" dirty="0">
              <a:latin typeface="IntelOne Text Light" panose="020B0403020203020204" pitchFamily="34" charset="0"/>
            </a:endParaRPr>
          </a:p>
          <a:p>
            <a:r>
              <a:rPr lang="en-US" sz="18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FTICdMisregSkew</a:t>
            </a:r>
            <a:r>
              <a:rPr lang="en-US" sz="2000" dirty="0"/>
              <a:t> </a:t>
            </a:r>
            <a:r>
              <a:rPr lang="en-US" sz="1800" dirty="0">
                <a:latin typeface="IntelOne Text Light" panose="020B0403020203020204" pitchFamily="34" charset="0"/>
              </a:rPr>
              <a:t>(string) </a:t>
            </a:r>
            <a:r>
              <a:rPr lang="en-US" sz="1800" dirty="0">
                <a:latin typeface="IntelOne Text Light" panose="020B0403020203020204" pitchFamily="34" charset="0"/>
                <a:sym typeface="Wingdings" panose="05000000000000000000" pitchFamily="2" charset="2"/>
              </a:rPr>
              <a:t> FTI CD and REG Skew</a:t>
            </a:r>
          </a:p>
          <a:p>
            <a:pPr lvl="1"/>
            <a:r>
              <a:rPr lang="en-US" sz="1600" dirty="0">
                <a:latin typeface="IntelOne Text Light" panose="020B0403020203020204" pitchFamily="34" charset="0"/>
                <a:sym typeface="Wingdings" panose="05000000000000000000" pitchFamily="2" charset="2"/>
              </a:rPr>
              <a:t>Format: </a:t>
            </a:r>
            <a:r>
              <a:rPr lang="en-US" sz="16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FTI</a:t>
            </a:r>
            <a:r>
              <a:rPr lang="en-US" sz="1600" dirty="0" err="1">
                <a:latin typeface="IntelOne Text Light" panose="020B0403020203020204" pitchFamily="34" charset="0"/>
              </a:rPr>
              <a:t>GrowOgd,FTIGrowPgd,FTIMisregOgd,FTIMisregPgd,Y</a:t>
            </a:r>
            <a:r>
              <a:rPr lang="en-US" sz="1600" dirty="0">
                <a:latin typeface="IntelOne Text Light" panose="020B0403020203020204" pitchFamily="34" charset="0"/>
              </a:rPr>
              <a:t> or N to draw </a:t>
            </a:r>
            <a:r>
              <a:rPr lang="en-US" sz="1600" dirty="0" err="1">
                <a:latin typeface="IntelOne Text Light" panose="020B0403020203020204" pitchFamily="34" charset="0"/>
              </a:rPr>
              <a:t>TSDRNoDepop</a:t>
            </a:r>
            <a:endParaRPr lang="en-US" sz="1800" i="1" dirty="0">
              <a:latin typeface="IntelOne Display Medium" panose="020B0703020203020204" pitchFamily="34" charset="0"/>
              <a:cs typeface="IntelOne Display AR Bold" panose="020B0803020203020204" pitchFamily="34" charset="-78"/>
            </a:endParaRPr>
          </a:p>
          <a:p>
            <a:r>
              <a:rPr lang="en-US" sz="18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PXLSkew</a:t>
            </a:r>
            <a:r>
              <a:rPr lang="en-US" sz="2000" dirty="0"/>
              <a:t> </a:t>
            </a:r>
            <a:r>
              <a:rPr lang="en-US" sz="1800" dirty="0">
                <a:latin typeface="IntelOne Text Light" panose="020B0403020203020204" pitchFamily="34" charset="0"/>
              </a:rPr>
              <a:t>(string) </a:t>
            </a:r>
            <a:r>
              <a:rPr lang="en-US" sz="1800" dirty="0">
                <a:latin typeface="IntelOne Text Light" panose="020B0403020203020204" pitchFamily="34" charset="0"/>
                <a:sym typeface="Wingdings" panose="05000000000000000000" pitchFamily="2" charset="2"/>
              </a:rPr>
              <a:t> PXL CD and REG Skew</a:t>
            </a:r>
          </a:p>
          <a:p>
            <a:pPr lvl="1"/>
            <a:r>
              <a:rPr lang="en-US" sz="1600" dirty="0">
                <a:latin typeface="IntelOne Text Light" panose="020B0403020203020204" pitchFamily="34" charset="0"/>
                <a:sym typeface="Wingdings" panose="05000000000000000000" pitchFamily="2" charset="2"/>
              </a:rPr>
              <a:t>Format: </a:t>
            </a:r>
            <a:r>
              <a:rPr lang="en-US" sz="16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PXLCd</a:t>
            </a:r>
            <a:r>
              <a:rPr lang="en-US" sz="1600" dirty="0">
                <a:latin typeface="IntelOne Text Light" panose="020B0403020203020204" pitchFamily="34" charset="0"/>
                <a:sym typeface="Wingdings" panose="05000000000000000000" pitchFamily="2" charset="2"/>
              </a:rPr>
              <a:t>, </a:t>
            </a:r>
            <a:r>
              <a:rPr lang="en-US" sz="16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PXL_Misreg_pgd</a:t>
            </a:r>
            <a:r>
              <a:rPr lang="en-US" sz="1600" dirty="0">
                <a:latin typeface="IntelOne Text Light" panose="020B0403020203020204" pitchFamily="34" charset="0"/>
                <a:sym typeface="Wingdings" panose="05000000000000000000" pitchFamily="2" charset="2"/>
              </a:rPr>
              <a:t>, </a:t>
            </a:r>
            <a:r>
              <a:rPr lang="en-US" sz="16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trmShpsToSkew</a:t>
            </a:r>
            <a:endParaRPr lang="en-US" sz="1600" dirty="0">
              <a:latin typeface="IntelOne Text Light" panose="020B0403020203020204" pitchFamily="34" charset="0"/>
              <a:sym typeface="Wingdings" panose="05000000000000000000" pitchFamily="2" charset="2"/>
            </a:endParaRPr>
          </a:p>
          <a:p>
            <a:pPr lvl="1"/>
            <a:r>
              <a:rPr lang="en-US" sz="1600" dirty="0">
                <a:latin typeface="IntelOne Text Light" panose="020B0403020203020204" pitchFamily="34" charset="0"/>
              </a:rPr>
              <a:t>Options for </a:t>
            </a:r>
            <a:r>
              <a:rPr lang="en-US" sz="1600" dirty="0" err="1">
                <a:latin typeface="IntelOne Text Light" panose="020B0403020203020204" pitchFamily="34" charset="0"/>
              </a:rPr>
              <a:t>trmShps</a:t>
            </a:r>
            <a:r>
              <a:rPr lang="en-US" sz="1600" dirty="0">
                <a:latin typeface="IntelOne Text Light" panose="020B0403020203020204" pitchFamily="34" charset="0"/>
              </a:rPr>
              <a:t> are all, </a:t>
            </a:r>
            <a:r>
              <a:rPr lang="en-US" sz="1600" dirty="0" err="1">
                <a:latin typeface="IntelOne Text Light" panose="020B0403020203020204" pitchFamily="34" charset="0"/>
              </a:rPr>
              <a:t>crl</a:t>
            </a:r>
            <a:r>
              <a:rPr lang="en-US" sz="1600" dirty="0">
                <a:latin typeface="IntelOne Text Light" panose="020B0403020203020204" pitchFamily="34" charset="0"/>
              </a:rPr>
              <a:t>, </a:t>
            </a:r>
            <a:r>
              <a:rPr lang="en-US" sz="1600" dirty="0" err="1">
                <a:latin typeface="IntelOne Text Light" panose="020B0403020203020204" pitchFamily="34" charset="0"/>
              </a:rPr>
              <a:t>dka</a:t>
            </a:r>
            <a:endParaRPr lang="en-US" sz="1600" dirty="0">
              <a:latin typeface="IntelOne Text Light" panose="020B0403020203020204" pitchFamily="34" charset="0"/>
            </a:endParaRPr>
          </a:p>
          <a:p>
            <a:r>
              <a:rPr lang="en-US" sz="18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GLKSkew</a:t>
            </a:r>
            <a:r>
              <a:rPr lang="en-US" sz="2000" dirty="0"/>
              <a:t> </a:t>
            </a:r>
            <a:r>
              <a:rPr lang="en-US" sz="1800" dirty="0">
                <a:latin typeface="IntelOne Text Light" panose="020B0403020203020204" pitchFamily="34" charset="0"/>
              </a:rPr>
              <a:t>(string) </a:t>
            </a:r>
            <a:r>
              <a:rPr lang="en-US" sz="1800" dirty="0">
                <a:latin typeface="IntelOne Text Light" panose="020B0403020203020204" pitchFamily="34" charset="0"/>
                <a:sym typeface="Wingdings" panose="05000000000000000000" pitchFamily="2" charset="2"/>
              </a:rPr>
              <a:t> GLK CD and REG Skew</a:t>
            </a:r>
          </a:p>
          <a:p>
            <a:pPr lvl="1"/>
            <a:r>
              <a:rPr lang="en-US" sz="1600" dirty="0">
                <a:latin typeface="IntelOne Text Light" panose="020B0403020203020204" pitchFamily="34" charset="0"/>
                <a:sym typeface="Wingdings" panose="05000000000000000000" pitchFamily="2" charset="2"/>
              </a:rPr>
              <a:t>Format: </a:t>
            </a:r>
            <a:r>
              <a:rPr lang="en-US" sz="16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GLK</a:t>
            </a:r>
            <a:r>
              <a:rPr lang="en-US" sz="1600" dirty="0" err="1">
                <a:latin typeface="IntelOne Text Light" panose="020B0403020203020204" pitchFamily="34" charset="0"/>
              </a:rPr>
              <a:t>GrowOgd,GLKGrowPgd,GLKMisregOgd,GLKMisregPgd</a:t>
            </a:r>
            <a:endParaRPr lang="en-US" sz="1800" i="1" dirty="0">
              <a:latin typeface="IntelOne Display Medium" panose="020B0703020203020204" pitchFamily="34" charset="0"/>
              <a:cs typeface="IntelOne Display AR Bold" panose="020B0803020203020204" pitchFamily="34" charset="-78"/>
            </a:endParaRPr>
          </a:p>
          <a:p>
            <a:r>
              <a:rPr lang="en-US" sz="18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TCPSkew</a:t>
            </a:r>
            <a:r>
              <a:rPr lang="en-US" sz="2000" dirty="0"/>
              <a:t> </a:t>
            </a:r>
            <a:r>
              <a:rPr lang="en-US" sz="1800" dirty="0">
                <a:latin typeface="IntelOne Text Light" panose="020B0403020203020204" pitchFamily="34" charset="0"/>
              </a:rPr>
              <a:t>(string) </a:t>
            </a:r>
            <a:r>
              <a:rPr lang="en-US" sz="1800" dirty="0">
                <a:latin typeface="IntelOne Text Light" panose="020B0403020203020204" pitchFamily="34" charset="0"/>
                <a:sym typeface="Wingdings" panose="05000000000000000000" pitchFamily="2" charset="2"/>
              </a:rPr>
              <a:t> TCP CD and Misreg Skew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latin typeface="IntelOne Text Light" panose="020B0403020203020204" pitchFamily="34" charset="0"/>
                <a:sym typeface="Wingdings" panose="05000000000000000000" pitchFamily="2" charset="2"/>
              </a:rPr>
              <a:t>Skews Tcn plugs</a:t>
            </a:r>
          </a:p>
          <a:p>
            <a:pPr lvl="1"/>
            <a:r>
              <a:rPr lang="en-US" sz="1600" dirty="0">
                <a:latin typeface="IntelOne Text Light" panose="020B0403020203020204" pitchFamily="34" charset="0"/>
                <a:sym typeface="Wingdings" panose="05000000000000000000" pitchFamily="2" charset="2"/>
              </a:rPr>
              <a:t>Format: </a:t>
            </a:r>
            <a:r>
              <a:rPr lang="en-US" sz="1600" dirty="0">
                <a:latin typeface="IntelOne Text Light" panose="020B0403020203020204" pitchFamily="34" charset="0"/>
              </a:rPr>
              <a:t>all OR Tcn Guide </a:t>
            </a:r>
            <a:r>
              <a:rPr lang="en-US" sz="1600" dirty="0" err="1">
                <a:latin typeface="IntelOne Text Light" panose="020B0403020203020204" pitchFamily="34" charset="0"/>
              </a:rPr>
              <a:t>Num,Tcn</a:t>
            </a:r>
            <a:r>
              <a:rPr lang="en-US" sz="1600" dirty="0">
                <a:latin typeface="IntelOne Text Light" panose="020B0403020203020204" pitchFamily="34" charset="0"/>
              </a:rPr>
              <a:t> </a:t>
            </a:r>
            <a:r>
              <a:rPr lang="en-US" sz="1600" dirty="0" err="1">
                <a:latin typeface="IntelOne Text Light" panose="020B0403020203020204" pitchFamily="34" charset="0"/>
              </a:rPr>
              <a:t>CutGuide</a:t>
            </a:r>
            <a:r>
              <a:rPr lang="en-US" sz="1600" dirty="0">
                <a:latin typeface="IntelOne Text Light" panose="020B0403020203020204" pitchFamily="34" charset="0"/>
              </a:rPr>
              <a:t> Num (both can be a single value or a range of tracks) followed by </a:t>
            </a:r>
            <a:r>
              <a:rPr lang="en-US" sz="1600" dirty="0" err="1">
                <a:latin typeface="IntelOne Text Light" panose="020B0403020203020204" pitchFamily="34" charset="0"/>
              </a:rPr>
              <a:t>growOgd,growPgd,misregOgd,misregPgd</a:t>
            </a:r>
            <a:endParaRPr lang="en-US" sz="1600" dirty="0">
              <a:latin typeface="IntelOne Text Light" panose="020B0403020203020204" pitchFamily="34" charset="0"/>
            </a:endParaRPr>
          </a:p>
          <a:p>
            <a:pPr lvl="2"/>
            <a:r>
              <a:rPr lang="en-US" sz="1600" dirty="0">
                <a:latin typeface="IntelOne Text Light" panose="020B0403020203020204" pitchFamily="34" charset="0"/>
              </a:rPr>
              <a:t>“all” skews all the tcn plus using </a:t>
            </a:r>
            <a:r>
              <a:rPr lang="en-US" sz="1600" dirty="0" err="1">
                <a:latin typeface="IntelOne Text Light" panose="020B0403020203020204" pitchFamily="34" charset="0"/>
              </a:rPr>
              <a:t>TCP_mask</a:t>
            </a:r>
            <a:endParaRPr lang="en-US" sz="1600" dirty="0">
              <a:latin typeface="IntelOne Text Light" panose="020B0403020203020204" pitchFamily="34" charset="0"/>
            </a:endParaRPr>
          </a:p>
          <a:p>
            <a:pPr lvl="2"/>
            <a:r>
              <a:rPr lang="en-US" sz="1600" dirty="0">
                <a:latin typeface="IntelOne Text Light" panose="020B0403020203020204" pitchFamily="34" charset="0"/>
              </a:rPr>
              <a:t>If  only specific plugs need to be skewed, provide the coordinate locations. Rest will have SDR </a:t>
            </a:r>
            <a:r>
              <a:rPr lang="en-US" sz="1600" dirty="0" err="1">
                <a:latin typeface="IntelOne Text Light" panose="020B0403020203020204" pitchFamily="34" charset="0"/>
              </a:rPr>
              <a:t>TCP_mask</a:t>
            </a:r>
            <a:r>
              <a:rPr lang="en-US" sz="1600" dirty="0">
                <a:latin typeface="IntelOne Text Light" panose="020B0403020203020204" pitchFamily="34" charset="0"/>
              </a:rPr>
              <a:t> drawn</a:t>
            </a:r>
          </a:p>
          <a:p>
            <a:pPr lvl="1"/>
            <a:r>
              <a:rPr lang="en-US" sz="1600" dirty="0">
                <a:latin typeface="IntelOne Text Light" panose="020B0403020203020204" pitchFamily="34" charset="0"/>
              </a:rPr>
              <a:t>Example: all|0,0,0.005,0 (OR) 0:r0,8:12|0,0.005,0,0 </a:t>
            </a:r>
          </a:p>
          <a:p>
            <a:r>
              <a:rPr lang="en-US" sz="18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TcnCdRegSkew</a:t>
            </a:r>
            <a:r>
              <a:rPr lang="en-US" sz="2000" dirty="0"/>
              <a:t> </a:t>
            </a:r>
            <a:r>
              <a:rPr lang="en-US" sz="1800" dirty="0">
                <a:latin typeface="IntelOne Text Light" panose="020B0403020203020204" pitchFamily="34" charset="0"/>
              </a:rPr>
              <a:t>(string) </a:t>
            </a:r>
            <a:r>
              <a:rPr lang="en-US" sz="1800" dirty="0">
                <a:latin typeface="IntelOne Text Light" panose="020B0403020203020204" pitchFamily="34" charset="0"/>
                <a:sym typeface="Wingdings" panose="05000000000000000000" pitchFamily="2" charset="2"/>
              </a:rPr>
              <a:t> TCN CD and REG Skew</a:t>
            </a:r>
          </a:p>
          <a:p>
            <a:pPr lvl="1"/>
            <a:r>
              <a:rPr lang="en-US" sz="1600" dirty="0">
                <a:latin typeface="IntelOne Text Light" panose="020B0403020203020204" pitchFamily="34" charset="0"/>
                <a:sym typeface="Wingdings" panose="05000000000000000000" pitchFamily="2" charset="2"/>
              </a:rPr>
              <a:t>Format: </a:t>
            </a:r>
            <a:r>
              <a:rPr lang="en-US" sz="16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TCN</a:t>
            </a:r>
            <a:r>
              <a:rPr lang="en-US" sz="1600" dirty="0" err="1">
                <a:latin typeface="IntelOne Text Light" panose="020B0403020203020204" pitchFamily="34" charset="0"/>
              </a:rPr>
              <a:t>GrowOgd,TCNGrowPgd,TCNMisregOgd,TCNMisregPgd</a:t>
            </a:r>
            <a:endParaRPr lang="en-US" sz="1600" dirty="0">
              <a:latin typeface="IntelOne Text Light" panose="020B0403020203020204" pitchFamily="34" charset="0"/>
            </a:endParaRPr>
          </a:p>
          <a:p>
            <a:pPr lvl="1"/>
            <a:r>
              <a:rPr lang="en-US" sz="1600" dirty="0">
                <a:latin typeface="IntelOne Text Light" panose="020B0403020203020204" pitchFamily="34" charset="0"/>
              </a:rPr>
              <a:t>Skew is drawn using </a:t>
            </a:r>
            <a:r>
              <a:rPr lang="en-US" sz="1600" dirty="0" err="1">
                <a:latin typeface="IntelOne Text Light" panose="020B0403020203020204" pitchFamily="34" charset="0"/>
              </a:rPr>
              <a:t>TCG_mask</a:t>
            </a:r>
            <a:endParaRPr lang="en-US" sz="1600" dirty="0">
              <a:latin typeface="IntelOne Text Light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920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11FD70-29DB-651A-3BE6-C40234D86E17}"/>
              </a:ext>
            </a:extLst>
          </p:cNvPr>
          <p:cNvSpPr txBox="1">
            <a:spLocks/>
          </p:cNvSpPr>
          <p:nvPr/>
        </p:nvSpPr>
        <p:spPr>
          <a:xfrm>
            <a:off x="0" y="94890"/>
            <a:ext cx="12288416" cy="65205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IntelOne Display Regular" panose="020B0503020203020204" pitchFamily="34" charset="0"/>
              <a:buNone/>
            </a:pPr>
            <a:r>
              <a:rPr lang="en-US" sz="2000" b="1" i="1" u="sng" dirty="0">
                <a:latin typeface="+mj-lt"/>
                <a:ea typeface="+mj-ea"/>
                <a:cs typeface="+mj-cs"/>
              </a:rPr>
              <a:t>TSDR Skews 1 (</a:t>
            </a:r>
            <a:r>
              <a:rPr lang="en-US" sz="2000" b="1" i="1" u="sng" dirty="0">
                <a:highlight>
                  <a:srgbClr val="FF0000"/>
                </a:highlight>
                <a:latin typeface="+mj-lt"/>
                <a:ea typeface="+mj-ea"/>
                <a:cs typeface="+mj-cs"/>
              </a:rPr>
              <a:t>These are not enabled for X81Z yet)</a:t>
            </a:r>
            <a:r>
              <a:rPr lang="en-US" sz="2000" b="1" i="1" u="sng" dirty="0">
                <a:latin typeface="+mj-lt"/>
                <a:ea typeface="+mj-ea"/>
                <a:cs typeface="+mj-cs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SFTSkew</a:t>
            </a:r>
            <a:r>
              <a:rPr lang="en-US" sz="1600" dirty="0"/>
              <a:t> (s</a:t>
            </a:r>
            <a:r>
              <a:rPr lang="en-US" sz="1600" dirty="0">
                <a:sym typeface="Wingdings" panose="05000000000000000000" pitchFamily="2" charset="2"/>
              </a:rPr>
              <a:t>tring)  </a:t>
            </a:r>
            <a:r>
              <a:rPr lang="en-US" sz="16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Forksheet</a:t>
            </a:r>
            <a:r>
              <a:rPr lang="en-US" sz="1600" dirty="0">
                <a:latin typeface="IntelOne Text Light" panose="020B0403020203020204" pitchFamily="34" charset="0"/>
                <a:sym typeface="Wingdings" panose="05000000000000000000" pitchFamily="2" charset="2"/>
              </a:rPr>
              <a:t> Skew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b="1" dirty="0">
                <a:latin typeface="IntelOne Text Light" panose="020B0403020203020204" pitchFamily="34" charset="0"/>
                <a:sym typeface="Wingdings" panose="05000000000000000000" pitchFamily="2" charset="2"/>
              </a:rPr>
              <a:t>Format</a:t>
            </a:r>
            <a:r>
              <a:rPr lang="en-US" sz="1400" dirty="0">
                <a:latin typeface="IntelOne Text Light" panose="020B0403020203020204" pitchFamily="34" charset="0"/>
                <a:sym typeface="Wingdings" panose="05000000000000000000" pitchFamily="2" charset="2"/>
              </a:rPr>
              <a:t>: </a:t>
            </a:r>
            <a:r>
              <a:rPr lang="en-US" sz="1400" dirty="0" err="1">
                <a:latin typeface="IntelOne Text Light" panose="020B0403020203020204" pitchFamily="34" charset="0"/>
              </a:rPr>
              <a:t>dprCd,flcCd,spineCd,switchFlcToPxl</a:t>
            </a:r>
            <a:r>
              <a:rPr lang="en-US" sz="1400" dirty="0">
                <a:latin typeface="IntelOne Text Light" panose="020B0403020203020204" pitchFamily="34" charset="0"/>
              </a:rPr>
              <a:t> (Y or N) [CD for </a:t>
            </a:r>
            <a:r>
              <a:rPr lang="en-US" sz="1400" dirty="0" err="1">
                <a:latin typeface="IntelOne Text Light" panose="020B0403020203020204" pitchFamily="34" charset="0"/>
              </a:rPr>
              <a:t>DPR_mask</a:t>
            </a:r>
            <a:r>
              <a:rPr lang="en-US" sz="1400" dirty="0">
                <a:latin typeface="IntelOne Text Light" panose="020B0403020203020204" pitchFamily="34" charset="0"/>
              </a:rPr>
              <a:t>, </a:t>
            </a:r>
            <a:r>
              <a:rPr lang="en-US" sz="1400" dirty="0" err="1">
                <a:latin typeface="IntelOne Text Light" panose="020B0403020203020204" pitchFamily="34" charset="0"/>
              </a:rPr>
              <a:t>FLC_mask</a:t>
            </a:r>
            <a:r>
              <a:rPr lang="en-US" sz="1400" dirty="0">
                <a:latin typeface="IntelOne Text Light" panose="020B0403020203020204" pitchFamily="34" charset="0"/>
              </a:rPr>
              <a:t> and Spine followed by Y or N to replace the </a:t>
            </a:r>
            <a:r>
              <a:rPr lang="en-US" sz="1400" dirty="0" err="1">
                <a:latin typeface="IntelOne Text Light" panose="020B0403020203020204" pitchFamily="34" charset="0"/>
              </a:rPr>
              <a:t>FLC_mask</a:t>
            </a:r>
            <a:r>
              <a:rPr lang="en-US" sz="1400" dirty="0">
                <a:latin typeface="IntelOne Text Light" panose="020B0403020203020204" pitchFamily="34" charset="0"/>
              </a:rPr>
              <a:t> by </a:t>
            </a:r>
            <a:r>
              <a:rPr lang="en-US" sz="1400" dirty="0" err="1">
                <a:latin typeface="IntelOne Text Light" panose="020B0403020203020204" pitchFamily="34" charset="0"/>
              </a:rPr>
              <a:t>PXL_mask</a:t>
            </a:r>
            <a:r>
              <a:rPr lang="en-US" sz="1400" dirty="0">
                <a:latin typeface="IntelOne Text Light" panose="020B0403020203020204" pitchFamily="34" charset="0"/>
              </a:rPr>
              <a:t>]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latin typeface="IntelOne Text Light" panose="020B0403020203020204" pitchFamily="34" charset="0"/>
              </a:rPr>
              <a:t>Spine will not be drawn as a physical layer (We need it for determining the space between </a:t>
            </a:r>
            <a:r>
              <a:rPr lang="en-US" sz="1400" dirty="0" err="1">
                <a:latin typeface="IntelOne Text Light" panose="020B0403020203020204" pitchFamily="34" charset="0"/>
              </a:rPr>
              <a:t>DPR_mask</a:t>
            </a:r>
            <a:r>
              <a:rPr lang="en-US" sz="1400" dirty="0">
                <a:latin typeface="IntelOne Text Light" panose="020B0403020203020204" pitchFamily="34" charset="0"/>
              </a:rPr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latin typeface="IntelOne Text Light" panose="020B0403020203020204" pitchFamily="34" charset="0"/>
              </a:rPr>
              <a:t>The rest of the masks (PXL, GLK, TLK) will be automatically drawn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TallCellSkew</a:t>
            </a:r>
            <a:r>
              <a:rPr lang="en-US" sz="1600" dirty="0"/>
              <a:t> (s</a:t>
            </a:r>
            <a:r>
              <a:rPr lang="en-US" sz="1600" dirty="0">
                <a:sym typeface="Wingdings" panose="05000000000000000000" pitchFamily="2" charset="2"/>
              </a:rPr>
              <a:t>tring)  </a:t>
            </a:r>
            <a:r>
              <a:rPr lang="en-US" sz="1600" dirty="0" err="1">
                <a:latin typeface="IntelOne Text Light" panose="020B0403020203020204" pitchFamily="34" charset="0"/>
                <a:sym typeface="Wingdings" panose="05000000000000000000" pitchFamily="2" charset="2"/>
              </a:rPr>
              <a:t>TallCell</a:t>
            </a:r>
            <a:r>
              <a:rPr lang="en-US" sz="1600" dirty="0">
                <a:latin typeface="IntelOne Text Light" panose="020B0403020203020204" pitchFamily="34" charset="0"/>
                <a:sym typeface="Wingdings" panose="05000000000000000000" pitchFamily="2" charset="2"/>
              </a:rPr>
              <a:t> Skew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b="1" dirty="0">
                <a:latin typeface="IntelOne Text Light" panose="020B0403020203020204" pitchFamily="34" charset="0"/>
                <a:sym typeface="Wingdings" panose="05000000000000000000" pitchFamily="2" charset="2"/>
              </a:rPr>
              <a:t>Format</a:t>
            </a:r>
            <a:r>
              <a:rPr lang="en-US" sz="1400" dirty="0">
                <a:latin typeface="IntelOne Text Light" panose="020B0403020203020204" pitchFamily="34" charset="0"/>
                <a:sym typeface="Wingdings" panose="05000000000000000000" pitchFamily="2" charset="2"/>
              </a:rPr>
              <a:t>: </a:t>
            </a:r>
            <a:r>
              <a:rPr lang="en-US" sz="1400" dirty="0" err="1">
                <a:latin typeface="IntelOne Text Light" panose="020B0403020203020204" pitchFamily="34" charset="0"/>
              </a:rPr>
              <a:t>dprCd,wideDprCd</a:t>
            </a:r>
            <a:r>
              <a:rPr lang="en-US" sz="1400" dirty="0">
                <a:latin typeface="IntelOne Text Light" panose="020B0403020203020204" pitchFamily="34" charset="0"/>
              </a:rPr>
              <a:t> [CD for Regular </a:t>
            </a:r>
            <a:r>
              <a:rPr lang="en-US" sz="1400" dirty="0" err="1">
                <a:latin typeface="IntelOne Text Light" panose="020B0403020203020204" pitchFamily="34" charset="0"/>
              </a:rPr>
              <a:t>DPR_mask</a:t>
            </a:r>
            <a:r>
              <a:rPr lang="en-US" sz="1400" dirty="0">
                <a:latin typeface="IntelOne Text Light" panose="020B0403020203020204" pitchFamily="34" charset="0"/>
              </a:rPr>
              <a:t> and Wide </a:t>
            </a:r>
            <a:r>
              <a:rPr lang="en-US" sz="1400" dirty="0" err="1">
                <a:latin typeface="IntelOne Text Light" panose="020B0403020203020204" pitchFamily="34" charset="0"/>
              </a:rPr>
              <a:t>DPR_mask</a:t>
            </a:r>
            <a:r>
              <a:rPr lang="en-US" sz="1400" dirty="0">
                <a:latin typeface="IntelOne Text Light" panose="020B0403020203020204" pitchFamily="34" charset="0"/>
              </a:rPr>
              <a:t>]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latin typeface="IntelOne Text Light" panose="020B0403020203020204" pitchFamily="34" charset="0"/>
              </a:rPr>
              <a:t>The rest of the masks (PXL, GLK, TLK) will be automatically drawn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i="1" dirty="0" err="1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DPRSkew</a:t>
            </a:r>
            <a:r>
              <a:rPr lang="en-US" sz="1600" dirty="0"/>
              <a:t> (s</a:t>
            </a:r>
            <a:r>
              <a:rPr lang="en-US" sz="1600" dirty="0">
                <a:sym typeface="Wingdings" panose="05000000000000000000" pitchFamily="2" charset="2"/>
              </a:rPr>
              <a:t>tring)  </a:t>
            </a:r>
            <a:r>
              <a:rPr lang="en-US" sz="1600" dirty="0">
                <a:latin typeface="IntelOne Text Light" panose="020B0403020203020204" pitchFamily="34" charset="0"/>
                <a:sym typeface="Wingdings" panose="05000000000000000000" pitchFamily="2" charset="2"/>
              </a:rPr>
              <a:t>DPR CD and Misreg Skew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b="1" dirty="0">
                <a:latin typeface="IntelOne Text Light" panose="020B0403020203020204" pitchFamily="34" charset="0"/>
                <a:sym typeface="Wingdings" panose="05000000000000000000" pitchFamily="2" charset="2"/>
              </a:rPr>
              <a:t>Format</a:t>
            </a:r>
            <a:r>
              <a:rPr lang="en-US" sz="1400" dirty="0">
                <a:latin typeface="IntelOne Text Light" panose="020B0403020203020204" pitchFamily="34" charset="0"/>
                <a:sym typeface="Wingdings" panose="05000000000000000000" pitchFamily="2" charset="2"/>
              </a:rPr>
              <a:t>: </a:t>
            </a:r>
            <a:r>
              <a:rPr lang="en-US" sz="1400" dirty="0" err="1">
                <a:latin typeface="IntelOne Text Light" panose="020B0403020203020204" pitchFamily="34" charset="0"/>
              </a:rPr>
              <a:t>DprCd,DprMisreg</a:t>
            </a:r>
            <a:endParaRPr lang="en-US" sz="1400" dirty="0">
              <a:latin typeface="IntelOne Text Light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88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11FD70-29DB-651A-3BE6-C40234D86E17}"/>
              </a:ext>
            </a:extLst>
          </p:cNvPr>
          <p:cNvSpPr txBox="1">
            <a:spLocks/>
          </p:cNvSpPr>
          <p:nvPr/>
        </p:nvSpPr>
        <p:spPr>
          <a:xfrm>
            <a:off x="0" y="111967"/>
            <a:ext cx="11719249" cy="62701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IntelOne Display Regular" panose="020B0503020203020204" pitchFamily="34" charset="0"/>
              <a:buNone/>
            </a:pPr>
            <a:r>
              <a:rPr lang="en-US" b="1" i="1" u="sng">
                <a:latin typeface="+mj-lt"/>
                <a:ea typeface="+mj-ea"/>
                <a:cs typeface="+mj-cs"/>
              </a:rPr>
              <a:t>Miscellaneous:</a:t>
            </a:r>
            <a:endParaRPr lang="en-US" sz="2100" b="1" i="1">
              <a:latin typeface="IntelOne Text Light" panose="020B04030202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kernelOffsetX</a:t>
            </a:r>
            <a:r>
              <a:rPr lang="en-US" sz="2400">
                <a:latin typeface="IntelOne Text Light" panose="020B0403020203020204" pitchFamily="34" charset="0"/>
                <a:sym typeface="Wingdings" panose="05000000000000000000" pitchFamily="2" charset="2"/>
              </a:rPr>
              <a:t> (float)  Amount by which structure moves on X-axis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>
                <a:latin typeface="IntelOne Display Medium" panose="020B0703020203020204" pitchFamily="34" charset="0"/>
                <a:cs typeface="IntelOne Display AR Bold" panose="020B0803020203020204" pitchFamily="34" charset="-78"/>
              </a:rPr>
              <a:t>kernelOffsetY</a:t>
            </a:r>
            <a:r>
              <a:rPr lang="en-US" sz="2400">
                <a:latin typeface="IntelOne Text Light" panose="020B0403020203020204" pitchFamily="34" charset="0"/>
              </a:rPr>
              <a:t> (float</a:t>
            </a:r>
            <a:r>
              <a:rPr lang="en-US" sz="2400">
                <a:latin typeface="IntelOne Text Light" panose="020B0403020203020204" pitchFamily="34" charset="0"/>
                <a:sym typeface="Wingdings" panose="05000000000000000000" pitchFamily="2" charset="2"/>
              </a:rPr>
              <a:t>)  Amount by which structure moves on Y-axis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i="1">
              <a:latin typeface="IntelOne Text Light" panose="020B0403020203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b="1" i="1">
                <a:latin typeface="IntelOne Text Light" panose="020B0403020203020204" pitchFamily="34" charset="0"/>
                <a:sym typeface="Wingdings" panose="05000000000000000000" pitchFamily="2" charset="2"/>
              </a:rPr>
              <a:t>Grid Values:</a:t>
            </a:r>
          </a:p>
          <a:p>
            <a:pPr marL="0" indent="0">
              <a:buNone/>
            </a:pPr>
            <a:endParaRPr lang="en-US" sz="2400" b="1" i="1" dirty="0">
              <a:latin typeface="IntelOne Text Light" panose="020B0403020203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6ACA0A0-48C4-2A6E-C1BF-CEED7D626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238641"/>
              </p:ext>
            </p:extLst>
          </p:nvPr>
        </p:nvGraphicFramePr>
        <p:xfrm>
          <a:off x="117987" y="2385784"/>
          <a:ext cx="3018503" cy="1270092"/>
        </p:xfrm>
        <a:graphic>
          <a:graphicData uri="http://schemas.openxmlformats.org/drawingml/2006/table">
            <a:tbl>
              <a:tblPr firstRow="1" firstCol="1" bandRow="1">
                <a:tableStyleId>{912C8C85-51F0-491E-9774-3900AFEF0FD7}</a:tableStyleId>
              </a:tblPr>
              <a:tblGrid>
                <a:gridCol w="1337188">
                  <a:extLst>
                    <a:ext uri="{9D8B030D-6E8A-4147-A177-3AD203B41FA5}">
                      <a16:colId xmlns:a16="http://schemas.microsoft.com/office/drawing/2014/main" val="1210588950"/>
                    </a:ext>
                  </a:extLst>
                </a:gridCol>
                <a:gridCol w="835741">
                  <a:extLst>
                    <a:ext uri="{9D8B030D-6E8A-4147-A177-3AD203B41FA5}">
                      <a16:colId xmlns:a16="http://schemas.microsoft.com/office/drawing/2014/main" val="3464112804"/>
                    </a:ext>
                  </a:extLst>
                </a:gridCol>
                <a:gridCol w="845574">
                  <a:extLst>
                    <a:ext uri="{9D8B030D-6E8A-4147-A177-3AD203B41FA5}">
                      <a16:colId xmlns:a16="http://schemas.microsoft.com/office/drawing/2014/main" val="1494610117"/>
                    </a:ext>
                  </a:extLst>
                </a:gridCol>
              </a:tblGrid>
              <a:tr h="26080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CHPP Combo</a:t>
                      </a:r>
                      <a:endParaRPr lang="en-US" sz="1800" dirty="0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 err="1">
                          <a:solidFill>
                            <a:srgbClr val="FFFFFF"/>
                          </a:solidFill>
                          <a:effectLst/>
                        </a:rPr>
                        <a:t>GridX</a:t>
                      </a:r>
                      <a:endParaRPr lang="en-US" sz="1800" dirty="0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 err="1">
                          <a:solidFill>
                            <a:srgbClr val="FFFFFF"/>
                          </a:solidFill>
                          <a:effectLst/>
                        </a:rPr>
                        <a:t>GridY</a:t>
                      </a:r>
                      <a:endParaRPr lang="en-US" sz="1800" dirty="0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871067"/>
                  </a:ext>
                </a:extLst>
              </a:tr>
              <a:tr h="26080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0" dirty="0">
                          <a:solidFill>
                            <a:srgbClr val="FFFFFF"/>
                          </a:solidFill>
                          <a:effectLst/>
                        </a:rPr>
                        <a:t>CH110PP44</a:t>
                      </a:r>
                      <a:endParaRPr lang="en-US" sz="1800" b="0" dirty="0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0.176</a:t>
                      </a:r>
                      <a:endParaRPr lang="en-US" sz="1800" dirty="0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600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0.66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0853572"/>
                  </a:ext>
                </a:extLst>
              </a:tr>
              <a:tr h="26080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0" dirty="0">
                          <a:solidFill>
                            <a:srgbClr val="FFFFFF"/>
                          </a:solidFill>
                          <a:effectLst/>
                        </a:rPr>
                        <a:t>CH132PP44</a:t>
                      </a:r>
                      <a:endParaRPr lang="en-US" sz="1800" b="0" dirty="0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0.176</a:t>
                      </a:r>
                      <a:endParaRPr lang="en-US" sz="1800" dirty="0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600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0.264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2518714"/>
                  </a:ext>
                </a:extLst>
              </a:tr>
              <a:tr h="26080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0" dirty="0">
                          <a:solidFill>
                            <a:srgbClr val="FFFFFF"/>
                          </a:solidFill>
                          <a:effectLst/>
                        </a:rPr>
                        <a:t>CH165PP44</a:t>
                      </a:r>
                      <a:endParaRPr lang="en-US" sz="1800" b="0" dirty="0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0.176</a:t>
                      </a:r>
                      <a:endParaRPr lang="en-US" sz="1800" dirty="0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600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6290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3259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900D496-F681-69D0-0974-A213E8C9D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59" y="2369138"/>
            <a:ext cx="11086681" cy="2119724"/>
          </a:xfrm>
        </p:spPr>
        <p:txBody>
          <a:bodyPr>
            <a:noAutofit/>
          </a:bodyPr>
          <a:lstStyle/>
          <a:p>
            <a:pPr algn="ctr"/>
            <a:r>
              <a:rPr lang="en-US" sz="2800" b="1" i="1" u="sng" dirty="0"/>
              <a:t>Row Reference:</a:t>
            </a:r>
            <a:br>
              <a:rPr lang="en-US" sz="2800" b="1" i="1" u="sng" dirty="0"/>
            </a:br>
            <a:r>
              <a:rPr lang="en-US" sz="2800" b="1" dirty="0"/>
              <a:t>Pending for PFT</a:t>
            </a:r>
            <a:br>
              <a:rPr lang="en-US" sz="2800" b="1" dirty="0"/>
            </a:br>
            <a:r>
              <a:rPr lang="en-US" sz="2800" b="1" dirty="0"/>
              <a:t>scratch4x81rb_x82_lay </a:t>
            </a:r>
            <a:r>
              <a:rPr lang="en-US" sz="2800" b="1" dirty="0">
                <a:sym typeface="Wingdings" panose="05000000000000000000" pitchFamily="2" charset="2"/>
              </a:rPr>
              <a:t> x81rbs_yk_vcr_skews</a:t>
            </a:r>
            <a:br>
              <a:rPr lang="en-US" sz="2800" b="1" dirty="0">
                <a:sym typeface="Wingdings" panose="05000000000000000000" pitchFamily="2" charset="2"/>
              </a:rPr>
            </a:br>
            <a:r>
              <a:rPr lang="en-US" sz="2800" b="1" dirty="0"/>
              <a:t>scratch4x81rb_x82_lay </a:t>
            </a:r>
            <a:r>
              <a:rPr lang="en-US" sz="2800" b="1" dirty="0">
                <a:sym typeface="Wingdings" panose="05000000000000000000" pitchFamily="2" charset="2"/>
              </a:rPr>
              <a:t> x81rbs_yk_tc_skews</a:t>
            </a:r>
            <a:br>
              <a:rPr lang="en-US" sz="4800" dirty="0">
                <a:sym typeface="Wingdings" panose="05000000000000000000" pitchFamily="2" charset="2"/>
              </a:rPr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50147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11FD70-29DB-651A-3BE6-C40234D86E17}"/>
              </a:ext>
            </a:extLst>
          </p:cNvPr>
          <p:cNvSpPr txBox="1">
            <a:spLocks/>
          </p:cNvSpPr>
          <p:nvPr/>
        </p:nvSpPr>
        <p:spPr>
          <a:xfrm>
            <a:off x="0" y="111967"/>
            <a:ext cx="11719249" cy="62701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IntelOne Display Regular" panose="020B0503020203020204" pitchFamily="34" charset="0"/>
              <a:buChar char="•"/>
              <a:defRPr sz="2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20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8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IntelOne Display Regular" panose="020B0503020203020204" pitchFamily="34" charset="0"/>
              <a:buChar char="•"/>
              <a:defRPr sz="1600" b="0" i="0" kern="1200">
                <a:solidFill>
                  <a:schemeClr val="tx1"/>
                </a:solidFill>
                <a:latin typeface="IntelOne Text Light" panose="020B0403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IntelOne Display Regular" panose="020B0503020203020204" pitchFamily="34" charset="0"/>
              <a:buNone/>
            </a:pPr>
            <a:endParaRPr lang="en-US" sz="2400" b="1" i="1">
              <a:latin typeface="IntelOne Text Light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200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eme1">
  <a:themeElements>
    <a:clrScheme name="Intel custom 1">
      <a:dk1>
        <a:srgbClr val="3D3D3D"/>
      </a:dk1>
      <a:lt1>
        <a:srgbClr val="FFFFFF"/>
      </a:lt1>
      <a:dk2>
        <a:srgbClr val="004A86"/>
      </a:dk2>
      <a:lt2>
        <a:srgbClr val="FFFFFF"/>
      </a:lt2>
      <a:accent1>
        <a:srgbClr val="0068B5"/>
      </a:accent1>
      <a:accent2>
        <a:srgbClr val="00C7FD"/>
      </a:accent2>
      <a:accent3>
        <a:srgbClr val="FEC91B"/>
      </a:accent3>
      <a:accent4>
        <a:srgbClr val="E96115"/>
      </a:accent4>
      <a:accent5>
        <a:srgbClr val="8F5DA2"/>
      </a:accent5>
      <a:accent6>
        <a:srgbClr val="8BAE46"/>
      </a:accent6>
      <a:hlink>
        <a:srgbClr val="00C7FD"/>
      </a:hlink>
      <a:folHlink>
        <a:srgbClr val="0068B5"/>
      </a:folHlink>
    </a:clrScheme>
    <a:fontScheme name="Intel custom 1">
      <a:majorFont>
        <a:latin typeface="IntelOne Display AR Medium"/>
        <a:ea typeface="Helvetica Neue"/>
        <a:cs typeface="Helvetica Neue"/>
      </a:majorFont>
      <a:minorFont>
        <a:latin typeface="IntelOne Display Regular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Classic Tint 2">
      <a:srgbClr val="76CEFF"/>
    </a:custClr>
    <a:custClr name="Energy Tint 2">
      <a:srgbClr val="B4F0FF"/>
    </a:custClr>
    <a:custClr name="Carbon Tint 2">
      <a:srgbClr val="E9E9E9"/>
    </a:custClr>
    <a:custClr name="Steel Tint 2">
      <a:srgbClr val="B9D6E5"/>
    </a:custClr>
    <a:custClr name="Geode Tint 2">
      <a:srgbClr val="EEC3F7"/>
    </a:custClr>
    <a:custClr name="Moss Tint 2">
      <a:srgbClr val="D7F3A2"/>
    </a:custClr>
    <a:custClr name="Rust Tint 2">
      <a:srgbClr val="FFC599"/>
    </a:custClr>
    <a:custClr name="Cobalt Tint 2">
      <a:srgbClr val="98A1FF"/>
    </a:custClr>
    <a:custClr name="Coral Tint 2">
      <a:srgbClr val="FFB6B9"/>
    </a:custClr>
    <a:custClr name="white">
      <a:srgbClr val="FFFFFF"/>
    </a:custClr>
    <a:custClr name="Classic Tint 1">
      <a:srgbClr val="00A3F6"/>
    </a:custClr>
    <a:custClr name="Energy Tint 1">
      <a:srgbClr val="7BDEFF"/>
    </a:custClr>
    <a:custClr name="Carbon Tint 1">
      <a:srgbClr val="AEAEAE"/>
    </a:custClr>
    <a:custClr name="Steel Tint 1">
      <a:srgbClr val="86B3CA"/>
    </a:custClr>
    <a:custClr name="Geode Tint 1">
      <a:srgbClr val="CC94DA"/>
    </a:custClr>
    <a:custClr name="Moss Tint 1">
      <a:srgbClr val="B1D272"/>
    </a:custClr>
    <a:custClr name="Rust Tint 1">
      <a:srgbClr val="FF8F51"/>
    </a:custClr>
    <a:custClr name="Cobalt Tint 1">
      <a:srgbClr val="5B69FF"/>
    </a:custClr>
    <a:custClr name="Coral Tint 1">
      <a:srgbClr val="FF848A"/>
    </a:custClr>
    <a:custClr name="Daisy Tint 1">
      <a:srgbClr val="FFE17A"/>
    </a:custClr>
    <a:custClr name="Classic">
      <a:srgbClr val="0068B5"/>
    </a:custClr>
    <a:custClr name="Energy">
      <a:srgbClr val="00C7FD"/>
    </a:custClr>
    <a:custClr name="Carbon">
      <a:srgbClr val="808080"/>
    </a:custClr>
    <a:custClr name="Steel">
      <a:srgbClr val="548FAD"/>
    </a:custClr>
    <a:custClr name="Geode">
      <a:srgbClr val="8F5DA2"/>
    </a:custClr>
    <a:custClr name="Moss">
      <a:srgbClr val="8BAE46"/>
    </a:custClr>
    <a:custClr name="Rust">
      <a:srgbClr val="E96115"/>
    </a:custClr>
    <a:custClr name="Cobalt">
      <a:srgbClr val="1E2EB8"/>
    </a:custClr>
    <a:custClr name="Coral">
      <a:srgbClr val="FF5662"/>
    </a:custClr>
    <a:custClr name="Daisy">
      <a:srgbClr val="FEC91B"/>
    </a:custClr>
    <a:custClr name="Classic Shade 1">
      <a:srgbClr val="004A86"/>
    </a:custClr>
    <a:custClr name="Energy Shade 1">
      <a:srgbClr val="0095CA"/>
    </a:custClr>
    <a:custClr name="Carbon Shade 1">
      <a:srgbClr val="525252"/>
    </a:custClr>
    <a:custClr name="Steel Shade 1">
      <a:srgbClr val="41728A"/>
    </a:custClr>
    <a:custClr name="Geode Shade 1">
      <a:srgbClr val="653171"/>
    </a:custClr>
    <a:custClr name="Moss Shade 1">
      <a:srgbClr val="708541"/>
    </a:custClr>
    <a:custClr name="Rust Shade 1">
      <a:srgbClr val="B24501"/>
    </a:custClr>
    <a:custClr name="Cobalt Shade 1">
      <a:srgbClr val="000F8A"/>
    </a:custClr>
    <a:custClr name="Coral Shade 1">
      <a:srgbClr val="C81326"/>
    </a:custClr>
    <a:custClr name="Daisy Shade 1">
      <a:srgbClr val="EDB200"/>
    </a:custClr>
    <a:custClr name="Classic Shade 2">
      <a:srgbClr val="00285A"/>
    </a:custClr>
    <a:custClr name="Energy Shade 2">
      <a:srgbClr val="005B85"/>
    </a:custClr>
    <a:custClr name="Carbon Shade 2">
      <a:srgbClr val="262626"/>
    </a:custClr>
    <a:custClr name="Steel Shade 2">
      <a:srgbClr val="183544"/>
    </a:custClr>
    <a:custClr name="black">
      <a:srgbClr val="000000"/>
    </a:custClr>
    <a:custClr name="Moss Shade 2">
      <a:srgbClr val="515A3D"/>
    </a:custClr>
    <a:custClr name="black">
      <a:srgbClr val="000000"/>
    </a:custClr>
    <a:custClr name="Cobalt Shade 2">
      <a:srgbClr val="000864"/>
    </a:custClr>
    <a:custClr name="black">
      <a:srgbClr val="000000"/>
    </a:custClr>
    <a:custClr name="Daisy Shade 2">
      <a:srgbClr val="C98F00"/>
    </a:custClr>
  </a:custClrLst>
  <a:extLst>
    <a:ext uri="{05A4C25C-085E-4340-85A3-A5531E510DB2}">
      <thm15:themeFamily xmlns:thm15="http://schemas.microsoft.com/office/thememl/2012/main" name="brand-ppt-template (1)" id="{D1FD4282-8E8D-7F42-BC8A-A99EC679DECD}" vid="{1CC8D8C3-0D29-4A4E-A4A8-B2C57FCDFB6E}"/>
    </a:ext>
  </a:extLst>
</a:theme>
</file>

<file path=ppt/theme/theme2.xml><?xml version="1.0" encoding="utf-8"?>
<a:theme xmlns:a="http://schemas.openxmlformats.org/drawingml/2006/main" name="1_Theme1">
  <a:themeElements>
    <a:clrScheme name="Intel Custom 2">
      <a:dk1>
        <a:srgbClr val="FFFFFF"/>
      </a:dk1>
      <a:lt1>
        <a:srgbClr val="0068B5"/>
      </a:lt1>
      <a:dk2>
        <a:srgbClr val="FFFFFF"/>
      </a:dk2>
      <a:lt2>
        <a:srgbClr val="004A86"/>
      </a:lt2>
      <a:accent1>
        <a:srgbClr val="0068B5"/>
      </a:accent1>
      <a:accent2>
        <a:srgbClr val="00C7FD"/>
      </a:accent2>
      <a:accent3>
        <a:srgbClr val="FEC91B"/>
      </a:accent3>
      <a:accent4>
        <a:srgbClr val="E96115"/>
      </a:accent4>
      <a:accent5>
        <a:srgbClr val="8F5DA2"/>
      </a:accent5>
      <a:accent6>
        <a:srgbClr val="8BAE46"/>
      </a:accent6>
      <a:hlink>
        <a:srgbClr val="00C7FD"/>
      </a:hlink>
      <a:folHlink>
        <a:srgbClr val="0068B5"/>
      </a:folHlink>
    </a:clrScheme>
    <a:fontScheme name="Intel custom 1">
      <a:majorFont>
        <a:latin typeface="IntelOne Display AR Medium"/>
        <a:ea typeface="Helvetica Neue"/>
        <a:cs typeface="Helvetica Neue"/>
      </a:majorFont>
      <a:minorFont>
        <a:latin typeface="IntelOne Display Regular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Classic Tint 2">
      <a:srgbClr val="76CEFF"/>
    </a:custClr>
    <a:custClr name="Energy Tint 2">
      <a:srgbClr val="B4F0FF"/>
    </a:custClr>
    <a:custClr name="Carbon Tint 2">
      <a:srgbClr val="E9E9E9"/>
    </a:custClr>
    <a:custClr name="Steel Tint 2">
      <a:srgbClr val="B9D6E5"/>
    </a:custClr>
    <a:custClr name="Geode Tint 2">
      <a:srgbClr val="EEC3F7"/>
    </a:custClr>
    <a:custClr name="Moss Tint 2">
      <a:srgbClr val="D7F3A2"/>
    </a:custClr>
    <a:custClr name="Rust Tint 2">
      <a:srgbClr val="FFC599"/>
    </a:custClr>
    <a:custClr name="Cobalt Tint 2">
      <a:srgbClr val="98A1FF"/>
    </a:custClr>
    <a:custClr name="Coral Tint 2">
      <a:srgbClr val="FFB6B9"/>
    </a:custClr>
    <a:custClr name="white">
      <a:srgbClr val="FFFFFF"/>
    </a:custClr>
    <a:custClr name="Classic Tint 1">
      <a:srgbClr val="00A3F6"/>
    </a:custClr>
    <a:custClr name="Energy Tint 1">
      <a:srgbClr val="7BDEFF"/>
    </a:custClr>
    <a:custClr name="Carbon Tint 1">
      <a:srgbClr val="AEAEAE"/>
    </a:custClr>
    <a:custClr name="Steel Tint 1">
      <a:srgbClr val="86B3CA"/>
    </a:custClr>
    <a:custClr name="Geode Tint 1">
      <a:srgbClr val="CC94DA"/>
    </a:custClr>
    <a:custClr name="Moss Tint 1">
      <a:srgbClr val="B1D272"/>
    </a:custClr>
    <a:custClr name="Rust Tint 1">
      <a:srgbClr val="FF8F51"/>
    </a:custClr>
    <a:custClr name="Cobalt Tint 1">
      <a:srgbClr val="5B69FF"/>
    </a:custClr>
    <a:custClr name="Coral Tint 1">
      <a:srgbClr val="FF848A"/>
    </a:custClr>
    <a:custClr name="Daisy Tint 1">
      <a:srgbClr val="FFE17A"/>
    </a:custClr>
    <a:custClr name="Classic">
      <a:srgbClr val="0068B5"/>
    </a:custClr>
    <a:custClr name="Energy">
      <a:srgbClr val="00C7FD"/>
    </a:custClr>
    <a:custClr name="Carbon">
      <a:srgbClr val="808080"/>
    </a:custClr>
    <a:custClr name="Steel">
      <a:srgbClr val="548FAD"/>
    </a:custClr>
    <a:custClr name="Geode">
      <a:srgbClr val="8F5DA2"/>
    </a:custClr>
    <a:custClr name="Moss">
      <a:srgbClr val="8BAE46"/>
    </a:custClr>
    <a:custClr name="Rust">
      <a:srgbClr val="E96115"/>
    </a:custClr>
    <a:custClr name="Cobalt">
      <a:srgbClr val="1E2EB8"/>
    </a:custClr>
    <a:custClr name="Coral">
      <a:srgbClr val="FF5662"/>
    </a:custClr>
    <a:custClr name="Daisy">
      <a:srgbClr val="FEC91B"/>
    </a:custClr>
    <a:custClr name="Classic Shade 1">
      <a:srgbClr val="004A86"/>
    </a:custClr>
    <a:custClr name="Energy Shade 1">
      <a:srgbClr val="0095CA"/>
    </a:custClr>
    <a:custClr name="Carbon Shade 1">
      <a:srgbClr val="525252"/>
    </a:custClr>
    <a:custClr name="Steel Shade 1">
      <a:srgbClr val="41728A"/>
    </a:custClr>
    <a:custClr name="Geode Shade 1">
      <a:srgbClr val="653171"/>
    </a:custClr>
    <a:custClr name="Moss Shade 1">
      <a:srgbClr val="708541"/>
    </a:custClr>
    <a:custClr name="Rust Shade 1">
      <a:srgbClr val="B24501"/>
    </a:custClr>
    <a:custClr name="Cobalt Shade 1">
      <a:srgbClr val="000F8A"/>
    </a:custClr>
    <a:custClr name="Coral Shade 1">
      <a:srgbClr val="C81326"/>
    </a:custClr>
    <a:custClr name="Daisy Shade 1">
      <a:srgbClr val="EDB200"/>
    </a:custClr>
    <a:custClr name="Classic Shade 2">
      <a:srgbClr val="00285A"/>
    </a:custClr>
    <a:custClr name="Energy Shade 2">
      <a:srgbClr val="005B85"/>
    </a:custClr>
    <a:custClr name="Carbon Shade 2">
      <a:srgbClr val="262626"/>
    </a:custClr>
    <a:custClr name="Steel Shade 2">
      <a:srgbClr val="183544"/>
    </a:custClr>
    <a:custClr name="black">
      <a:srgbClr val="000000"/>
    </a:custClr>
    <a:custClr name="Moss Shade 2">
      <a:srgbClr val="515A3D"/>
    </a:custClr>
    <a:custClr name="black">
      <a:srgbClr val="000000"/>
    </a:custClr>
    <a:custClr name="Cobalt Shade 2">
      <a:srgbClr val="000864"/>
    </a:custClr>
    <a:custClr name="black">
      <a:srgbClr val="000000"/>
    </a:custClr>
    <a:custClr name="Daisy Shade 2">
      <a:srgbClr val="C98F00"/>
    </a:custClr>
  </a:custClrLst>
  <a:extLst>
    <a:ext uri="{05A4C25C-085E-4340-85A3-A5531E510DB2}">
      <thm15:themeFamily xmlns:thm15="http://schemas.microsoft.com/office/thememl/2012/main" name="brand-ppt-template (1)" id="{D1FD4282-8E8D-7F42-BC8A-A99EC679DECD}" vid="{1CC8D8C3-0D29-4A4E-A4A8-B2C57FCDFB6E}"/>
    </a:ext>
  </a:extLst>
</a:theme>
</file>

<file path=ppt/theme/theme3.xml><?xml version="1.0" encoding="utf-8"?>
<a:theme xmlns:a="http://schemas.openxmlformats.org/drawingml/2006/main" name="Office Theme">
  <a:themeElements>
    <a:clrScheme name="Intel2020">
      <a:dk1>
        <a:srgbClr val="525252"/>
      </a:dk1>
      <a:lt1>
        <a:srgbClr val="FFFFFF"/>
      </a:lt1>
      <a:dk2>
        <a:srgbClr val="004A86"/>
      </a:dk2>
      <a:lt2>
        <a:srgbClr val="FFFFFF"/>
      </a:lt2>
      <a:accent1>
        <a:srgbClr val="0068B5"/>
      </a:accent1>
      <a:accent2>
        <a:srgbClr val="00C7FD"/>
      </a:accent2>
      <a:accent3>
        <a:srgbClr val="FEC91B"/>
      </a:accent3>
      <a:accent4>
        <a:srgbClr val="E96115"/>
      </a:accent4>
      <a:accent5>
        <a:srgbClr val="8F5DA2"/>
      </a:accent5>
      <a:accent6>
        <a:srgbClr val="8BAE46"/>
      </a:accent6>
      <a:hlink>
        <a:srgbClr val="00C7FD"/>
      </a:hlink>
      <a:folHlink>
        <a:srgbClr val="0068B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Intel2020">
      <a:dk1>
        <a:srgbClr val="525252"/>
      </a:dk1>
      <a:lt1>
        <a:srgbClr val="FFFFFF"/>
      </a:lt1>
      <a:dk2>
        <a:srgbClr val="004A86"/>
      </a:dk2>
      <a:lt2>
        <a:srgbClr val="FFFFFF"/>
      </a:lt2>
      <a:accent1>
        <a:srgbClr val="0068B5"/>
      </a:accent1>
      <a:accent2>
        <a:srgbClr val="00C7FD"/>
      </a:accent2>
      <a:accent3>
        <a:srgbClr val="FEC91B"/>
      </a:accent3>
      <a:accent4>
        <a:srgbClr val="E96115"/>
      </a:accent4>
      <a:accent5>
        <a:srgbClr val="8F5DA2"/>
      </a:accent5>
      <a:accent6>
        <a:srgbClr val="8BAE46"/>
      </a:accent6>
      <a:hlink>
        <a:srgbClr val="00C7FD"/>
      </a:hlink>
      <a:folHlink>
        <a:srgbClr val="0068B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mment xmlns="8c5c7c43-7776-4be4-9b66-f0e598a006f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5A87B4EF6DD84787A84E450FC83619" ma:contentTypeVersion="9" ma:contentTypeDescription="Create a new document." ma:contentTypeScope="" ma:versionID="b8cef7a8758fd6bdb0b69f3476572ce4">
  <xsd:schema xmlns:xsd="http://www.w3.org/2001/XMLSchema" xmlns:xs="http://www.w3.org/2001/XMLSchema" xmlns:p="http://schemas.microsoft.com/office/2006/metadata/properties" xmlns:ns2="8c5c7c43-7776-4be4-9b66-f0e598a006f2" targetNamespace="http://schemas.microsoft.com/office/2006/metadata/properties" ma:root="true" ma:fieldsID="9b1b2d49d7ec805e09513a7667e84765" ns2:_="">
    <xsd:import namespace="8c5c7c43-7776-4be4-9b66-f0e598a006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Comment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5c7c43-7776-4be4-9b66-f0e598a006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Comment" ma:index="12" nillable="true" ma:displayName="Comment" ma:format="Dropdown" ma:internalName="Comment">
      <xsd:simpleType>
        <xsd:restriction base="dms:Text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B87B9AE-D33C-468F-9E6B-281C9FE82DF0}">
  <ds:schemaRefs>
    <ds:schemaRef ds:uri="http://www.w3.org/XML/1998/namespace"/>
    <ds:schemaRef ds:uri="http://purl.org/dc/dcmitype/"/>
    <ds:schemaRef ds:uri="http://purl.org/dc/elements/1.1/"/>
    <ds:schemaRef ds:uri="http://schemas.microsoft.com/office/infopath/2007/PartnerControls"/>
    <ds:schemaRef ds:uri="http://schemas.microsoft.com/office/2006/metadata/properties"/>
    <ds:schemaRef ds:uri="8c5c7c43-7776-4be4-9b66-f0e598a006f2"/>
    <ds:schemaRef ds:uri="http://purl.org/dc/terms/"/>
    <ds:schemaRef ds:uri="http://schemas.microsoft.com/office/2006/documentManagement/type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1AC8306E-C4C9-4C1A-BDF1-61303E9D99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5c7c43-7776-4be4-9b66-f0e598a006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D2C3A3C-576F-4FC6-816E-4EF5F321DBE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Standard Powerpoint Template Intel One</Template>
  <TotalTime>11541</TotalTime>
  <Words>4323</Words>
  <Application>Microsoft Office PowerPoint</Application>
  <PresentationFormat>Widescreen</PresentationFormat>
  <Paragraphs>539</Paragraphs>
  <Slides>38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0" baseType="lpstr">
      <vt:lpstr>Theme1</vt:lpstr>
      <vt:lpstr>1_Theme1</vt:lpstr>
      <vt:lpstr>1281 MOS_PFT  Template User Guide</vt:lpstr>
      <vt:lpstr>Template Capability</vt:lpstr>
      <vt:lpstr>NOTE1: All track-based indexing starts from 0 unless specified otherwise or when used in indexing the jumper tracks for routing NOTE2: Track-based indexing for PGD Tracks is from Left to Right   Track-based indexing for OGD Tracks is from Bottom to Top </vt:lpstr>
      <vt:lpstr>INPUT PARAMETERS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Row Reference: Pending for PFT scratch4x81rb_x82_lay  x81rbs_yk_vcr_skews scratch4x81rb_x82_lay  x81rbs_yk_tc_skews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X78D BE_ECD</dc:title>
  <dc:creator>Lai, Jiun-hong;akshay.bharadwaj.krishna@intel.com</dc:creator>
  <cp:lastModifiedBy>Carboni, Roberto</cp:lastModifiedBy>
  <cp:revision>9</cp:revision>
  <dcterms:created xsi:type="dcterms:W3CDTF">2023-05-03T18:05:45Z</dcterms:created>
  <dcterms:modified xsi:type="dcterms:W3CDTF">2026-10-14T23:33:45Z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0x010100DF5A87B4EF6DD84787A84E450FC83619</vt:lpwstr>
  </property>
  <property fmtid="{D5CDD505-2E9C-101B-9397-08002B2CF9AE}" pid="3" name="MediaServiceImageTags">
    <vt:lpwstr/>
  </property>
</Properties>
</file>