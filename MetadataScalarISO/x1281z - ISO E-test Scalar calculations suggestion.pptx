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4" r:id="rId7"/>
    <p:sldId id="275" r:id="rId8"/>
    <p:sldId id="278" r:id="rId9"/>
    <p:sldId id="276" r:id="rId10"/>
    <p:sldId id="279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CCE038D-7AEC-4718-8AAC-AA42D7089901}">
          <p14:sldIdLst>
            <p14:sldId id="256"/>
            <p14:sldId id="257"/>
          </p14:sldIdLst>
        </p14:section>
        <p14:section name="ISO" id="{91CBAE7C-8E4D-4A93-9EB6-ADAF283539C0}">
          <p14:sldIdLst>
            <p14:sldId id="264"/>
            <p14:sldId id="275"/>
            <p14:sldId id="278"/>
            <p14:sldId id="276"/>
            <p14:sldId id="279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2DDCA0-242B-4CB5-A755-292697210ED8}" v="20" dt="2026-09-28T14:31:2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2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57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beroi, Aaryan" userId="b67f929c-9284-4458-8640-412ff01e6591" providerId="ADAL" clId="{08F1FCF2-A6EF-417B-AAE3-1F9C6BD0BFF1}"/>
    <pc:docChg chg="custSel modSld">
      <pc:chgData name="Oberoi, Aaryan" userId="b67f929c-9284-4458-8640-412ff01e6591" providerId="ADAL" clId="{08F1FCF2-A6EF-417B-AAE3-1F9C6BD0BFF1}" dt="2026-09-28T17:48:07.686" v="33" actId="14100"/>
      <pc:docMkLst>
        <pc:docMk/>
      </pc:docMkLst>
      <pc:sldChg chg="delSp modSp mod">
        <pc:chgData name="Oberoi, Aaryan" userId="b67f929c-9284-4458-8640-412ff01e6591" providerId="ADAL" clId="{08F1FCF2-A6EF-417B-AAE3-1F9C6BD0BFF1}" dt="2026-09-28T17:48:07.686" v="33" actId="14100"/>
        <pc:sldMkLst>
          <pc:docMk/>
          <pc:sldMk cId="2581694534" sldId="279"/>
        </pc:sldMkLst>
        <pc:spChg chg="mod">
          <ac:chgData name="Oberoi, Aaryan" userId="b67f929c-9284-4458-8640-412ff01e6591" providerId="ADAL" clId="{08F1FCF2-A6EF-417B-AAE3-1F9C6BD0BFF1}" dt="2026-09-28T17:47:56.607" v="31" actId="20577"/>
          <ac:spMkLst>
            <pc:docMk/>
            <pc:sldMk cId="2581694534" sldId="279"/>
            <ac:spMk id="284" creationId="{29313A31-3763-D57C-95B2-6B0FDDC4C53C}"/>
          </ac:spMkLst>
        </pc:spChg>
        <pc:spChg chg="mod">
          <ac:chgData name="Oberoi, Aaryan" userId="b67f929c-9284-4458-8640-412ff01e6591" providerId="ADAL" clId="{08F1FCF2-A6EF-417B-AAE3-1F9C6BD0BFF1}" dt="2026-09-28T17:47:29.759" v="25" actId="14100"/>
          <ac:spMkLst>
            <pc:docMk/>
            <pc:sldMk cId="2581694534" sldId="279"/>
            <ac:spMk id="324" creationId="{683C226A-3AB4-6D74-FCD9-1DE1B9185E4D}"/>
          </ac:spMkLst>
        </pc:spChg>
        <pc:spChg chg="mod">
          <ac:chgData name="Oberoi, Aaryan" userId="b67f929c-9284-4458-8640-412ff01e6591" providerId="ADAL" clId="{08F1FCF2-A6EF-417B-AAE3-1F9C6BD0BFF1}" dt="2026-09-28T17:48:07.686" v="33" actId="14100"/>
          <ac:spMkLst>
            <pc:docMk/>
            <pc:sldMk cId="2581694534" sldId="279"/>
            <ac:spMk id="326" creationId="{FFEC8219-1E33-FE5D-5F55-2A8492C6B215}"/>
          </ac:spMkLst>
        </pc:spChg>
        <pc:spChg chg="mod">
          <ac:chgData name="Oberoi, Aaryan" userId="b67f929c-9284-4458-8640-412ff01e6591" providerId="ADAL" clId="{08F1FCF2-A6EF-417B-AAE3-1F9C6BD0BFF1}" dt="2026-09-28T17:48:04.627" v="32" actId="14100"/>
          <ac:spMkLst>
            <pc:docMk/>
            <pc:sldMk cId="2581694534" sldId="279"/>
            <ac:spMk id="328" creationId="{3D8384A2-9037-439F-D3D2-0020810CE440}"/>
          </ac:spMkLst>
        </pc:spChg>
        <pc:spChg chg="del mod">
          <ac:chgData name="Oberoi, Aaryan" userId="b67f929c-9284-4458-8640-412ff01e6591" providerId="ADAL" clId="{08F1FCF2-A6EF-417B-AAE3-1F9C6BD0BFF1}" dt="2026-09-28T17:47:02.901" v="10" actId="478"/>
          <ac:spMkLst>
            <pc:docMk/>
            <pc:sldMk cId="2581694534" sldId="279"/>
            <ac:spMk id="336" creationId="{35E4CBE2-077E-86DE-82D5-D88ACF2E9A6E}"/>
          </ac:spMkLst>
        </pc:spChg>
        <pc:spChg chg="del">
          <ac:chgData name="Oberoi, Aaryan" userId="b67f929c-9284-4458-8640-412ff01e6591" providerId="ADAL" clId="{08F1FCF2-A6EF-417B-AAE3-1F9C6BD0BFF1}" dt="2026-09-28T17:47:04.241" v="11" actId="478"/>
          <ac:spMkLst>
            <pc:docMk/>
            <pc:sldMk cId="2581694534" sldId="279"/>
            <ac:spMk id="338" creationId="{40B094EA-1E0D-EA09-4DFB-70204E8DD946}"/>
          </ac:spMkLst>
        </pc:spChg>
        <pc:spChg chg="del">
          <ac:chgData name="Oberoi, Aaryan" userId="b67f929c-9284-4458-8640-412ff01e6591" providerId="ADAL" clId="{08F1FCF2-A6EF-417B-AAE3-1F9C6BD0BFF1}" dt="2026-09-28T17:47:05.942" v="13" actId="478"/>
          <ac:spMkLst>
            <pc:docMk/>
            <pc:sldMk cId="2581694534" sldId="279"/>
            <ac:spMk id="340" creationId="{2469EE62-795A-5FB6-7C88-DA105E719C16}"/>
          </ac:spMkLst>
        </pc:spChg>
        <pc:spChg chg="mod">
          <ac:chgData name="Oberoi, Aaryan" userId="b67f929c-9284-4458-8640-412ff01e6591" providerId="ADAL" clId="{08F1FCF2-A6EF-417B-AAE3-1F9C6BD0BFF1}" dt="2026-09-28T17:47:15.632" v="22" actId="20577"/>
          <ac:spMkLst>
            <pc:docMk/>
            <pc:sldMk cId="2581694534" sldId="279"/>
            <ac:spMk id="342" creationId="{C26D53DB-F84F-32AB-2899-1C787FB05100}"/>
          </ac:spMkLst>
        </pc:spChg>
        <pc:spChg chg="mod">
          <ac:chgData name="Oberoi, Aaryan" userId="b67f929c-9284-4458-8640-412ff01e6591" providerId="ADAL" clId="{08F1FCF2-A6EF-417B-AAE3-1F9C6BD0BFF1}" dt="2026-09-28T17:47:17.532" v="23" actId="20577"/>
          <ac:spMkLst>
            <pc:docMk/>
            <pc:sldMk cId="2581694534" sldId="279"/>
            <ac:spMk id="344" creationId="{05468D01-D974-06D1-553F-19F786CDD116}"/>
          </ac:spMkLst>
        </pc:spChg>
        <pc:spChg chg="del">
          <ac:chgData name="Oberoi, Aaryan" userId="b67f929c-9284-4458-8640-412ff01e6591" providerId="ADAL" clId="{08F1FCF2-A6EF-417B-AAE3-1F9C6BD0BFF1}" dt="2026-09-28T17:47:07.697" v="15" actId="478"/>
          <ac:spMkLst>
            <pc:docMk/>
            <pc:sldMk cId="2581694534" sldId="279"/>
            <ac:spMk id="346" creationId="{0A450FF0-3E97-E4BA-787A-0DC10A8A2BCE}"/>
          </ac:spMkLst>
        </pc:spChg>
        <pc:spChg chg="del mod">
          <ac:chgData name="Oberoi, Aaryan" userId="b67f929c-9284-4458-8640-412ff01e6591" providerId="ADAL" clId="{08F1FCF2-A6EF-417B-AAE3-1F9C6BD0BFF1}" dt="2026-09-28T17:47:07.698" v="17"/>
          <ac:spMkLst>
            <pc:docMk/>
            <pc:sldMk cId="2581694534" sldId="279"/>
            <ac:spMk id="348" creationId="{271D2311-06C4-B652-B5E2-960A4AF4EE62}"/>
          </ac:spMkLst>
        </pc:spChg>
        <pc:spChg chg="del">
          <ac:chgData name="Oberoi, Aaryan" userId="b67f929c-9284-4458-8640-412ff01e6591" providerId="ADAL" clId="{08F1FCF2-A6EF-417B-AAE3-1F9C6BD0BFF1}" dt="2026-09-28T17:47:04.843" v="12" actId="478"/>
          <ac:spMkLst>
            <pc:docMk/>
            <pc:sldMk cId="2581694534" sldId="279"/>
            <ac:spMk id="350" creationId="{198A2054-F2ED-F3DE-ECEC-6B554389D986}"/>
          </ac:spMkLst>
        </pc:spChg>
        <pc:spChg chg="del">
          <ac:chgData name="Oberoi, Aaryan" userId="b67f929c-9284-4458-8640-412ff01e6591" providerId="ADAL" clId="{08F1FCF2-A6EF-417B-AAE3-1F9C6BD0BFF1}" dt="2026-09-28T17:47:10.209" v="18" actId="478"/>
          <ac:spMkLst>
            <pc:docMk/>
            <pc:sldMk cId="2581694534" sldId="279"/>
            <ac:spMk id="355" creationId="{99BFF4E2-7EF5-6C9C-825D-081B4A124111}"/>
          </ac:spMkLst>
        </pc:spChg>
        <pc:spChg chg="del">
          <ac:chgData name="Oberoi, Aaryan" userId="b67f929c-9284-4458-8640-412ff01e6591" providerId="ADAL" clId="{08F1FCF2-A6EF-417B-AAE3-1F9C6BD0BFF1}" dt="2026-09-28T17:47:11.402" v="19" actId="478"/>
          <ac:spMkLst>
            <pc:docMk/>
            <pc:sldMk cId="2581694534" sldId="279"/>
            <ac:spMk id="357" creationId="{5EF33503-2965-1B0E-3999-A6ADCC8B7EF7}"/>
          </ac:spMkLst>
        </pc:spChg>
        <pc:spChg chg="del">
          <ac:chgData name="Oberoi, Aaryan" userId="b67f929c-9284-4458-8640-412ff01e6591" providerId="ADAL" clId="{08F1FCF2-A6EF-417B-AAE3-1F9C6BD0BFF1}" dt="2026-09-28T17:47:12.248" v="20" actId="478"/>
          <ac:spMkLst>
            <pc:docMk/>
            <pc:sldMk cId="2581694534" sldId="279"/>
            <ac:spMk id="359" creationId="{09C05FAB-A4D3-6684-41DA-A93BCBC6C352}"/>
          </ac:spMkLst>
        </pc:spChg>
        <pc:spChg chg="mod">
          <ac:chgData name="Oberoi, Aaryan" userId="b67f929c-9284-4458-8640-412ff01e6591" providerId="ADAL" clId="{08F1FCF2-A6EF-417B-AAE3-1F9C6BD0BFF1}" dt="2026-09-28T17:47:19.452" v="24" actId="20577"/>
          <ac:spMkLst>
            <pc:docMk/>
            <pc:sldMk cId="2581694534" sldId="279"/>
            <ac:spMk id="361" creationId="{421D0DF2-EDF2-03F3-465B-ED29D193A2FE}"/>
          </ac:spMkLst>
        </pc:spChg>
        <pc:grpChg chg="del">
          <ac:chgData name="Oberoi, Aaryan" userId="b67f929c-9284-4458-8640-412ff01e6591" providerId="ADAL" clId="{08F1FCF2-A6EF-417B-AAE3-1F9C6BD0BFF1}" dt="2026-09-28T17:46:51.346" v="5" actId="478"/>
          <ac:grpSpMkLst>
            <pc:docMk/>
            <pc:sldMk cId="2581694534" sldId="279"/>
            <ac:grpSpMk id="364" creationId="{3A2950E7-0772-0B35-71B2-E6D282A37FA7}"/>
          </ac:grpSpMkLst>
        </pc:grpChg>
        <pc:grpChg chg="del">
          <ac:chgData name="Oberoi, Aaryan" userId="b67f929c-9284-4458-8640-412ff01e6591" providerId="ADAL" clId="{08F1FCF2-A6EF-417B-AAE3-1F9C6BD0BFF1}" dt="2026-09-28T17:46:54.792" v="7" actId="478"/>
          <ac:grpSpMkLst>
            <pc:docMk/>
            <pc:sldMk cId="2581694534" sldId="279"/>
            <ac:grpSpMk id="369" creationId="{A90CC63C-ACE6-FBE8-E3B4-ACBBF6E13185}"/>
          </ac:grpSpMkLst>
        </pc:grpChg>
        <pc:grpChg chg="del">
          <ac:chgData name="Oberoi, Aaryan" userId="b67f929c-9284-4458-8640-412ff01e6591" providerId="ADAL" clId="{08F1FCF2-A6EF-417B-AAE3-1F9C6BD0BFF1}" dt="2026-09-28T17:46:55.895" v="8" actId="478"/>
          <ac:grpSpMkLst>
            <pc:docMk/>
            <pc:sldMk cId="2581694534" sldId="279"/>
            <ac:grpSpMk id="374" creationId="{0C491D58-3444-7ECA-DEDA-B4C211CDBD2C}"/>
          </ac:grpSpMkLst>
        </pc:grpChg>
        <pc:grpChg chg="del">
          <ac:chgData name="Oberoi, Aaryan" userId="b67f929c-9284-4458-8640-412ff01e6591" providerId="ADAL" clId="{08F1FCF2-A6EF-417B-AAE3-1F9C6BD0BFF1}" dt="2026-09-28T17:46:46.977" v="0" actId="478"/>
          <ac:grpSpMkLst>
            <pc:docMk/>
            <pc:sldMk cId="2581694534" sldId="279"/>
            <ac:grpSpMk id="742" creationId="{3E072CDD-CF36-FE28-8C52-4A9244CC90B6}"/>
          </ac:grpSpMkLst>
        </pc:grpChg>
        <pc:grpChg chg="del">
          <ac:chgData name="Oberoi, Aaryan" userId="b67f929c-9284-4458-8640-412ff01e6591" providerId="ADAL" clId="{08F1FCF2-A6EF-417B-AAE3-1F9C6BD0BFF1}" dt="2026-09-28T17:46:48.264" v="1" actId="478"/>
          <ac:grpSpMkLst>
            <pc:docMk/>
            <pc:sldMk cId="2581694534" sldId="279"/>
            <ac:grpSpMk id="747" creationId="{68D84C51-752A-D7CB-E27F-889FDBB120E7}"/>
          </ac:grpSpMkLst>
        </pc:grpChg>
        <pc:grpChg chg="del">
          <ac:chgData name="Oberoi, Aaryan" userId="b67f929c-9284-4458-8640-412ff01e6591" providerId="ADAL" clId="{08F1FCF2-A6EF-417B-AAE3-1F9C6BD0BFF1}" dt="2026-09-28T17:46:48.835" v="2" actId="478"/>
          <ac:grpSpMkLst>
            <pc:docMk/>
            <pc:sldMk cId="2581694534" sldId="279"/>
            <ac:grpSpMk id="752" creationId="{D343ACF6-F620-2C9E-AC08-35A17D8604CB}"/>
          </ac:grpSpMkLst>
        </pc:grpChg>
        <pc:grpChg chg="del">
          <ac:chgData name="Oberoi, Aaryan" userId="b67f929c-9284-4458-8640-412ff01e6591" providerId="ADAL" clId="{08F1FCF2-A6EF-417B-AAE3-1F9C6BD0BFF1}" dt="2026-09-28T17:46:50.019" v="3" actId="478"/>
          <ac:grpSpMkLst>
            <pc:docMk/>
            <pc:sldMk cId="2581694534" sldId="279"/>
            <ac:grpSpMk id="757" creationId="{EB0AA3FD-A5ED-8D06-D8BF-A7E9770B58B9}"/>
          </ac:grpSpMkLst>
        </pc:grpChg>
        <pc:grpChg chg="del">
          <ac:chgData name="Oberoi, Aaryan" userId="b67f929c-9284-4458-8640-412ff01e6591" providerId="ADAL" clId="{08F1FCF2-A6EF-417B-AAE3-1F9C6BD0BFF1}" dt="2026-09-28T17:46:50.796" v="4" actId="478"/>
          <ac:grpSpMkLst>
            <pc:docMk/>
            <pc:sldMk cId="2581694534" sldId="279"/>
            <ac:grpSpMk id="762" creationId="{AA316EE7-4F2F-5183-BD1F-44734D68A842}"/>
          </ac:grpSpMkLst>
        </pc:grpChg>
        <pc:grpChg chg="del">
          <ac:chgData name="Oberoi, Aaryan" userId="b67f929c-9284-4458-8640-412ff01e6591" providerId="ADAL" clId="{08F1FCF2-A6EF-417B-AAE3-1F9C6BD0BFF1}" dt="2026-09-28T17:46:53.664" v="6" actId="478"/>
          <ac:grpSpMkLst>
            <pc:docMk/>
            <pc:sldMk cId="2581694534" sldId="279"/>
            <ac:grpSpMk id="767" creationId="{174B0635-426A-183B-A143-627E247A30B8}"/>
          </ac:grpSpMkLst>
        </pc:grpChg>
      </pc:sldChg>
    </pc:docChg>
  </pc:docChgLst>
  <pc:docChgLst>
    <pc:chgData name="Zeevi, Gilad" userId="4d03d572-75ad-4484-86d7-d285d76a8094" providerId="ADAL" clId="{9E4201CE-00D7-48FA-84F8-937114E4F19F}"/>
    <pc:docChg chg="undo custSel addSld delSld modSld delSection modSection">
      <pc:chgData name="Zeevi, Gilad" userId="4d03d572-75ad-4484-86d7-d285d76a8094" providerId="ADAL" clId="{9E4201CE-00D7-48FA-84F8-937114E4F19F}" dt="2026-09-28T14:36:01.683" v="1959" actId="20577"/>
      <pc:docMkLst>
        <pc:docMk/>
      </pc:docMkLst>
      <pc:sldChg chg="modSp mod">
        <pc:chgData name="Zeevi, Gilad" userId="4d03d572-75ad-4484-86d7-d285d76a8094" providerId="ADAL" clId="{9E4201CE-00D7-48FA-84F8-937114E4F19F}" dt="2026-09-25T13:30:47.467" v="244"/>
        <pc:sldMkLst>
          <pc:docMk/>
          <pc:sldMk cId="2689574866" sldId="256"/>
        </pc:sldMkLst>
        <pc:spChg chg="mod">
          <ac:chgData name="Zeevi, Gilad" userId="4d03d572-75ad-4484-86d7-d285d76a8094" providerId="ADAL" clId="{9E4201CE-00D7-48FA-84F8-937114E4F19F}" dt="2026-09-25T13:30:47.467" v="244"/>
          <ac:spMkLst>
            <pc:docMk/>
            <pc:sldMk cId="2689574866" sldId="256"/>
            <ac:spMk id="2" creationId="{1379FD9A-A34D-24B7-9FF5-BE15B4A1C1A7}"/>
          </ac:spMkLst>
        </pc:spChg>
        <pc:spChg chg="mod">
          <ac:chgData name="Zeevi, Gilad" userId="4d03d572-75ad-4484-86d7-d285d76a8094" providerId="ADAL" clId="{9E4201CE-00D7-48FA-84F8-937114E4F19F}" dt="2026-09-25T13:30:47.467" v="244"/>
          <ac:spMkLst>
            <pc:docMk/>
            <pc:sldMk cId="2689574866" sldId="256"/>
            <ac:spMk id="3" creationId="{776574FF-1214-517F-10C1-B71EA4405287}"/>
          </ac:spMkLst>
        </pc:spChg>
      </pc:sldChg>
      <pc:sldChg chg="addSp delSp modSp mod modTransition">
        <pc:chgData name="Zeevi, Gilad" userId="4d03d572-75ad-4484-86d7-d285d76a8094" providerId="ADAL" clId="{9E4201CE-00D7-48FA-84F8-937114E4F19F}" dt="2026-09-28T14:04:35.491" v="1564" actId="20577"/>
        <pc:sldMkLst>
          <pc:docMk/>
          <pc:sldMk cId="3587180764" sldId="257"/>
        </pc:sldMkLst>
        <pc:spChg chg="mod">
          <ac:chgData name="Zeevi, Gilad" userId="4d03d572-75ad-4484-86d7-d285d76a8094" providerId="ADAL" clId="{9E4201CE-00D7-48FA-84F8-937114E4F19F}" dt="2026-09-28T14:04:13.957" v="1558" actId="1076"/>
          <ac:spMkLst>
            <pc:docMk/>
            <pc:sldMk cId="3587180764" sldId="257"/>
            <ac:spMk id="4" creationId="{B6D0CAA4-9CB8-AB1A-B982-6ED9C1449AF1}"/>
          </ac:spMkLst>
        </pc:spChg>
        <pc:spChg chg="add mod">
          <ac:chgData name="Zeevi, Gilad" userId="4d03d572-75ad-4484-86d7-d285d76a8094" providerId="ADAL" clId="{9E4201CE-00D7-48FA-84F8-937114E4F19F}" dt="2026-09-28T14:04:35.491" v="1564" actId="20577"/>
          <ac:spMkLst>
            <pc:docMk/>
            <pc:sldMk cId="3587180764" sldId="257"/>
            <ac:spMk id="5" creationId="{868C9278-A299-EBB3-E644-0EC348C0EBDE}"/>
          </ac:spMkLst>
        </pc:spChg>
        <pc:spChg chg="add mod">
          <ac:chgData name="Zeevi, Gilad" userId="4d03d572-75ad-4484-86d7-d285d76a8094" providerId="ADAL" clId="{9E4201CE-00D7-48FA-84F8-937114E4F19F}" dt="2026-09-28T14:02:36.743" v="1515" actId="207"/>
          <ac:spMkLst>
            <pc:docMk/>
            <pc:sldMk cId="3587180764" sldId="257"/>
            <ac:spMk id="8" creationId="{8F1E72D0-0FAB-3884-41E0-2340BB483833}"/>
          </ac:spMkLst>
        </pc:spChg>
        <pc:spChg chg="add mod">
          <ac:chgData name="Zeevi, Gilad" userId="4d03d572-75ad-4484-86d7-d285d76a8094" providerId="ADAL" clId="{9E4201CE-00D7-48FA-84F8-937114E4F19F}" dt="2026-09-25T13:38:48.453" v="499" actId="207"/>
          <ac:spMkLst>
            <pc:docMk/>
            <pc:sldMk cId="3587180764" sldId="257"/>
            <ac:spMk id="10" creationId="{BCE84401-EAEF-86E5-2AB3-734C74E0B549}"/>
          </ac:spMkLst>
        </pc:spChg>
      </pc:sldChg>
      <pc:sldChg chg="addSp delSp modSp mod modTransition">
        <pc:chgData name="Zeevi, Gilad" userId="4d03d572-75ad-4484-86d7-d285d76a8094" providerId="ADAL" clId="{9E4201CE-00D7-48FA-84F8-937114E4F19F}" dt="2026-09-25T14:20:52.277" v="1225" actId="20577"/>
        <pc:sldMkLst>
          <pc:docMk/>
          <pc:sldMk cId="1975879372" sldId="264"/>
        </pc:sldMkLst>
        <pc:spChg chg="mod">
          <ac:chgData name="Zeevi, Gilad" userId="4d03d572-75ad-4484-86d7-d285d76a8094" providerId="ADAL" clId="{9E4201CE-00D7-48FA-84F8-937114E4F19F}" dt="2026-09-25T14:20:52.277" v="1225" actId="20577"/>
          <ac:spMkLst>
            <pc:docMk/>
            <pc:sldMk cId="1975879372" sldId="264"/>
            <ac:spMk id="2" creationId="{61EF3754-DE35-5C3C-54B9-2D5F83AC964F}"/>
          </ac:spMkLst>
        </pc:spChg>
        <pc:spChg chg="mod">
          <ac:chgData name="Zeevi, Gilad" userId="4d03d572-75ad-4484-86d7-d285d76a8094" providerId="ADAL" clId="{9E4201CE-00D7-48FA-84F8-937114E4F19F}" dt="2026-09-25T13:32:48.528" v="257"/>
          <ac:spMkLst>
            <pc:docMk/>
            <pc:sldMk cId="1975879372" sldId="264"/>
            <ac:spMk id="20" creationId="{4DAF9E50-7F00-82EE-E479-005513CCD5F3}"/>
          </ac:spMkLst>
        </pc:spChg>
        <pc:spChg chg="mod">
          <ac:chgData name="Zeevi, Gilad" userId="4d03d572-75ad-4484-86d7-d285d76a8094" providerId="ADAL" clId="{9E4201CE-00D7-48FA-84F8-937114E4F19F}" dt="2026-09-25T13:32:48.528" v="257"/>
          <ac:spMkLst>
            <pc:docMk/>
            <pc:sldMk cId="1975879372" sldId="264"/>
            <ac:spMk id="28" creationId="{FE50FCE2-CB30-5442-B6BF-0114F2BB7EEC}"/>
          </ac:spMkLst>
        </pc:spChg>
        <pc:spChg chg="add mod">
          <ac:chgData name="Zeevi, Gilad" userId="4d03d572-75ad-4484-86d7-d285d76a8094" providerId="ADAL" clId="{9E4201CE-00D7-48FA-84F8-937114E4F19F}" dt="2026-09-25T13:50:23.873" v="733" actId="1076"/>
          <ac:spMkLst>
            <pc:docMk/>
            <pc:sldMk cId="1975879372" sldId="264"/>
            <ac:spMk id="284" creationId="{41DA9C3D-6921-FD15-E2D7-F94F431A8187}"/>
          </ac:spMkLst>
        </pc:spChg>
        <pc:spChg chg="add mod">
          <ac:chgData name="Zeevi, Gilad" userId="4d03d572-75ad-4484-86d7-d285d76a8094" providerId="ADAL" clId="{9E4201CE-00D7-48FA-84F8-937114E4F19F}" dt="2026-09-25T13:44:07.872" v="576" actId="20577"/>
          <ac:spMkLst>
            <pc:docMk/>
            <pc:sldMk cId="1975879372" sldId="264"/>
            <ac:spMk id="353" creationId="{8AC5A452-7723-FB0A-9AB9-4C722A92D117}"/>
          </ac:spMkLst>
        </pc:spChg>
        <pc:spChg chg="add mod">
          <ac:chgData name="Zeevi, Gilad" userId="4d03d572-75ad-4484-86d7-d285d76a8094" providerId="ADAL" clId="{9E4201CE-00D7-48FA-84F8-937114E4F19F}" dt="2026-09-25T13:49:58.162" v="727" actId="1076"/>
          <ac:spMkLst>
            <pc:docMk/>
            <pc:sldMk cId="1975879372" sldId="264"/>
            <ac:spMk id="356" creationId="{FEBFE93D-D2C3-2848-5864-8F65914E2BFE}"/>
          </ac:spMkLst>
        </pc:spChg>
        <pc:spChg chg="add mod">
          <ac:chgData name="Zeevi, Gilad" userId="4d03d572-75ad-4484-86d7-d285d76a8094" providerId="ADAL" clId="{9E4201CE-00D7-48FA-84F8-937114E4F19F}" dt="2026-09-25T13:50:41.124" v="736" actId="948"/>
          <ac:spMkLst>
            <pc:docMk/>
            <pc:sldMk cId="1975879372" sldId="264"/>
            <ac:spMk id="358" creationId="{9D14E19E-F852-1990-F8EA-35326B146D66}"/>
          </ac:spMkLst>
        </pc:spChg>
        <pc:spChg chg="add mod">
          <ac:chgData name="Zeevi, Gilad" userId="4d03d572-75ad-4484-86d7-d285d76a8094" providerId="ADAL" clId="{9E4201CE-00D7-48FA-84F8-937114E4F19F}" dt="2026-09-25T13:49:52.925" v="726" actId="1076"/>
          <ac:spMkLst>
            <pc:docMk/>
            <pc:sldMk cId="1975879372" sldId="264"/>
            <ac:spMk id="365" creationId="{FD183673-85CB-5D97-35FB-1A20F24F611E}"/>
          </ac:spMkLst>
        </pc:spChg>
        <pc:spChg chg="add mod">
          <ac:chgData name="Zeevi, Gilad" userId="4d03d572-75ad-4484-86d7-d285d76a8094" providerId="ADAL" clId="{9E4201CE-00D7-48FA-84F8-937114E4F19F}" dt="2026-09-25T14:20:29.318" v="1213" actId="164"/>
          <ac:spMkLst>
            <pc:docMk/>
            <pc:sldMk cId="1975879372" sldId="264"/>
            <ac:spMk id="368" creationId="{8B94A0CF-F781-AC16-1B32-BC9F4E7303A8}"/>
          </ac:spMkLst>
        </pc:spChg>
        <pc:grpChg chg="mod">
          <ac:chgData name="Zeevi, Gilad" userId="4d03d572-75ad-4484-86d7-d285d76a8094" providerId="ADAL" clId="{9E4201CE-00D7-48FA-84F8-937114E4F19F}" dt="2026-09-25T13:50:16.406" v="731" actId="164"/>
          <ac:grpSpMkLst>
            <pc:docMk/>
            <pc:sldMk cId="1975879372" sldId="264"/>
            <ac:grpSpMk id="7" creationId="{52197060-DE9C-D24E-50BA-CAF95018F405}"/>
          </ac:grpSpMkLst>
        </pc:grpChg>
        <pc:grpChg chg="add mod">
          <ac:chgData name="Zeevi, Gilad" userId="4d03d572-75ad-4484-86d7-d285d76a8094" providerId="ADAL" clId="{9E4201CE-00D7-48FA-84F8-937114E4F19F}" dt="2026-09-25T14:20:29.318" v="1213" actId="164"/>
          <ac:grpSpMkLst>
            <pc:docMk/>
            <pc:sldMk cId="1975879372" sldId="264"/>
            <ac:grpSpMk id="354" creationId="{EEF1A94E-F04A-9B6A-113A-77B61E9DF4B4}"/>
          </ac:grpSpMkLst>
        </pc:grpChg>
        <pc:grpChg chg="add mod">
          <ac:chgData name="Zeevi, Gilad" userId="4d03d572-75ad-4484-86d7-d285d76a8094" providerId="ADAL" clId="{9E4201CE-00D7-48FA-84F8-937114E4F19F}" dt="2026-09-25T13:50:19.805" v="732" actId="1076"/>
          <ac:grpSpMkLst>
            <pc:docMk/>
            <pc:sldMk cId="1975879372" sldId="264"/>
            <ac:grpSpMk id="366" creationId="{B480C64B-41C5-767D-CC75-0329B154B7C1}"/>
          </ac:grpSpMkLst>
        </pc:grpChg>
        <pc:grpChg chg="add mod">
          <ac:chgData name="Zeevi, Gilad" userId="4d03d572-75ad-4484-86d7-d285d76a8094" providerId="ADAL" clId="{9E4201CE-00D7-48FA-84F8-937114E4F19F}" dt="2026-09-25T14:20:31.870" v="1214" actId="1076"/>
          <ac:grpSpMkLst>
            <pc:docMk/>
            <pc:sldMk cId="1975879372" sldId="264"/>
            <ac:grpSpMk id="369" creationId="{C3855F42-269A-A912-73FD-BDC6636F4E59}"/>
          </ac:grpSpMkLst>
        </pc:grpChg>
        <pc:picChg chg="add mod">
          <ac:chgData name="Zeevi, Gilad" userId="4d03d572-75ad-4484-86d7-d285d76a8094" providerId="ADAL" clId="{9E4201CE-00D7-48FA-84F8-937114E4F19F}" dt="2026-09-25T13:49:48.872" v="725" actId="1076"/>
          <ac:picMkLst>
            <pc:docMk/>
            <pc:sldMk cId="1975879372" sldId="264"/>
            <ac:picMk id="336" creationId="{3E045159-13DA-288A-2699-C509AF948B1A}"/>
          </ac:picMkLst>
        </pc:picChg>
        <pc:picChg chg="add mod">
          <ac:chgData name="Zeevi, Gilad" userId="4d03d572-75ad-4484-86d7-d285d76a8094" providerId="ADAL" clId="{9E4201CE-00D7-48FA-84F8-937114E4F19F}" dt="2026-09-25T13:44:25.005" v="579" actId="1076"/>
          <ac:picMkLst>
            <pc:docMk/>
            <pc:sldMk cId="1975879372" sldId="264"/>
            <ac:picMk id="338" creationId="{477016E4-14B8-CBFA-38D4-BE48F458AB43}"/>
          </ac:picMkLst>
        </pc:picChg>
        <pc:cxnChg chg="add mod">
          <ac:chgData name="Zeevi, Gilad" userId="4d03d572-75ad-4484-86d7-d285d76a8094" providerId="ADAL" clId="{9E4201CE-00D7-48FA-84F8-937114E4F19F}" dt="2026-09-25T13:50:16.406" v="731" actId="164"/>
          <ac:cxnSpMkLst>
            <pc:docMk/>
            <pc:sldMk cId="1975879372" sldId="264"/>
            <ac:cxnSpMk id="279" creationId="{C4AD61EA-74BF-5B6C-20AA-53FC866B368E}"/>
          </ac:cxnSpMkLst>
        </pc:cxnChg>
        <pc:cxnChg chg="add mod">
          <ac:chgData name="Zeevi, Gilad" userId="4d03d572-75ad-4484-86d7-d285d76a8094" providerId="ADAL" clId="{9E4201CE-00D7-48FA-84F8-937114E4F19F}" dt="2026-09-25T13:50:16.406" v="731" actId="164"/>
          <ac:cxnSpMkLst>
            <pc:docMk/>
            <pc:sldMk cId="1975879372" sldId="264"/>
            <ac:cxnSpMk id="281" creationId="{DBFCBEEE-A6B2-CA10-78BD-915D9E17E12C}"/>
          </ac:cxnSpMkLst>
        </pc:cxnChg>
        <pc:cxnChg chg="add mod">
          <ac:chgData name="Zeevi, Gilad" userId="4d03d572-75ad-4484-86d7-d285d76a8094" providerId="ADAL" clId="{9E4201CE-00D7-48FA-84F8-937114E4F19F}" dt="2026-09-25T13:50:16.406" v="731" actId="164"/>
          <ac:cxnSpMkLst>
            <pc:docMk/>
            <pc:sldMk cId="1975879372" sldId="264"/>
            <ac:cxnSpMk id="282" creationId="{4A101EFE-BFFE-F9A3-DB90-B68032639147}"/>
          </ac:cxnSpMkLst>
        </pc:cxnChg>
        <pc:cxnChg chg="add mod">
          <ac:chgData name="Zeevi, Gilad" userId="4d03d572-75ad-4484-86d7-d285d76a8094" providerId="ADAL" clId="{9E4201CE-00D7-48FA-84F8-937114E4F19F}" dt="2026-09-25T13:50:16.406" v="731" actId="164"/>
          <ac:cxnSpMkLst>
            <pc:docMk/>
            <pc:sldMk cId="1975879372" sldId="264"/>
            <ac:cxnSpMk id="283" creationId="{BFBB2432-C848-9597-EF6E-6DBEBF8DC117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39" creationId="{FDF33995-09B7-512B-B29E-2E0E32D2F5EF}"/>
          </ac:cxnSpMkLst>
        </pc:cxnChg>
        <pc:cxnChg chg="add mod">
          <ac:chgData name="Zeevi, Gilad" userId="4d03d572-75ad-4484-86d7-d285d76a8094" providerId="ADAL" clId="{9E4201CE-00D7-48FA-84F8-937114E4F19F}" dt="2026-09-25T13:42:17.020" v="535" actId="1076"/>
          <ac:cxnSpMkLst>
            <pc:docMk/>
            <pc:sldMk cId="1975879372" sldId="264"/>
            <ac:cxnSpMk id="341" creationId="{A3C28D54-BA91-29E9-1AB6-F33EF2D3B762}"/>
          </ac:cxnSpMkLst>
        </pc:cxnChg>
        <pc:cxnChg chg="add mod">
          <ac:chgData name="Zeevi, Gilad" userId="4d03d572-75ad-4484-86d7-d285d76a8094" providerId="ADAL" clId="{9E4201CE-00D7-48FA-84F8-937114E4F19F}" dt="2026-09-25T13:42:13.255" v="534" actId="1076"/>
          <ac:cxnSpMkLst>
            <pc:docMk/>
            <pc:sldMk cId="1975879372" sldId="264"/>
            <ac:cxnSpMk id="342" creationId="{2B7BDA9A-9105-C4DF-D998-8AF374400C40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43" creationId="{D13789F2-C8D5-06CB-B729-004291CCE5D4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44" creationId="{5FCFE874-89CD-0176-6388-F9B4E47C8C26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45" creationId="{5291219F-CEB8-F607-F330-DD36CC782D19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46" creationId="{6DE08B6C-A890-2A16-EB44-55CCA5C8F084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47" creationId="{41E44C6E-960C-C555-148B-AEA7B6F97C2C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48" creationId="{A599AE85-E9BA-FDE5-5B53-FFFB9C0EC649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49" creationId="{AE1595F7-FF32-EA07-21F1-728A710D968C}"/>
          </ac:cxnSpMkLst>
        </pc:cxnChg>
        <pc:cxnChg chg="add mod">
          <ac:chgData name="Zeevi, Gilad" userId="4d03d572-75ad-4484-86d7-d285d76a8094" providerId="ADAL" clId="{9E4201CE-00D7-48FA-84F8-937114E4F19F}" dt="2026-09-25T13:44:25.005" v="579" actId="1076"/>
          <ac:cxnSpMkLst>
            <pc:docMk/>
            <pc:sldMk cId="1975879372" sldId="264"/>
            <ac:cxnSpMk id="350" creationId="{2891E339-F08C-2AF6-37B9-472F08239FAA}"/>
          </ac:cxnSpMkLst>
        </pc:cxnChg>
        <pc:cxnChg chg="add mod">
          <ac:chgData name="Zeevi, Gilad" userId="4d03d572-75ad-4484-86d7-d285d76a8094" providerId="ADAL" clId="{9E4201CE-00D7-48FA-84F8-937114E4F19F}" dt="2026-09-25T13:43:49.400" v="565" actId="164"/>
          <ac:cxnSpMkLst>
            <pc:docMk/>
            <pc:sldMk cId="1975879372" sldId="264"/>
            <ac:cxnSpMk id="351" creationId="{A92B5E33-281A-5159-3E1A-824CE1A2315D}"/>
          </ac:cxnSpMkLst>
        </pc:cxnChg>
        <pc:cxnChg chg="add mod">
          <ac:chgData name="Zeevi, Gilad" userId="4d03d572-75ad-4484-86d7-d285d76a8094" providerId="ADAL" clId="{9E4201CE-00D7-48FA-84F8-937114E4F19F}" dt="2026-09-25T13:50:07.331" v="728" actId="1076"/>
          <ac:cxnSpMkLst>
            <pc:docMk/>
            <pc:sldMk cId="1975879372" sldId="264"/>
            <ac:cxnSpMk id="359" creationId="{1D131D7D-C6B3-BFBF-F6E8-FB183BA67516}"/>
          </ac:cxnSpMkLst>
        </pc:cxnChg>
        <pc:cxnChg chg="add mod">
          <ac:chgData name="Zeevi, Gilad" userId="4d03d572-75ad-4484-86d7-d285d76a8094" providerId="ADAL" clId="{9E4201CE-00D7-48FA-84F8-937114E4F19F}" dt="2026-09-25T13:50:07.331" v="728" actId="1076"/>
          <ac:cxnSpMkLst>
            <pc:docMk/>
            <pc:sldMk cId="1975879372" sldId="264"/>
            <ac:cxnSpMk id="360" creationId="{94573359-C9DB-0AA6-7301-84B287F9E788}"/>
          </ac:cxnSpMkLst>
        </pc:cxnChg>
        <pc:cxnChg chg="add mod">
          <ac:chgData name="Zeevi, Gilad" userId="4d03d572-75ad-4484-86d7-d285d76a8094" providerId="ADAL" clId="{9E4201CE-00D7-48FA-84F8-937114E4F19F}" dt="2026-09-25T13:50:07.331" v="728" actId="1076"/>
          <ac:cxnSpMkLst>
            <pc:docMk/>
            <pc:sldMk cId="1975879372" sldId="264"/>
            <ac:cxnSpMk id="361" creationId="{64745139-27BE-CD7E-D196-2F708E59F5D3}"/>
          </ac:cxnSpMkLst>
        </pc:cxnChg>
        <pc:cxnChg chg="add mod">
          <ac:chgData name="Zeevi, Gilad" userId="4d03d572-75ad-4484-86d7-d285d76a8094" providerId="ADAL" clId="{9E4201CE-00D7-48FA-84F8-937114E4F19F}" dt="2026-09-25T13:50:07.331" v="728" actId="1076"/>
          <ac:cxnSpMkLst>
            <pc:docMk/>
            <pc:sldMk cId="1975879372" sldId="264"/>
            <ac:cxnSpMk id="362" creationId="{C7676808-AA76-BECE-EA42-895C554636DC}"/>
          </ac:cxnSpMkLst>
        </pc:cxnChg>
        <pc:cxnChg chg="add mod">
          <ac:chgData name="Zeevi, Gilad" userId="4d03d572-75ad-4484-86d7-d285d76a8094" providerId="ADAL" clId="{9E4201CE-00D7-48FA-84F8-937114E4F19F}" dt="2026-09-25T13:50:07.331" v="728" actId="1076"/>
          <ac:cxnSpMkLst>
            <pc:docMk/>
            <pc:sldMk cId="1975879372" sldId="264"/>
            <ac:cxnSpMk id="363" creationId="{1E8F85BB-7A01-2632-C2B7-B065DFE6E9C5}"/>
          </ac:cxnSpMkLst>
        </pc:cxnChg>
      </pc:sldChg>
      <pc:sldChg chg="addSp delSp modSp add mod">
        <pc:chgData name="Zeevi, Gilad" userId="4d03d572-75ad-4484-86d7-d285d76a8094" providerId="ADAL" clId="{9E4201CE-00D7-48FA-84F8-937114E4F19F}" dt="2026-09-25T14:19:57.748" v="1209" actId="1038"/>
        <pc:sldMkLst>
          <pc:docMk/>
          <pc:sldMk cId="2152389493" sldId="275"/>
        </pc:sldMkLst>
        <pc:spChg chg="mod">
          <ac:chgData name="Zeevi, Gilad" userId="4d03d572-75ad-4484-86d7-d285d76a8094" providerId="ADAL" clId="{9E4201CE-00D7-48FA-84F8-937114E4F19F}" dt="2026-09-25T14:16:21.934" v="1061" actId="1076"/>
          <ac:spMkLst>
            <pc:docMk/>
            <pc:sldMk cId="2152389493" sldId="275"/>
            <ac:spMk id="284" creationId="{88032CBD-5F59-B4BE-8C21-B5D2472E93BB}"/>
          </ac:spMkLst>
        </pc:spChg>
        <pc:spChg chg="mod">
          <ac:chgData name="Zeevi, Gilad" userId="4d03d572-75ad-4484-86d7-d285d76a8094" providerId="ADAL" clId="{9E4201CE-00D7-48FA-84F8-937114E4F19F}" dt="2026-09-25T14:14:17.244" v="1030" actId="20577"/>
          <ac:spMkLst>
            <pc:docMk/>
            <pc:sldMk cId="2152389493" sldId="275"/>
            <ac:spMk id="353" creationId="{C37886DB-4593-2CFA-C03D-25076D4726C9}"/>
          </ac:spMkLst>
        </pc:spChg>
        <pc:spChg chg="mod">
          <ac:chgData name="Zeevi, Gilad" userId="4d03d572-75ad-4484-86d7-d285d76a8094" providerId="ADAL" clId="{9E4201CE-00D7-48FA-84F8-937114E4F19F}" dt="2026-09-25T14:19:50.788" v="1179" actId="1076"/>
          <ac:spMkLst>
            <pc:docMk/>
            <pc:sldMk cId="2152389493" sldId="275"/>
            <ac:spMk id="358" creationId="{05772C3D-A76A-6D4C-EEE3-C63983B0BE04}"/>
          </ac:spMkLst>
        </pc:spChg>
        <pc:spChg chg="add mod">
          <ac:chgData name="Zeevi, Gilad" userId="4d03d572-75ad-4484-86d7-d285d76a8094" providerId="ADAL" clId="{9E4201CE-00D7-48FA-84F8-937114E4F19F}" dt="2026-09-25T14:19:57.748" v="1209" actId="1038"/>
          <ac:spMkLst>
            <pc:docMk/>
            <pc:sldMk cId="2152389493" sldId="275"/>
            <ac:spMk id="398" creationId="{9CD78C31-34B2-35B4-249E-DA783FDD91C7}"/>
          </ac:spMkLst>
        </pc:spChg>
        <pc:spChg chg="add mod">
          <ac:chgData name="Zeevi, Gilad" userId="4d03d572-75ad-4484-86d7-d285d76a8094" providerId="ADAL" clId="{9E4201CE-00D7-48FA-84F8-937114E4F19F}" dt="2026-09-25T14:19:57.748" v="1209" actId="1038"/>
          <ac:spMkLst>
            <pc:docMk/>
            <pc:sldMk cId="2152389493" sldId="275"/>
            <ac:spMk id="400" creationId="{6825E56D-2207-FF1D-1262-23C4C1A22D82}"/>
          </ac:spMkLst>
        </pc:spChg>
        <pc:spChg chg="add mod">
          <ac:chgData name="Zeevi, Gilad" userId="4d03d572-75ad-4484-86d7-d285d76a8094" providerId="ADAL" clId="{9E4201CE-00D7-48FA-84F8-937114E4F19F}" dt="2026-09-25T14:19:40.540" v="1177" actId="164"/>
          <ac:spMkLst>
            <pc:docMk/>
            <pc:sldMk cId="2152389493" sldId="275"/>
            <ac:spMk id="680" creationId="{9B9592E7-821B-F5D6-51FD-619E015EABEA}"/>
          </ac:spMkLst>
        </pc:spChg>
        <pc:spChg chg="add mod">
          <ac:chgData name="Zeevi, Gilad" userId="4d03d572-75ad-4484-86d7-d285d76a8094" providerId="ADAL" clId="{9E4201CE-00D7-48FA-84F8-937114E4F19F}" dt="2026-09-25T14:19:57.748" v="1209" actId="1038"/>
          <ac:spMkLst>
            <pc:docMk/>
            <pc:sldMk cId="2152389493" sldId="275"/>
            <ac:spMk id="682" creationId="{FBF2E373-B288-E22F-E4C1-8EC19091F1E4}"/>
          </ac:spMkLst>
        </pc:spChg>
        <pc:spChg chg="add mod">
          <ac:chgData name="Zeevi, Gilad" userId="4d03d572-75ad-4484-86d7-d285d76a8094" providerId="ADAL" clId="{9E4201CE-00D7-48FA-84F8-937114E4F19F}" dt="2026-09-25T14:19:57.748" v="1209" actId="1038"/>
          <ac:spMkLst>
            <pc:docMk/>
            <pc:sldMk cId="2152389493" sldId="275"/>
            <ac:spMk id="684" creationId="{60CCF2F6-EAB7-261F-DBAD-045879869E86}"/>
          </ac:spMkLst>
        </pc:spChg>
        <pc:spChg chg="add mod">
          <ac:chgData name="Zeevi, Gilad" userId="4d03d572-75ad-4484-86d7-d285d76a8094" providerId="ADAL" clId="{9E4201CE-00D7-48FA-84F8-937114E4F19F}" dt="2026-09-25T14:19:57.748" v="1209" actId="1038"/>
          <ac:spMkLst>
            <pc:docMk/>
            <pc:sldMk cId="2152389493" sldId="275"/>
            <ac:spMk id="714" creationId="{A027EEE4-BD81-5C61-C807-963C3C427FEC}"/>
          </ac:spMkLst>
        </pc:spChg>
        <pc:spChg chg="mod">
          <ac:chgData name="Zeevi, Gilad" userId="4d03d572-75ad-4484-86d7-d285d76a8094" providerId="ADAL" clId="{9E4201CE-00D7-48FA-84F8-937114E4F19F}" dt="2026-09-25T14:14:50.704" v="1048" actId="20577"/>
          <ac:spMkLst>
            <pc:docMk/>
            <pc:sldMk cId="2152389493" sldId="275"/>
            <ac:spMk id="717" creationId="{F737CE62-67C4-1147-9D94-07F0168FBBE8}"/>
          </ac:spMkLst>
        </pc:spChg>
        <pc:spChg chg="add mod">
          <ac:chgData name="Zeevi, Gilad" userId="4d03d572-75ad-4484-86d7-d285d76a8094" providerId="ADAL" clId="{9E4201CE-00D7-48FA-84F8-937114E4F19F}" dt="2026-09-25T14:19:57.748" v="1209" actId="1038"/>
          <ac:spMkLst>
            <pc:docMk/>
            <pc:sldMk cId="2152389493" sldId="275"/>
            <ac:spMk id="719" creationId="{3A9FF94A-C71C-7C59-7F18-DEE0D48CD088}"/>
          </ac:spMkLst>
        </pc:spChg>
        <pc:spChg chg="add mod">
          <ac:chgData name="Zeevi, Gilad" userId="4d03d572-75ad-4484-86d7-d285d76a8094" providerId="ADAL" clId="{9E4201CE-00D7-48FA-84F8-937114E4F19F}" dt="2026-09-25T14:19:04.491" v="1175" actId="1076"/>
          <ac:spMkLst>
            <pc:docMk/>
            <pc:sldMk cId="2152389493" sldId="275"/>
            <ac:spMk id="721" creationId="{E2AA891F-29D6-280C-EFA0-55B159CF53F8}"/>
          </ac:spMkLst>
        </pc:spChg>
        <pc:spChg chg="add mod">
          <ac:chgData name="Zeevi, Gilad" userId="4d03d572-75ad-4484-86d7-d285d76a8094" providerId="ADAL" clId="{9E4201CE-00D7-48FA-84F8-937114E4F19F}" dt="2026-09-25T14:19:40.540" v="1177" actId="164"/>
          <ac:spMkLst>
            <pc:docMk/>
            <pc:sldMk cId="2152389493" sldId="275"/>
            <ac:spMk id="722" creationId="{039AEA1E-6F8E-5BA9-558F-CFBC90EC76E2}"/>
          </ac:spMkLst>
        </pc:spChg>
        <pc:grpChg chg="mod">
          <ac:chgData name="Zeevi, Gilad" userId="4d03d572-75ad-4484-86d7-d285d76a8094" providerId="ADAL" clId="{9E4201CE-00D7-48FA-84F8-937114E4F19F}" dt="2026-09-25T14:19:40.540" v="1177" actId="164"/>
          <ac:grpSpMkLst>
            <pc:docMk/>
            <pc:sldMk cId="2152389493" sldId="275"/>
            <ac:grpSpMk id="354" creationId="{551E8C0C-2C8B-62E7-A5F0-98A3779B0B45}"/>
          </ac:grpSpMkLst>
        </pc:grpChg>
        <pc:grpChg chg="add mod">
          <ac:chgData name="Zeevi, Gilad" userId="4d03d572-75ad-4484-86d7-d285d76a8094" providerId="ADAL" clId="{9E4201CE-00D7-48FA-84F8-937114E4F19F}" dt="2026-09-25T14:19:40.540" v="1177" actId="164"/>
          <ac:grpSpMkLst>
            <pc:docMk/>
            <pc:sldMk cId="2152389493" sldId="275"/>
            <ac:grpSpMk id="715" creationId="{CB33DBD7-7734-2D58-3A3F-90A3E5B2D512}"/>
          </ac:grpSpMkLst>
        </pc:grpChg>
        <pc:grpChg chg="add mod">
          <ac:chgData name="Zeevi, Gilad" userId="4d03d572-75ad-4484-86d7-d285d76a8094" providerId="ADAL" clId="{9E4201CE-00D7-48FA-84F8-937114E4F19F}" dt="2026-09-25T14:19:40.540" v="1177" actId="164"/>
          <ac:grpSpMkLst>
            <pc:docMk/>
            <pc:sldMk cId="2152389493" sldId="275"/>
            <ac:grpSpMk id="723" creationId="{44261413-CC69-BF5B-E187-5561A258660B}"/>
          </ac:grpSpMkLst>
        </pc:grpChg>
        <pc:picChg chg="add mod">
          <ac:chgData name="Zeevi, Gilad" userId="4d03d572-75ad-4484-86d7-d285d76a8094" providerId="ADAL" clId="{9E4201CE-00D7-48FA-84F8-937114E4F19F}" dt="2026-09-25T14:16:21.934" v="1061" actId="1076"/>
          <ac:picMkLst>
            <pc:docMk/>
            <pc:sldMk cId="2152389493" sldId="275"/>
            <ac:picMk id="4" creationId="{7869B8FA-7606-074A-25D6-896919BD5159}"/>
          </ac:picMkLst>
        </pc:picChg>
        <pc:picChg chg="add mod">
          <ac:chgData name="Zeevi, Gilad" userId="4d03d572-75ad-4484-86d7-d285d76a8094" providerId="ADAL" clId="{9E4201CE-00D7-48FA-84F8-937114E4F19F}" dt="2026-09-25T14:19:57.748" v="1209" actId="1038"/>
          <ac:picMkLst>
            <pc:docMk/>
            <pc:sldMk cId="2152389493" sldId="275"/>
            <ac:picMk id="396" creationId="{FDC6A290-8F1E-48AD-6828-8932F98F079B}"/>
          </ac:picMkLst>
        </pc:picChg>
        <pc:picChg chg="add mod">
          <ac:chgData name="Zeevi, Gilad" userId="4d03d572-75ad-4484-86d7-d285d76a8094" providerId="ADAL" clId="{9E4201CE-00D7-48FA-84F8-937114E4F19F}" dt="2026-09-25T14:19:57.748" v="1209" actId="1038"/>
          <ac:picMkLst>
            <pc:docMk/>
            <pc:sldMk cId="2152389493" sldId="275"/>
            <ac:picMk id="712" creationId="{A04D22FA-052D-02BD-7766-6694C8C77059}"/>
          </ac:picMkLst>
        </pc:picChg>
        <pc:cxnChg chg="add mod">
          <ac:chgData name="Zeevi, Gilad" userId="4d03d572-75ad-4484-86d7-d285d76a8094" providerId="ADAL" clId="{9E4201CE-00D7-48FA-84F8-937114E4F19F}" dt="2026-09-25T14:16:33.316" v="1062" actId="1076"/>
          <ac:cxnSpMkLst>
            <pc:docMk/>
            <pc:sldMk cId="2152389493" sldId="275"/>
            <ac:cxnSpMk id="5" creationId="{DA47DC12-7AB3-9C61-716C-F7E8904D009B}"/>
          </ac:cxnSpMkLst>
        </pc:cxnChg>
        <pc:cxnChg chg="add mod">
          <ac:chgData name="Zeevi, Gilad" userId="4d03d572-75ad-4484-86d7-d285d76a8094" providerId="ADAL" clId="{9E4201CE-00D7-48FA-84F8-937114E4F19F}" dt="2026-09-25T14:16:33.316" v="1062" actId="1076"/>
          <ac:cxnSpMkLst>
            <pc:docMk/>
            <pc:sldMk cId="2152389493" sldId="275"/>
            <ac:cxnSpMk id="6" creationId="{87DE7BDE-2D7A-FA92-A7A5-1AF034A36604}"/>
          </ac:cxnSpMkLst>
        </pc:cxnChg>
        <pc:cxnChg chg="add mod">
          <ac:chgData name="Zeevi, Gilad" userId="4d03d572-75ad-4484-86d7-d285d76a8094" providerId="ADAL" clId="{9E4201CE-00D7-48FA-84F8-937114E4F19F}" dt="2026-09-25T14:16:33.316" v="1062" actId="1076"/>
          <ac:cxnSpMkLst>
            <pc:docMk/>
            <pc:sldMk cId="2152389493" sldId="275"/>
            <ac:cxnSpMk id="33" creationId="{2DC83667-5A55-6D94-BFA8-A16A8A9DDD25}"/>
          </ac:cxnSpMkLst>
        </pc:cxnChg>
        <pc:cxnChg chg="add mod">
          <ac:chgData name="Zeevi, Gilad" userId="4d03d572-75ad-4484-86d7-d285d76a8094" providerId="ADAL" clId="{9E4201CE-00D7-48FA-84F8-937114E4F19F}" dt="2026-09-25T14:16:33.316" v="1062" actId="1076"/>
          <ac:cxnSpMkLst>
            <pc:docMk/>
            <pc:sldMk cId="2152389493" sldId="275"/>
            <ac:cxnSpMk id="75" creationId="{6D95916F-0205-03D5-54A7-69B0562EBC76}"/>
          </ac:cxnSpMkLst>
        </pc:cxnChg>
        <pc:cxnChg chg="add mod">
          <ac:chgData name="Zeevi, Gilad" userId="4d03d572-75ad-4484-86d7-d285d76a8094" providerId="ADAL" clId="{9E4201CE-00D7-48FA-84F8-937114E4F19F}" dt="2026-09-25T14:16:33.316" v="1062" actId="1076"/>
          <ac:cxnSpMkLst>
            <pc:docMk/>
            <pc:sldMk cId="2152389493" sldId="275"/>
            <ac:cxnSpMk id="76" creationId="{AF847700-E536-EA40-7121-901D275458F4}"/>
          </ac:cxnSpMkLst>
        </pc:cxnChg>
        <pc:cxnChg chg="add mod">
          <ac:chgData name="Zeevi, Gilad" userId="4d03d572-75ad-4484-86d7-d285d76a8094" providerId="ADAL" clId="{9E4201CE-00D7-48FA-84F8-937114E4F19F}" dt="2026-09-25T14:16:33.316" v="1062" actId="1076"/>
          <ac:cxnSpMkLst>
            <pc:docMk/>
            <pc:sldMk cId="2152389493" sldId="275"/>
            <ac:cxnSpMk id="77" creationId="{F3884FE5-D13A-177A-D69C-3D2141774F64}"/>
          </ac:cxnSpMkLst>
        </pc:cxnChg>
        <pc:cxnChg chg="add mod">
          <ac:chgData name="Zeevi, Gilad" userId="4d03d572-75ad-4484-86d7-d285d76a8094" providerId="ADAL" clId="{9E4201CE-00D7-48FA-84F8-937114E4F19F}" dt="2026-09-25T14:19:57.748" v="1209" actId="1038"/>
          <ac:cxnSpMkLst>
            <pc:docMk/>
            <pc:sldMk cId="2152389493" sldId="275"/>
            <ac:cxnSpMk id="709" creationId="{93E7CD62-E1E4-822A-3F03-939EC49EAC05}"/>
          </ac:cxnSpMkLst>
        </pc:cxnChg>
        <pc:cxnChg chg="mod">
          <ac:chgData name="Zeevi, Gilad" userId="4d03d572-75ad-4484-86d7-d285d76a8094" providerId="ADAL" clId="{9E4201CE-00D7-48FA-84F8-937114E4F19F}" dt="2026-09-25T14:14:59.071" v="1050" actId="208"/>
          <ac:cxnSpMkLst>
            <pc:docMk/>
            <pc:sldMk cId="2152389493" sldId="275"/>
            <ac:cxnSpMk id="716" creationId="{462DEDAD-B709-8F2E-F147-708797F9300B}"/>
          </ac:cxnSpMkLst>
        </pc:cxnChg>
      </pc:sldChg>
      <pc:sldChg chg="addSp delSp modSp add mod">
        <pc:chgData name="Zeevi, Gilad" userId="4d03d572-75ad-4484-86d7-d285d76a8094" providerId="ADAL" clId="{9E4201CE-00D7-48FA-84F8-937114E4F19F}" dt="2026-09-25T14:49:52.154" v="1367" actId="478"/>
        <pc:sldMkLst>
          <pc:docMk/>
          <pc:sldMk cId="2144285351" sldId="276"/>
        </pc:sldMkLst>
        <pc:spChg chg="mod">
          <ac:chgData name="Zeevi, Gilad" userId="4d03d572-75ad-4484-86d7-d285d76a8094" providerId="ADAL" clId="{9E4201CE-00D7-48FA-84F8-937114E4F19F}" dt="2026-09-25T14:24:11.349" v="1230" actId="20577"/>
          <ac:spMkLst>
            <pc:docMk/>
            <pc:sldMk cId="2144285351" sldId="276"/>
            <ac:spMk id="2" creationId="{6B626F38-C67F-25E8-2735-30D182882987}"/>
          </ac:spMkLst>
        </pc:spChg>
        <pc:spChg chg="mod">
          <ac:chgData name="Zeevi, Gilad" userId="4d03d572-75ad-4484-86d7-d285d76a8094" providerId="ADAL" clId="{9E4201CE-00D7-48FA-84F8-937114E4F19F}" dt="2026-09-25T14:45:31.605" v="1293" actId="14100"/>
          <ac:spMkLst>
            <pc:docMk/>
            <pc:sldMk cId="2144285351" sldId="276"/>
            <ac:spMk id="284" creationId="{AF4EB0AC-C827-2CD3-69F3-25CF3A45C8CC}"/>
          </ac:spMkLst>
        </pc:spChg>
        <pc:spChg chg="add mod">
          <ac:chgData name="Zeevi, Gilad" userId="4d03d572-75ad-4484-86d7-d285d76a8094" providerId="ADAL" clId="{9E4201CE-00D7-48FA-84F8-937114E4F19F}" dt="2026-09-25T14:49:18.404" v="1360" actId="1076"/>
          <ac:spMkLst>
            <pc:docMk/>
            <pc:sldMk cId="2144285351" sldId="276"/>
            <ac:spMk id="312" creationId="{445D719F-6F4E-4ED9-38E3-971A842DF3CC}"/>
          </ac:spMkLst>
        </pc:spChg>
        <pc:spChg chg="add mod">
          <ac:chgData name="Zeevi, Gilad" userId="4d03d572-75ad-4484-86d7-d285d76a8094" providerId="ADAL" clId="{9E4201CE-00D7-48FA-84F8-937114E4F19F}" dt="2026-09-25T14:49:33.605" v="1365" actId="20577"/>
          <ac:spMkLst>
            <pc:docMk/>
            <pc:sldMk cId="2144285351" sldId="276"/>
            <ac:spMk id="314" creationId="{B90F5B88-F77D-918A-52B7-34C83F58178E}"/>
          </ac:spMkLst>
        </pc:spChg>
        <pc:spChg chg="add mod">
          <ac:chgData name="Zeevi, Gilad" userId="4d03d572-75ad-4484-86d7-d285d76a8094" providerId="ADAL" clId="{9E4201CE-00D7-48FA-84F8-937114E4F19F}" dt="2026-09-25T14:44:36.182" v="1272" actId="20577"/>
          <ac:spMkLst>
            <pc:docMk/>
            <pc:sldMk cId="2144285351" sldId="276"/>
            <ac:spMk id="677" creationId="{B7A3E792-D0CB-E8C6-E9E4-F638EC3BF963}"/>
          </ac:spMkLst>
        </pc:spChg>
        <pc:spChg chg="add mod">
          <ac:chgData name="Zeevi, Gilad" userId="4d03d572-75ad-4484-86d7-d285d76a8094" providerId="ADAL" clId="{9E4201CE-00D7-48FA-84F8-937114E4F19F}" dt="2026-09-25T14:44:56.894" v="1287" actId="1076"/>
          <ac:spMkLst>
            <pc:docMk/>
            <pc:sldMk cId="2144285351" sldId="276"/>
            <ac:spMk id="679" creationId="{725D3A9C-B3F6-783A-0CF9-4FDD52917396}"/>
          </ac:spMkLst>
        </pc:spChg>
        <pc:spChg chg="add mod">
          <ac:chgData name="Zeevi, Gilad" userId="4d03d572-75ad-4484-86d7-d285d76a8094" providerId="ADAL" clId="{9E4201CE-00D7-48FA-84F8-937114E4F19F}" dt="2026-09-25T14:45:40.629" v="1296" actId="1076"/>
          <ac:spMkLst>
            <pc:docMk/>
            <pc:sldMk cId="2144285351" sldId="276"/>
            <ac:spMk id="683" creationId="{02AA0BCC-9707-161A-9A23-7B52ED5DFC26}"/>
          </ac:spMkLst>
        </pc:spChg>
        <pc:picChg chg="add mod">
          <ac:chgData name="Zeevi, Gilad" userId="4d03d572-75ad-4484-86d7-d285d76a8094" providerId="ADAL" clId="{9E4201CE-00D7-48FA-84F8-937114E4F19F}" dt="2026-09-25T14:48:46.722" v="1345" actId="1076"/>
          <ac:picMkLst>
            <pc:docMk/>
            <pc:sldMk cId="2144285351" sldId="276"/>
            <ac:picMk id="310" creationId="{2CAD8437-2CAA-374B-CFD3-88AAE63FDB05}"/>
          </ac:picMkLst>
        </pc:picChg>
        <pc:picChg chg="add mod">
          <ac:chgData name="Zeevi, Gilad" userId="4d03d572-75ad-4484-86d7-d285d76a8094" providerId="ADAL" clId="{9E4201CE-00D7-48FA-84F8-937114E4F19F}" dt="2026-09-25T14:44:18.210" v="1260" actId="1076"/>
          <ac:picMkLst>
            <pc:docMk/>
            <pc:sldMk cId="2144285351" sldId="276"/>
            <ac:picMk id="673" creationId="{93FA109A-DD85-E4A7-3B0B-E587782A6603}"/>
          </ac:picMkLst>
        </pc:picChg>
        <pc:picChg chg="add mod">
          <ac:chgData name="Zeevi, Gilad" userId="4d03d572-75ad-4484-86d7-d285d76a8094" providerId="ADAL" clId="{9E4201CE-00D7-48FA-84F8-937114E4F19F}" dt="2026-09-25T14:44:21.665" v="1261" actId="1076"/>
          <ac:picMkLst>
            <pc:docMk/>
            <pc:sldMk cId="2144285351" sldId="276"/>
            <ac:picMk id="675" creationId="{716F789B-0C6A-6DD3-AC72-A0E8B8680720}"/>
          </ac:picMkLst>
        </pc:picChg>
      </pc:sldChg>
      <pc:sldChg chg="addSp delSp modSp add mod">
        <pc:chgData name="Zeevi, Gilad" userId="4d03d572-75ad-4484-86d7-d285d76a8094" providerId="ADAL" clId="{9E4201CE-00D7-48FA-84F8-937114E4F19F}" dt="2026-09-25T17:58:30.414" v="1464" actId="207"/>
        <pc:sldMkLst>
          <pc:docMk/>
          <pc:sldMk cId="4066729489" sldId="277"/>
        </pc:sldMkLst>
        <pc:spChg chg="mod">
          <ac:chgData name="Zeevi, Gilad" userId="4d03d572-75ad-4484-86d7-d285d76a8094" providerId="ADAL" clId="{9E4201CE-00D7-48FA-84F8-937114E4F19F}" dt="2026-09-25T17:06:46.071" v="1433" actId="20577"/>
          <ac:spMkLst>
            <pc:docMk/>
            <pc:sldMk cId="4066729489" sldId="277"/>
            <ac:spMk id="2" creationId="{8C01F522-2AD0-D496-D49E-CF64BD647B1C}"/>
          </ac:spMkLst>
        </pc:spChg>
        <pc:spChg chg="add mod">
          <ac:chgData name="Zeevi, Gilad" userId="4d03d572-75ad-4484-86d7-d285d76a8094" providerId="ADAL" clId="{9E4201CE-00D7-48FA-84F8-937114E4F19F}" dt="2026-09-25T17:56:38.144" v="1454" actId="20577"/>
          <ac:spMkLst>
            <pc:docMk/>
            <pc:sldMk cId="4066729489" sldId="277"/>
            <ac:spMk id="8" creationId="{48319409-5CA9-973C-2BDD-8F933DB58211}"/>
          </ac:spMkLst>
        </pc:spChg>
        <pc:spChg chg="add mod">
          <ac:chgData name="Zeevi, Gilad" userId="4d03d572-75ad-4484-86d7-d285d76a8094" providerId="ADAL" clId="{9E4201CE-00D7-48FA-84F8-937114E4F19F}" dt="2026-09-25T17:56:47.711" v="1459" actId="20577"/>
          <ac:spMkLst>
            <pc:docMk/>
            <pc:sldMk cId="4066729489" sldId="277"/>
            <ac:spMk id="10" creationId="{CF3A615B-C83B-0110-7286-28D6627D9FAD}"/>
          </ac:spMkLst>
        </pc:spChg>
        <pc:graphicFrameChg chg="add mod modGraphic">
          <ac:chgData name="Zeevi, Gilad" userId="4d03d572-75ad-4484-86d7-d285d76a8094" providerId="ADAL" clId="{9E4201CE-00D7-48FA-84F8-937114E4F19F}" dt="2026-09-25T17:58:11.449" v="1462" actId="207"/>
          <ac:graphicFrameMkLst>
            <pc:docMk/>
            <pc:sldMk cId="4066729489" sldId="277"/>
            <ac:graphicFrameMk id="4" creationId="{714EB14D-E90C-6AB0-C806-39D7622CEC18}"/>
          </ac:graphicFrameMkLst>
        </pc:graphicFrameChg>
        <pc:graphicFrameChg chg="add mod modGraphic">
          <ac:chgData name="Zeevi, Gilad" userId="4d03d572-75ad-4484-86d7-d285d76a8094" providerId="ADAL" clId="{9E4201CE-00D7-48FA-84F8-937114E4F19F}" dt="2026-09-25T17:58:30.414" v="1464" actId="207"/>
          <ac:graphicFrameMkLst>
            <pc:docMk/>
            <pc:sldMk cId="4066729489" sldId="277"/>
            <ac:graphicFrameMk id="6" creationId="{59AF8EC9-0051-361B-C6A1-F448CD9D86F1}"/>
          </ac:graphicFrameMkLst>
        </pc:graphicFrameChg>
      </pc:sldChg>
      <pc:sldChg chg="addSp delSp modSp add mod">
        <pc:chgData name="Zeevi, Gilad" userId="4d03d572-75ad-4484-86d7-d285d76a8094" providerId="ADAL" clId="{9E4201CE-00D7-48FA-84F8-937114E4F19F}" dt="2026-09-28T14:16:20.555" v="1749" actId="1076"/>
        <pc:sldMkLst>
          <pc:docMk/>
          <pc:sldMk cId="2068595542" sldId="278"/>
        </pc:sldMkLst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12" creationId="{1062BE3B-3B42-9B5F-7B99-3EB4D1F25720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13" creationId="{AFB23CF5-CEEF-02BC-31C7-90E30B89BED7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24" creationId="{A95EE331-A5E1-FE28-EEE5-8A827076C653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28" creationId="{4047AC3D-9115-5910-0257-2DD80B387AAE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32" creationId="{B4587105-32AE-8BC8-65E2-46116DE558C9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39" creationId="{72B9E552-D5D4-2406-0950-44683927C523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43" creationId="{46339A66-24C9-219D-7565-B7C051C8DC90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48" creationId="{722F1EDD-79A3-072B-E612-36B5C490B78B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62" creationId="{439EBC4B-BD2D-4B6A-273A-68D447623013}"/>
          </ac:spMkLst>
        </pc:spChg>
        <pc:spChg chg="add mod">
          <ac:chgData name="Zeevi, Gilad" userId="4d03d572-75ad-4484-86d7-d285d76a8094" providerId="ADAL" clId="{9E4201CE-00D7-48FA-84F8-937114E4F19F}" dt="2026-09-28T14:09:05.213" v="1571"/>
          <ac:spMkLst>
            <pc:docMk/>
            <pc:sldMk cId="2068595542" sldId="278"/>
            <ac:spMk id="65" creationId="{C97D5C2E-27C8-7E92-DF08-7CBFA6C9B022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71" creationId="{4AB21C60-61BD-34BD-BB18-0436E7742F98}"/>
          </ac:spMkLst>
        </pc:spChg>
        <pc:spChg chg="del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72" creationId="{1062BE3B-3B42-9B5F-7B99-3EB4D1F25720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79" creationId="{3E168B78-DD4B-5A87-596E-6F20D9CA2401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84" creationId="{8EEF7145-3AD5-0972-E5AA-2E395C3A5319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85" creationId="{FF813DE1-7DA1-D666-C29F-2E60AE94AF7A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90" creationId="{C9AE0445-5281-59BC-3921-36A31942DDB7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93" creationId="{113E460B-4D8F-FE57-3481-09871D95BEE7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99" creationId="{811B9724-F9E6-CC6B-1AAA-9F45FC292081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102" creationId="{32908B00-33EF-EACE-ADD6-7CCE12DD4865}"/>
          </ac:spMkLst>
        </pc:spChg>
        <pc:spChg chg="add del mod">
          <ac:chgData name="Zeevi, Gilad" userId="4d03d572-75ad-4484-86d7-d285d76a8094" providerId="ADAL" clId="{9E4201CE-00D7-48FA-84F8-937114E4F19F}" dt="2026-09-28T14:09:46.187" v="1573" actId="21"/>
          <ac:spMkLst>
            <pc:docMk/>
            <pc:sldMk cId="2068595542" sldId="278"/>
            <ac:spMk id="107" creationId="{7899307F-FA13-79BC-5C72-3894935BC727}"/>
          </ac:spMkLst>
        </pc:spChg>
        <pc:spChg chg="add mod">
          <ac:chgData name="Zeevi, Gilad" userId="4d03d572-75ad-4484-86d7-d285d76a8094" providerId="ADAL" clId="{9E4201CE-00D7-48FA-84F8-937114E4F19F}" dt="2026-09-28T14:09:44.406" v="1572"/>
          <ac:spMkLst>
            <pc:docMk/>
            <pc:sldMk cId="2068595542" sldId="278"/>
            <ac:spMk id="118" creationId="{886DA64F-0E43-D1AD-DE85-63A95D6655EA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261" creationId="{9C690D9F-5A22-09A9-D492-F859F67ACD54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262" creationId="{CA27B3DC-A6D1-4ABE-44D5-B48888EF8C98}"/>
          </ac:spMkLst>
        </pc:spChg>
        <pc:spChg chg="add mod">
          <ac:chgData name="Zeevi, Gilad" userId="4d03d572-75ad-4484-86d7-d285d76a8094" providerId="ADAL" clId="{9E4201CE-00D7-48FA-84F8-937114E4F19F}" dt="2026-09-28T14:16:02.915" v="1744" actId="1076"/>
          <ac:spMkLst>
            <pc:docMk/>
            <pc:sldMk cId="2068595542" sldId="278"/>
            <ac:spMk id="267" creationId="{02FA5B57-12B8-A702-5497-8747CFA8FAB8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270" creationId="{FE949A35-5EE7-4284-88F0-945BE4209CE7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273" creationId="{950A1B5F-0B00-CF1B-3352-02189A8EA848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281" creationId="{531C898C-FAE6-75AB-D988-5A1806BE169F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283" creationId="{0BEE6F0D-9B2E-F3C6-1773-30E82DA11A50}"/>
          </ac:spMkLst>
        </pc:spChg>
        <pc:spChg chg="del">
          <ac:chgData name="Zeevi, Gilad" userId="4d03d572-75ad-4484-86d7-d285d76a8094" providerId="ADAL" clId="{9E4201CE-00D7-48FA-84F8-937114E4F19F}" dt="2026-09-28T14:14:09.957" v="1719" actId="478"/>
          <ac:spMkLst>
            <pc:docMk/>
            <pc:sldMk cId="2068595542" sldId="278"/>
            <ac:spMk id="284" creationId="{C7FCE313-5B5D-40A0-869D-1170034B0AE1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287" creationId="{81B7F665-534C-463C-5B61-D5530C4DE350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292" creationId="{9EE6A716-551B-E067-F4A3-A6716CF507D5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298" creationId="{ADECB658-E86C-E9D3-C9A5-5F84E2E7DFF3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299" creationId="{0500C92E-C236-C4BE-81D9-12AF02A048C1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300" creationId="{EBF31430-7A0B-FC8D-12A2-137C6B8CD155}"/>
          </ac:spMkLst>
        </pc:spChg>
        <pc:spChg chg="add mod">
          <ac:chgData name="Zeevi, Gilad" userId="4d03d572-75ad-4484-86d7-d285d76a8094" providerId="ADAL" clId="{9E4201CE-00D7-48FA-84F8-937114E4F19F}" dt="2026-09-28T14:15:18.063" v="1733"/>
          <ac:spMkLst>
            <pc:docMk/>
            <pc:sldMk cId="2068595542" sldId="278"/>
            <ac:spMk id="306" creationId="{F1C5103A-4DDD-F560-DA9A-964BA76D5A14}"/>
          </ac:spMkLst>
        </pc:spChg>
        <pc:spChg chg="mod">
          <ac:chgData name="Zeevi, Gilad" userId="4d03d572-75ad-4484-86d7-d285d76a8094" providerId="ADAL" clId="{9E4201CE-00D7-48FA-84F8-937114E4F19F}" dt="2026-09-28T14:14:06.552" v="1718" actId="313"/>
          <ac:spMkLst>
            <pc:docMk/>
            <pc:sldMk cId="2068595542" sldId="278"/>
            <ac:spMk id="358" creationId="{4D4132B8-3E21-EE0D-99A2-C7D1CBDD35F2}"/>
          </ac:spMkLst>
        </pc:spChg>
        <pc:spChg chg="mod">
          <ac:chgData name="Zeevi, Gilad" userId="4d03d572-75ad-4484-86d7-d285d76a8094" providerId="ADAL" clId="{9E4201CE-00D7-48FA-84F8-937114E4F19F}" dt="2026-09-28T14:16:08.704" v="1746" actId="1076"/>
          <ac:spMkLst>
            <pc:docMk/>
            <pc:sldMk cId="2068595542" sldId="278"/>
            <ac:spMk id="398" creationId="{F1529029-A288-86CB-B5E5-6A97CB016C66}"/>
          </ac:spMkLst>
        </pc:spChg>
        <pc:spChg chg="mod">
          <ac:chgData name="Zeevi, Gilad" userId="4d03d572-75ad-4484-86d7-d285d76a8094" providerId="ADAL" clId="{9E4201CE-00D7-48FA-84F8-937114E4F19F}" dt="2026-09-28T14:12:29.954" v="1645" actId="20577"/>
          <ac:spMkLst>
            <pc:docMk/>
            <pc:sldMk cId="2068595542" sldId="278"/>
            <ac:spMk id="400" creationId="{BF84FA9C-4A3B-E1EE-36C5-53F4219E3394}"/>
          </ac:spMkLst>
        </pc:spChg>
        <pc:spChg chg="add del">
          <ac:chgData name="Zeevi, Gilad" userId="4d03d572-75ad-4484-86d7-d285d76a8094" providerId="ADAL" clId="{9E4201CE-00D7-48FA-84F8-937114E4F19F}" dt="2026-09-28T14:10:43.650" v="1600" actId="22"/>
          <ac:spMkLst>
            <pc:docMk/>
            <pc:sldMk cId="2068595542" sldId="278"/>
            <ac:spMk id="641" creationId="{BEBECD9A-4EE3-F904-909D-CFF3BA41E0AF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652" creationId="{C633FAFE-7F35-570E-E4D8-FA9C38A1F410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664" creationId="{BF32C6A2-E61C-59CC-1C10-E14B905A3B12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666" creationId="{C01E3026-91D9-3404-699C-46E14366254A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667" creationId="{7633F5C2-545B-9C89-EFCD-A41CCD3D3C46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676" creationId="{05A65EA4-8E13-8139-96DC-AA731A1CB2FE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679" creationId="{3E1B08B9-4FB4-3731-CD28-FA8C9EB2D53A}"/>
          </ac:spMkLst>
        </pc:spChg>
        <pc:spChg chg="del">
          <ac:chgData name="Zeevi, Gilad" userId="4d03d572-75ad-4484-86d7-d285d76a8094" providerId="ADAL" clId="{9E4201CE-00D7-48FA-84F8-937114E4F19F}" dt="2026-09-28T14:11:03.888" v="1606" actId="478"/>
          <ac:spMkLst>
            <pc:docMk/>
            <pc:sldMk cId="2068595542" sldId="278"/>
            <ac:spMk id="682" creationId="{F22FEE18-B9D9-B7B5-E5A1-C8C20D1F1030}"/>
          </ac:spMkLst>
        </pc:spChg>
        <pc:spChg chg="del">
          <ac:chgData name="Zeevi, Gilad" userId="4d03d572-75ad-4484-86d7-d285d76a8094" providerId="ADAL" clId="{9E4201CE-00D7-48FA-84F8-937114E4F19F}" dt="2026-09-28T14:11:03.888" v="1606" actId="478"/>
          <ac:spMkLst>
            <pc:docMk/>
            <pc:sldMk cId="2068595542" sldId="278"/>
            <ac:spMk id="684" creationId="{A1FB003C-2769-BCA3-C520-346AD9DE2185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685" creationId="{021A2542-7C8A-89E1-8328-0B239D8D735C}"/>
          </ac:spMkLst>
        </pc:spChg>
        <pc:spChg chg="add mod">
          <ac:chgData name="Zeevi, Gilad" userId="4d03d572-75ad-4484-86d7-d285d76a8094" providerId="ADAL" clId="{9E4201CE-00D7-48FA-84F8-937114E4F19F}" dt="2026-09-28T14:10:46.594" v="1601"/>
          <ac:spMkLst>
            <pc:docMk/>
            <pc:sldMk cId="2068595542" sldId="278"/>
            <ac:spMk id="693" creationId="{D56D4915-204B-8655-F824-2127D9D5955C}"/>
          </ac:spMkLst>
        </pc:spChg>
        <pc:spChg chg="add mod">
          <ac:chgData name="Zeevi, Gilad" userId="4d03d572-75ad-4484-86d7-d285d76a8094" providerId="ADAL" clId="{9E4201CE-00D7-48FA-84F8-937114E4F19F}" dt="2026-09-28T14:16:11.066" v="1747" actId="1076"/>
          <ac:spMkLst>
            <pc:docMk/>
            <pc:sldMk cId="2068595542" sldId="278"/>
            <ac:spMk id="704" creationId="{DBA40F30-5EC5-6EA5-1F6B-688F74C73B18}"/>
          </ac:spMkLst>
        </pc:spChg>
        <pc:spChg chg="add mod">
          <ac:chgData name="Zeevi, Gilad" userId="4d03d572-75ad-4484-86d7-d285d76a8094" providerId="ADAL" clId="{9E4201CE-00D7-48FA-84F8-937114E4F19F}" dt="2026-09-28T14:16:20.555" v="1749" actId="1076"/>
          <ac:spMkLst>
            <pc:docMk/>
            <pc:sldMk cId="2068595542" sldId="278"/>
            <ac:spMk id="706" creationId="{77A631E5-6D9A-816B-A690-F935B52B5942}"/>
          </ac:spMkLst>
        </pc:spChg>
        <pc:spChg chg="mod">
          <ac:chgData name="Zeevi, Gilad" userId="4d03d572-75ad-4484-86d7-d285d76a8094" providerId="ADAL" clId="{9E4201CE-00D7-48FA-84F8-937114E4F19F}" dt="2026-09-28T14:14:47.072" v="1732" actId="1076"/>
          <ac:spMkLst>
            <pc:docMk/>
            <pc:sldMk cId="2068595542" sldId="278"/>
            <ac:spMk id="714" creationId="{9214FE0D-794F-C704-4C47-012ACA7E9A25}"/>
          </ac:spMkLst>
        </pc:spChg>
        <pc:spChg chg="mod">
          <ac:chgData name="Zeevi, Gilad" userId="4d03d572-75ad-4484-86d7-d285d76a8094" providerId="ADAL" clId="{9E4201CE-00D7-48FA-84F8-937114E4F19F}" dt="2026-09-28T14:12:11.594" v="1643" actId="20577"/>
          <ac:spMkLst>
            <pc:docMk/>
            <pc:sldMk cId="2068595542" sldId="278"/>
            <ac:spMk id="719" creationId="{69FB6199-A588-58AB-6DA1-6476EC1304CA}"/>
          </ac:spMkLst>
        </pc:spChg>
        <pc:spChg chg="del">
          <ac:chgData name="Zeevi, Gilad" userId="4d03d572-75ad-4484-86d7-d285d76a8094" providerId="ADAL" clId="{9E4201CE-00D7-48FA-84F8-937114E4F19F}" dt="2026-09-28T14:14:12.605" v="1720" actId="478"/>
          <ac:spMkLst>
            <pc:docMk/>
            <pc:sldMk cId="2068595542" sldId="278"/>
            <ac:spMk id="721" creationId="{809BC6D0-A439-691A-F1D0-88F58AD0840C}"/>
          </ac:spMkLst>
        </pc:spChg>
        <pc:grpChg chg="del">
          <ac:chgData name="Zeevi, Gilad" userId="4d03d572-75ad-4484-86d7-d285d76a8094" providerId="ADAL" clId="{9E4201CE-00D7-48FA-84F8-937114E4F19F}" dt="2026-09-28T14:15:20.183" v="1734" actId="21"/>
          <ac:grpSpMkLst>
            <pc:docMk/>
            <pc:sldMk cId="2068595542" sldId="278"/>
            <ac:grpSpMk id="268" creationId="{6107DE22-CBC0-2DFB-71C7-291DE3C6EF81}"/>
          </ac:grpSpMkLst>
        </pc:grpChg>
        <pc:grpChg chg="del">
          <ac:chgData name="Zeevi, Gilad" userId="4d03d572-75ad-4484-86d7-d285d76a8094" providerId="ADAL" clId="{9E4201CE-00D7-48FA-84F8-937114E4F19F}" dt="2026-09-28T14:10:48.487" v="1602" actId="21"/>
          <ac:grpSpMkLst>
            <pc:docMk/>
            <pc:sldMk cId="2068595542" sldId="278"/>
            <ac:grpSpMk id="642" creationId="{ABF7A561-E5C9-BDDE-65F0-3C8FCBBF4258}"/>
          </ac:grpSpMkLst>
        </pc:grpChg>
        <pc:picChg chg="del">
          <ac:chgData name="Zeevi, Gilad" userId="4d03d572-75ad-4484-86d7-d285d76a8094" providerId="ADAL" clId="{9E4201CE-00D7-48FA-84F8-937114E4F19F}" dt="2026-09-28T14:08:02.834" v="1567" actId="478"/>
          <ac:picMkLst>
            <pc:docMk/>
            <pc:sldMk cId="2068595542" sldId="278"/>
            <ac:picMk id="4" creationId="{76E48E57-B7EC-D6D5-61BB-2D0B68ECA177}"/>
          </ac:picMkLst>
        </pc:picChg>
        <pc:picChg chg="add mod">
          <ac:chgData name="Zeevi, Gilad" userId="4d03d572-75ad-4484-86d7-d285d76a8094" providerId="ADAL" clId="{9E4201CE-00D7-48FA-84F8-937114E4F19F}" dt="2026-09-28T14:09:57.985" v="1581" actId="1076"/>
          <ac:picMkLst>
            <pc:docMk/>
            <pc:sldMk cId="2068595542" sldId="278"/>
            <ac:picMk id="127" creationId="{F0376452-C493-E748-FABA-4F1158A0E898}"/>
          </ac:picMkLst>
        </pc:picChg>
        <pc:picChg chg="add mod">
          <ac:chgData name="Zeevi, Gilad" userId="4d03d572-75ad-4484-86d7-d285d76a8094" providerId="ADAL" clId="{9E4201CE-00D7-48FA-84F8-937114E4F19F}" dt="2026-09-28T14:12:34.220" v="1646" actId="1076"/>
          <ac:picMkLst>
            <pc:docMk/>
            <pc:sldMk cId="2068595542" sldId="278"/>
            <ac:picMk id="265" creationId="{04CE123D-AC55-8FE1-7A36-94AC560E56EB}"/>
          </ac:picMkLst>
        </pc:picChg>
        <pc:picChg chg="add mod">
          <ac:chgData name="Zeevi, Gilad" userId="4d03d572-75ad-4484-86d7-d285d76a8094" providerId="ADAL" clId="{9E4201CE-00D7-48FA-84F8-937114E4F19F}" dt="2026-09-28T14:15:30.234" v="1737" actId="1076"/>
          <ac:picMkLst>
            <pc:docMk/>
            <pc:sldMk cId="2068595542" sldId="278"/>
            <ac:picMk id="318" creationId="{17F28CFA-758E-F3E6-1FC8-1A75F34CA1A3}"/>
          </ac:picMkLst>
        </pc:picChg>
        <pc:picChg chg="del">
          <ac:chgData name="Zeevi, Gilad" userId="4d03d572-75ad-4484-86d7-d285d76a8094" providerId="ADAL" clId="{9E4201CE-00D7-48FA-84F8-937114E4F19F}" dt="2026-09-28T14:08:05.337" v="1568" actId="478"/>
          <ac:picMkLst>
            <pc:docMk/>
            <pc:sldMk cId="2068595542" sldId="278"/>
            <ac:picMk id="396" creationId="{3158A95B-6453-F9E0-8829-0F85C2126CBA}"/>
          </ac:picMkLst>
        </pc:picChg>
        <pc:picChg chg="del">
          <ac:chgData name="Zeevi, Gilad" userId="4d03d572-75ad-4484-86d7-d285d76a8094" providerId="ADAL" clId="{9E4201CE-00D7-48FA-84F8-937114E4F19F}" dt="2026-09-28T14:08:08.369" v="1569" actId="478"/>
          <ac:picMkLst>
            <pc:docMk/>
            <pc:sldMk cId="2068595542" sldId="278"/>
            <ac:picMk id="712" creationId="{C73150C4-5287-623F-E666-B47436233E59}"/>
          </ac:picMkLst>
        </pc:picChg>
        <pc:cxnChg chg="del">
          <ac:chgData name="Zeevi, Gilad" userId="4d03d572-75ad-4484-86d7-d285d76a8094" providerId="ADAL" clId="{9E4201CE-00D7-48FA-84F8-937114E4F19F}" dt="2026-09-28T14:08:02.834" v="1567" actId="478"/>
          <ac:cxnSpMkLst>
            <pc:docMk/>
            <pc:sldMk cId="2068595542" sldId="278"/>
            <ac:cxnSpMk id="5" creationId="{4E554994-BF87-E3E9-43D2-9DD1D9EC844C}"/>
          </ac:cxnSpMkLst>
        </pc:cxnChg>
        <pc:cxnChg chg="del">
          <ac:chgData name="Zeevi, Gilad" userId="4d03d572-75ad-4484-86d7-d285d76a8094" providerId="ADAL" clId="{9E4201CE-00D7-48FA-84F8-937114E4F19F}" dt="2026-09-28T14:08:02.834" v="1567" actId="478"/>
          <ac:cxnSpMkLst>
            <pc:docMk/>
            <pc:sldMk cId="2068595542" sldId="278"/>
            <ac:cxnSpMk id="6" creationId="{B2435AB9-A518-8618-7E63-8838A6CF08F6}"/>
          </ac:cxnSpMkLst>
        </pc:cxnChg>
        <pc:cxnChg chg="del">
          <ac:chgData name="Zeevi, Gilad" userId="4d03d572-75ad-4484-86d7-d285d76a8094" providerId="ADAL" clId="{9E4201CE-00D7-48FA-84F8-937114E4F19F}" dt="2026-09-28T14:08:02.834" v="1567" actId="478"/>
          <ac:cxnSpMkLst>
            <pc:docMk/>
            <pc:sldMk cId="2068595542" sldId="278"/>
            <ac:cxnSpMk id="33" creationId="{74A39A2E-DDFD-47A3-C9BA-2D261D322E92}"/>
          </ac:cxnSpMkLst>
        </pc:cxnChg>
        <pc:cxnChg chg="del">
          <ac:chgData name="Zeevi, Gilad" userId="4d03d572-75ad-4484-86d7-d285d76a8094" providerId="ADAL" clId="{9E4201CE-00D7-48FA-84F8-937114E4F19F}" dt="2026-09-28T14:08:02.834" v="1567" actId="478"/>
          <ac:cxnSpMkLst>
            <pc:docMk/>
            <pc:sldMk cId="2068595542" sldId="278"/>
            <ac:cxnSpMk id="75" creationId="{5138F2FA-85AC-661A-28F9-1518A6753367}"/>
          </ac:cxnSpMkLst>
        </pc:cxnChg>
        <pc:cxnChg chg="del">
          <ac:chgData name="Zeevi, Gilad" userId="4d03d572-75ad-4484-86d7-d285d76a8094" providerId="ADAL" clId="{9E4201CE-00D7-48FA-84F8-937114E4F19F}" dt="2026-09-28T14:08:02.834" v="1567" actId="478"/>
          <ac:cxnSpMkLst>
            <pc:docMk/>
            <pc:sldMk cId="2068595542" sldId="278"/>
            <ac:cxnSpMk id="76" creationId="{D3644FCF-A6F4-E752-F513-D85CE1C6AF1C}"/>
          </ac:cxnSpMkLst>
        </pc:cxnChg>
        <pc:cxnChg chg="del mod">
          <ac:chgData name="Zeevi, Gilad" userId="4d03d572-75ad-4484-86d7-d285d76a8094" providerId="ADAL" clId="{9E4201CE-00D7-48FA-84F8-937114E4F19F}" dt="2026-09-28T14:13:34.411" v="1674" actId="478"/>
          <ac:cxnSpMkLst>
            <pc:docMk/>
            <pc:sldMk cId="2068595542" sldId="278"/>
            <ac:cxnSpMk id="77" creationId="{AED680F4-9491-BE08-9A6A-E790A29CACA6}"/>
          </ac:cxnSpMkLst>
        </pc:cxnChg>
        <pc:cxnChg chg="del">
          <ac:chgData name="Zeevi, Gilad" userId="4d03d572-75ad-4484-86d7-d285d76a8094" providerId="ADAL" clId="{9E4201CE-00D7-48FA-84F8-937114E4F19F}" dt="2026-09-28T14:11:03.888" v="1606" actId="478"/>
          <ac:cxnSpMkLst>
            <pc:docMk/>
            <pc:sldMk cId="2068595542" sldId="278"/>
            <ac:cxnSpMk id="709" creationId="{00656109-31B7-3A21-E790-393B30415795}"/>
          </ac:cxnSpMkLst>
        </pc:cxnChg>
      </pc:sldChg>
      <pc:sldChg chg="addSp delSp modSp add mod">
        <pc:chgData name="Zeevi, Gilad" userId="4d03d572-75ad-4484-86d7-d285d76a8094" providerId="ADAL" clId="{9E4201CE-00D7-48FA-84F8-937114E4F19F}" dt="2026-09-28T14:36:01.683" v="1959" actId="20577"/>
        <pc:sldMkLst>
          <pc:docMk/>
          <pc:sldMk cId="2581694534" sldId="279"/>
        </pc:sldMkLst>
        <pc:spChg chg="mod">
          <ac:chgData name="Zeevi, Gilad" userId="4d03d572-75ad-4484-86d7-d285d76a8094" providerId="ADAL" clId="{9E4201CE-00D7-48FA-84F8-937114E4F19F}" dt="2026-09-28T14:18:05.723" v="1765" actId="20577"/>
          <ac:spMkLst>
            <pc:docMk/>
            <pc:sldMk cId="2581694534" sldId="279"/>
            <ac:spMk id="2" creationId="{52198861-E041-5E7B-9DBF-84DC95CE70F5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6" creationId="{1CC60A02-CB91-59EE-29E8-4B31E7DED1E7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43" creationId="{2A17CC31-9437-1F6B-BE1B-EB4D1052EF66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54" creationId="{7FA02C93-E032-3850-48E4-A6A3B950CB99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275" creationId="{C9B61CD0-F40A-9A6C-F2D5-1156D95A61EB}"/>
          </ac:spMkLst>
        </pc:spChg>
        <pc:spChg chg="mod">
          <ac:chgData name="Zeevi, Gilad" userId="4d03d572-75ad-4484-86d7-d285d76a8094" providerId="ADAL" clId="{9E4201CE-00D7-48FA-84F8-937114E4F19F}" dt="2026-09-28T14:29:29.144" v="1907" actId="20577"/>
          <ac:spMkLst>
            <pc:docMk/>
            <pc:sldMk cId="2581694534" sldId="279"/>
            <ac:spMk id="284" creationId="{29313A31-3763-D57C-95B2-6B0FDDC4C53C}"/>
          </ac:spMkLst>
        </pc:spChg>
        <pc:spChg chg="del">
          <ac:chgData name="Zeevi, Gilad" userId="4d03d572-75ad-4484-86d7-d285d76a8094" providerId="ADAL" clId="{9E4201CE-00D7-48FA-84F8-937114E4F19F}" dt="2026-09-28T14:18:19.803" v="1766" actId="478"/>
          <ac:spMkLst>
            <pc:docMk/>
            <pc:sldMk cId="2581694534" sldId="279"/>
            <ac:spMk id="312" creationId="{C0A5170D-FADC-A6CD-3B01-9315689F5849}"/>
          </ac:spMkLst>
        </pc:spChg>
        <pc:spChg chg="del">
          <ac:chgData name="Zeevi, Gilad" userId="4d03d572-75ad-4484-86d7-d285d76a8094" providerId="ADAL" clId="{9E4201CE-00D7-48FA-84F8-937114E4F19F}" dt="2026-09-28T14:18:24.077" v="1767" actId="478"/>
          <ac:spMkLst>
            <pc:docMk/>
            <pc:sldMk cId="2581694534" sldId="279"/>
            <ac:spMk id="314" creationId="{8AFE93C1-CD13-C5AF-E678-B989F7905429}"/>
          </ac:spMkLst>
        </pc:spChg>
        <pc:spChg chg="mod">
          <ac:chgData name="Zeevi, Gilad" userId="4d03d572-75ad-4484-86d7-d285d76a8094" providerId="ADAL" clId="{9E4201CE-00D7-48FA-84F8-937114E4F19F}" dt="2026-09-28T14:22:55.369" v="1800"/>
          <ac:spMkLst>
            <pc:docMk/>
            <pc:sldMk cId="2581694534" sldId="279"/>
            <ac:spMk id="320" creationId="{D21635A9-5A89-659C-D9A0-2A85D0E4C963}"/>
          </ac:spMkLst>
        </pc:spChg>
        <pc:spChg chg="add mod">
          <ac:chgData name="Zeevi, Gilad" userId="4d03d572-75ad-4484-86d7-d285d76a8094" providerId="ADAL" clId="{9E4201CE-00D7-48FA-84F8-937114E4F19F}" dt="2026-09-28T14:24:38.577" v="1805" actId="14100"/>
          <ac:spMkLst>
            <pc:docMk/>
            <pc:sldMk cId="2581694534" sldId="279"/>
            <ac:spMk id="324" creationId="{683C226A-3AB4-6D74-FCD9-1DE1B9185E4D}"/>
          </ac:spMkLst>
        </pc:spChg>
        <pc:spChg chg="add mod">
          <ac:chgData name="Zeevi, Gilad" userId="4d03d572-75ad-4484-86d7-d285d76a8094" providerId="ADAL" clId="{9E4201CE-00D7-48FA-84F8-937114E4F19F}" dt="2026-09-28T14:24:52.960" v="1809" actId="1076"/>
          <ac:spMkLst>
            <pc:docMk/>
            <pc:sldMk cId="2581694534" sldId="279"/>
            <ac:spMk id="326" creationId="{FFEC8219-1E33-FE5D-5F55-2A8492C6B215}"/>
          </ac:spMkLst>
        </pc:spChg>
        <pc:spChg chg="add mod">
          <ac:chgData name="Zeevi, Gilad" userId="4d03d572-75ad-4484-86d7-d285d76a8094" providerId="ADAL" clId="{9E4201CE-00D7-48FA-84F8-937114E4F19F}" dt="2026-09-28T14:24:58.412" v="1811" actId="1076"/>
          <ac:spMkLst>
            <pc:docMk/>
            <pc:sldMk cId="2581694534" sldId="279"/>
            <ac:spMk id="328" creationId="{3D8384A2-9037-439F-D3D2-0020810CE440}"/>
          </ac:spMkLst>
        </pc:spChg>
        <pc:spChg chg="add mod">
          <ac:chgData name="Zeevi, Gilad" userId="4d03d572-75ad-4484-86d7-d285d76a8094" providerId="ADAL" clId="{9E4201CE-00D7-48FA-84F8-937114E4F19F}" dt="2026-09-28T14:26:22.917" v="1834" actId="164"/>
          <ac:spMkLst>
            <pc:docMk/>
            <pc:sldMk cId="2581694534" sldId="279"/>
            <ac:spMk id="330" creationId="{1E25EAF4-C1D0-7775-A3E6-9A2784003916}"/>
          </ac:spMkLst>
        </pc:spChg>
        <pc:spChg chg="add mod">
          <ac:chgData name="Zeevi, Gilad" userId="4d03d572-75ad-4484-86d7-d285d76a8094" providerId="ADAL" clId="{9E4201CE-00D7-48FA-84F8-937114E4F19F}" dt="2026-09-28T14:26:22.917" v="1834" actId="164"/>
          <ac:spMkLst>
            <pc:docMk/>
            <pc:sldMk cId="2581694534" sldId="279"/>
            <ac:spMk id="332" creationId="{B361F637-3AF9-BCA6-DCD5-D5A37BB48358}"/>
          </ac:spMkLst>
        </pc:spChg>
        <pc:spChg chg="add mod">
          <ac:chgData name="Zeevi, Gilad" userId="4d03d572-75ad-4484-86d7-d285d76a8094" providerId="ADAL" clId="{9E4201CE-00D7-48FA-84F8-937114E4F19F}" dt="2026-09-28T14:27:06.149" v="1843" actId="1076"/>
          <ac:spMkLst>
            <pc:docMk/>
            <pc:sldMk cId="2581694534" sldId="279"/>
            <ac:spMk id="334" creationId="{534F49FA-0230-FF9A-7F1F-881BAF32BC36}"/>
          </ac:spMkLst>
        </pc:spChg>
        <pc:spChg chg="add mod">
          <ac:chgData name="Zeevi, Gilad" userId="4d03d572-75ad-4484-86d7-d285d76a8094" providerId="ADAL" clId="{9E4201CE-00D7-48FA-84F8-937114E4F19F}" dt="2026-09-28T14:31:45.667" v="1937" actId="1076"/>
          <ac:spMkLst>
            <pc:docMk/>
            <pc:sldMk cId="2581694534" sldId="279"/>
            <ac:spMk id="336" creationId="{35E4CBE2-077E-86DE-82D5-D88ACF2E9A6E}"/>
          </ac:spMkLst>
        </pc:spChg>
        <pc:spChg chg="add mod">
          <ac:chgData name="Zeevi, Gilad" userId="4d03d572-75ad-4484-86d7-d285d76a8094" providerId="ADAL" clId="{9E4201CE-00D7-48FA-84F8-937114E4F19F}" dt="2026-09-28T14:31:51.979" v="1938" actId="1076"/>
          <ac:spMkLst>
            <pc:docMk/>
            <pc:sldMk cId="2581694534" sldId="279"/>
            <ac:spMk id="338" creationId="{40B094EA-1E0D-EA09-4DFB-70204E8DD946}"/>
          </ac:spMkLst>
        </pc:spChg>
        <pc:spChg chg="add mod">
          <ac:chgData name="Zeevi, Gilad" userId="4d03d572-75ad-4484-86d7-d285d76a8094" providerId="ADAL" clId="{9E4201CE-00D7-48FA-84F8-937114E4F19F}" dt="2026-09-28T14:32:01.652" v="1940" actId="1076"/>
          <ac:spMkLst>
            <pc:docMk/>
            <pc:sldMk cId="2581694534" sldId="279"/>
            <ac:spMk id="340" creationId="{2469EE62-795A-5FB6-7C88-DA105E719C16}"/>
          </ac:spMkLst>
        </pc:spChg>
        <pc:spChg chg="add mod">
          <ac:chgData name="Zeevi, Gilad" userId="4d03d572-75ad-4484-86d7-d285d76a8094" providerId="ADAL" clId="{9E4201CE-00D7-48FA-84F8-937114E4F19F}" dt="2026-09-28T14:27:42.778" v="1859" actId="20577"/>
          <ac:spMkLst>
            <pc:docMk/>
            <pc:sldMk cId="2581694534" sldId="279"/>
            <ac:spMk id="342" creationId="{C26D53DB-F84F-32AB-2899-1C787FB05100}"/>
          </ac:spMkLst>
        </pc:spChg>
        <pc:spChg chg="add mod">
          <ac:chgData name="Zeevi, Gilad" userId="4d03d572-75ad-4484-86d7-d285d76a8094" providerId="ADAL" clId="{9E4201CE-00D7-48FA-84F8-937114E4F19F}" dt="2026-09-28T14:28:19.083" v="1868" actId="20577"/>
          <ac:spMkLst>
            <pc:docMk/>
            <pc:sldMk cId="2581694534" sldId="279"/>
            <ac:spMk id="344" creationId="{05468D01-D974-06D1-553F-19F786CDD116}"/>
          </ac:spMkLst>
        </pc:spChg>
        <pc:spChg chg="add mod">
          <ac:chgData name="Zeevi, Gilad" userId="4d03d572-75ad-4484-86d7-d285d76a8094" providerId="ADAL" clId="{9E4201CE-00D7-48FA-84F8-937114E4F19F}" dt="2026-09-28T14:32:12.013" v="1942" actId="1076"/>
          <ac:spMkLst>
            <pc:docMk/>
            <pc:sldMk cId="2581694534" sldId="279"/>
            <ac:spMk id="346" creationId="{0A450FF0-3E97-E4BA-787A-0DC10A8A2BCE}"/>
          </ac:spMkLst>
        </pc:spChg>
        <pc:spChg chg="add mod">
          <ac:chgData name="Zeevi, Gilad" userId="4d03d572-75ad-4484-86d7-d285d76a8094" providerId="ADAL" clId="{9E4201CE-00D7-48FA-84F8-937114E4F19F}" dt="2026-09-28T14:32:06.085" v="1941" actId="1076"/>
          <ac:spMkLst>
            <pc:docMk/>
            <pc:sldMk cId="2581694534" sldId="279"/>
            <ac:spMk id="348" creationId="{271D2311-06C4-B652-B5E2-960A4AF4EE62}"/>
          </ac:spMkLst>
        </pc:spChg>
        <pc:spChg chg="add mod">
          <ac:chgData name="Zeevi, Gilad" userId="4d03d572-75ad-4484-86d7-d285d76a8094" providerId="ADAL" clId="{9E4201CE-00D7-48FA-84F8-937114E4F19F}" dt="2026-09-28T14:31:56.036" v="1939" actId="1076"/>
          <ac:spMkLst>
            <pc:docMk/>
            <pc:sldMk cId="2581694534" sldId="279"/>
            <ac:spMk id="350" creationId="{198A2054-F2ED-F3DE-ECEC-6B554389D986}"/>
          </ac:spMkLst>
        </pc:spChg>
        <pc:spChg chg="mod">
          <ac:chgData name="Zeevi, Gilad" userId="4d03d572-75ad-4484-86d7-d285d76a8094" providerId="ADAL" clId="{9E4201CE-00D7-48FA-84F8-937114E4F19F}" dt="2026-09-28T14:36:01.683" v="1959" actId="20577"/>
          <ac:spMkLst>
            <pc:docMk/>
            <pc:sldMk cId="2581694534" sldId="279"/>
            <ac:spMk id="353" creationId="{0266C184-C621-0744-4920-F4B586DF12BC}"/>
          </ac:spMkLst>
        </pc:spChg>
        <pc:spChg chg="add mod">
          <ac:chgData name="Zeevi, Gilad" userId="4d03d572-75ad-4484-86d7-d285d76a8094" providerId="ADAL" clId="{9E4201CE-00D7-48FA-84F8-937114E4F19F}" dt="2026-09-28T14:32:17.509" v="1943" actId="1076"/>
          <ac:spMkLst>
            <pc:docMk/>
            <pc:sldMk cId="2581694534" sldId="279"/>
            <ac:spMk id="355" creationId="{99BFF4E2-7EF5-6C9C-825D-081B4A124111}"/>
          </ac:spMkLst>
        </pc:spChg>
        <pc:spChg chg="add mod">
          <ac:chgData name="Zeevi, Gilad" userId="4d03d572-75ad-4484-86d7-d285d76a8094" providerId="ADAL" clId="{9E4201CE-00D7-48FA-84F8-937114E4F19F}" dt="2026-09-28T14:32:22.837" v="1944" actId="1076"/>
          <ac:spMkLst>
            <pc:docMk/>
            <pc:sldMk cId="2581694534" sldId="279"/>
            <ac:spMk id="357" creationId="{5EF33503-2965-1B0E-3999-A6ADCC8B7EF7}"/>
          </ac:spMkLst>
        </pc:spChg>
        <pc:spChg chg="add mod">
          <ac:chgData name="Zeevi, Gilad" userId="4d03d572-75ad-4484-86d7-d285d76a8094" providerId="ADAL" clId="{9E4201CE-00D7-48FA-84F8-937114E4F19F}" dt="2026-09-28T14:32:27.190" v="1945" actId="1076"/>
          <ac:spMkLst>
            <pc:docMk/>
            <pc:sldMk cId="2581694534" sldId="279"/>
            <ac:spMk id="359" creationId="{09C05FAB-A4D3-6684-41DA-A93BCBC6C352}"/>
          </ac:spMkLst>
        </pc:spChg>
        <pc:spChg chg="add mod">
          <ac:chgData name="Zeevi, Gilad" userId="4d03d572-75ad-4484-86d7-d285d76a8094" providerId="ADAL" clId="{9E4201CE-00D7-48FA-84F8-937114E4F19F}" dt="2026-09-28T14:28:54.952" v="1885" actId="1076"/>
          <ac:spMkLst>
            <pc:docMk/>
            <pc:sldMk cId="2581694534" sldId="279"/>
            <ac:spMk id="361" creationId="{421D0DF2-EDF2-03F3-465B-ED29D193A2FE}"/>
          </ac:spMkLst>
        </pc:spChg>
        <pc:spChg chg="mod">
          <ac:chgData name="Zeevi, Gilad" userId="4d03d572-75ad-4484-86d7-d285d76a8094" providerId="ADAL" clId="{9E4201CE-00D7-48FA-84F8-937114E4F19F}" dt="2026-09-28T14:31:03.573" v="1924"/>
          <ac:spMkLst>
            <pc:docMk/>
            <pc:sldMk cId="2581694534" sldId="279"/>
            <ac:spMk id="365" creationId="{69C93F83-19A5-7685-07D7-68D5BAAF25E8}"/>
          </ac:spMkLst>
        </pc:spChg>
        <pc:spChg chg="mod">
          <ac:chgData name="Zeevi, Gilad" userId="4d03d572-75ad-4484-86d7-d285d76a8094" providerId="ADAL" clId="{9E4201CE-00D7-48FA-84F8-937114E4F19F}" dt="2026-09-28T14:31:20.763" v="1932"/>
          <ac:spMkLst>
            <pc:docMk/>
            <pc:sldMk cId="2581694534" sldId="279"/>
            <ac:spMk id="370" creationId="{79F6BAF0-D238-E335-4729-CE61A8B70D51}"/>
          </ac:spMkLst>
        </pc:spChg>
        <pc:spChg chg="mod">
          <ac:chgData name="Zeevi, Gilad" userId="4d03d572-75ad-4484-86d7-d285d76a8094" providerId="ADAL" clId="{9E4201CE-00D7-48FA-84F8-937114E4F19F}" dt="2026-09-28T14:31:21.006" v="1933"/>
          <ac:spMkLst>
            <pc:docMk/>
            <pc:sldMk cId="2581694534" sldId="279"/>
            <ac:spMk id="375" creationId="{4C86FCB3-A0EC-B12F-8AE2-149C086A633B}"/>
          </ac:spMkLst>
        </pc:spChg>
        <pc:spChg chg="add mod">
          <ac:chgData name="Zeevi, Gilad" userId="4d03d572-75ad-4484-86d7-d285d76a8094" providerId="ADAL" clId="{9E4201CE-00D7-48FA-84F8-937114E4F19F}" dt="2026-09-28T14:34:32.919" v="1948" actId="208"/>
          <ac:spMkLst>
            <pc:docMk/>
            <pc:sldMk cId="2581694534" sldId="279"/>
            <ac:spMk id="379" creationId="{E68AE52A-7E6A-F869-3AED-8B6BB9D40F0B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642" creationId="{A10464C7-1C74-4480-9F2D-0846D58E7EB5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645" creationId="{B4BD5923-416F-BDB2-6EE2-A9A28C12F71E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653" creationId="{5E72510B-A5B0-AE38-359F-2493410319F5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657" creationId="{D61514B5-94A6-03B8-9CAF-831BB52F13F7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671" creationId="{18B4EEDD-1860-7EDE-B0C7-8A864670FC11}"/>
          </ac:spMkLst>
        </pc:spChg>
        <pc:spChg chg="del">
          <ac:chgData name="Zeevi, Gilad" userId="4d03d572-75ad-4484-86d7-d285d76a8094" providerId="ADAL" clId="{9E4201CE-00D7-48FA-84F8-937114E4F19F}" dt="2026-09-28T14:18:19.803" v="1766" actId="478"/>
          <ac:spMkLst>
            <pc:docMk/>
            <pc:sldMk cId="2581694534" sldId="279"/>
            <ac:spMk id="677" creationId="{99713CC8-3E45-A4C6-A852-23BBAB02895B}"/>
          </ac:spMkLst>
        </pc:spChg>
        <pc:spChg chg="del">
          <ac:chgData name="Zeevi, Gilad" userId="4d03d572-75ad-4484-86d7-d285d76a8094" providerId="ADAL" clId="{9E4201CE-00D7-48FA-84F8-937114E4F19F}" dt="2026-09-28T14:18:19.803" v="1766" actId="478"/>
          <ac:spMkLst>
            <pc:docMk/>
            <pc:sldMk cId="2581694534" sldId="279"/>
            <ac:spMk id="679" creationId="{73B04D18-0C97-294D-ECC1-C1F5E7F9A14A}"/>
          </ac:spMkLst>
        </pc:spChg>
        <pc:spChg chg="del">
          <ac:chgData name="Zeevi, Gilad" userId="4d03d572-75ad-4484-86d7-d285d76a8094" providerId="ADAL" clId="{9E4201CE-00D7-48FA-84F8-937114E4F19F}" dt="2026-09-28T14:18:24.077" v="1767" actId="478"/>
          <ac:spMkLst>
            <pc:docMk/>
            <pc:sldMk cId="2581694534" sldId="279"/>
            <ac:spMk id="683" creationId="{F92E3391-0BA6-47F4-3BC5-39469C2D1825}"/>
          </ac:spMkLst>
        </pc:spChg>
        <pc:spChg chg="add mod">
          <ac:chgData name="Zeevi, Gilad" userId="4d03d572-75ad-4484-86d7-d285d76a8094" providerId="ADAL" clId="{9E4201CE-00D7-48FA-84F8-937114E4F19F}" dt="2026-09-28T14:19:28.307" v="1768"/>
          <ac:spMkLst>
            <pc:docMk/>
            <pc:sldMk cId="2581694534" sldId="279"/>
            <ac:spMk id="686" creationId="{0224C3DD-AE0C-B2E0-5C5E-E89E86C7A4F0}"/>
          </ac:spMkLst>
        </pc:spChg>
        <pc:spChg chg="del">
          <ac:chgData name="Zeevi, Gilad" userId="4d03d572-75ad-4484-86d7-d285d76a8094" providerId="ADAL" clId="{9E4201CE-00D7-48FA-84F8-937114E4F19F}" dt="2026-09-28T14:35:10.898" v="1957" actId="478"/>
          <ac:spMkLst>
            <pc:docMk/>
            <pc:sldMk cId="2581694534" sldId="279"/>
            <ac:spMk id="717" creationId="{CF7FE0E1-DF72-4A64-BBBC-FB00FE6FAD83}"/>
          </ac:spMkLst>
        </pc:spChg>
        <pc:spChg chg="mod">
          <ac:chgData name="Zeevi, Gilad" userId="4d03d572-75ad-4484-86d7-d285d76a8094" providerId="ADAL" clId="{9E4201CE-00D7-48FA-84F8-937114E4F19F}" dt="2026-09-28T14:35:16.027" v="1958" actId="14100"/>
          <ac:spMkLst>
            <pc:docMk/>
            <pc:sldMk cId="2581694534" sldId="279"/>
            <ac:spMk id="722" creationId="{DDE0A991-688F-E85A-3B9F-EEFEE45C00C9}"/>
          </ac:spMkLst>
        </pc:spChg>
        <pc:spChg chg="add mod">
          <ac:chgData name="Zeevi, Gilad" userId="4d03d572-75ad-4484-86d7-d285d76a8094" providerId="ADAL" clId="{9E4201CE-00D7-48FA-84F8-937114E4F19F}" dt="2026-09-28T14:21:51.549" v="1781" actId="165"/>
          <ac:spMkLst>
            <pc:docMk/>
            <pc:sldMk cId="2581694534" sldId="279"/>
            <ac:spMk id="730" creationId="{ED71D138-41DF-BC10-4B80-1AA3BEAF2B72}"/>
          </ac:spMkLst>
        </pc:spChg>
        <pc:spChg chg="add mod">
          <ac:chgData name="Zeevi, Gilad" userId="4d03d572-75ad-4484-86d7-d285d76a8094" providerId="ADAL" clId="{9E4201CE-00D7-48FA-84F8-937114E4F19F}" dt="2026-09-28T14:21:51.549" v="1781" actId="165"/>
          <ac:spMkLst>
            <pc:docMk/>
            <pc:sldMk cId="2581694534" sldId="279"/>
            <ac:spMk id="734" creationId="{01F83696-1228-481D-C6A3-633E4CF75AB3}"/>
          </ac:spMkLst>
        </pc:spChg>
        <pc:spChg chg="add mod">
          <ac:chgData name="Zeevi, Gilad" userId="4d03d572-75ad-4484-86d7-d285d76a8094" providerId="ADAL" clId="{9E4201CE-00D7-48FA-84F8-937114E4F19F}" dt="2026-09-28T14:21:51.549" v="1781" actId="165"/>
          <ac:spMkLst>
            <pc:docMk/>
            <pc:sldMk cId="2581694534" sldId="279"/>
            <ac:spMk id="738" creationId="{F4A9E99A-D4CD-5741-ADF5-4819D651745B}"/>
          </ac:spMkLst>
        </pc:spChg>
        <pc:spChg chg="mod">
          <ac:chgData name="Zeevi, Gilad" userId="4d03d572-75ad-4484-86d7-d285d76a8094" providerId="ADAL" clId="{9E4201CE-00D7-48FA-84F8-937114E4F19F}" dt="2026-09-28T14:22:38.051" v="1798"/>
          <ac:spMkLst>
            <pc:docMk/>
            <pc:sldMk cId="2581694534" sldId="279"/>
            <ac:spMk id="743" creationId="{66A6C36F-72EB-6500-7272-EE8A0089AC7C}"/>
          </ac:spMkLst>
        </pc:spChg>
        <pc:spChg chg="mod">
          <ac:chgData name="Zeevi, Gilad" userId="4d03d572-75ad-4484-86d7-d285d76a8094" providerId="ADAL" clId="{9E4201CE-00D7-48FA-84F8-937114E4F19F}" dt="2026-09-28T14:22:38.051" v="1798"/>
          <ac:spMkLst>
            <pc:docMk/>
            <pc:sldMk cId="2581694534" sldId="279"/>
            <ac:spMk id="748" creationId="{DBEC372C-F18D-F1A0-B37A-E8C6DCC53F1F}"/>
          </ac:spMkLst>
        </pc:spChg>
        <pc:spChg chg="mod">
          <ac:chgData name="Zeevi, Gilad" userId="4d03d572-75ad-4484-86d7-d285d76a8094" providerId="ADAL" clId="{9E4201CE-00D7-48FA-84F8-937114E4F19F}" dt="2026-09-28T14:22:38.051" v="1798"/>
          <ac:spMkLst>
            <pc:docMk/>
            <pc:sldMk cId="2581694534" sldId="279"/>
            <ac:spMk id="753" creationId="{3F2D0D5A-F938-84B4-94EF-A3CCD6941F25}"/>
          </ac:spMkLst>
        </pc:spChg>
        <pc:spChg chg="mod">
          <ac:chgData name="Zeevi, Gilad" userId="4d03d572-75ad-4484-86d7-d285d76a8094" providerId="ADAL" clId="{9E4201CE-00D7-48FA-84F8-937114E4F19F}" dt="2026-09-28T14:22:55.369" v="1800"/>
          <ac:spMkLst>
            <pc:docMk/>
            <pc:sldMk cId="2581694534" sldId="279"/>
            <ac:spMk id="758" creationId="{01BD8E0C-36A5-2A1F-6A14-717FE88DDB7E}"/>
          </ac:spMkLst>
        </pc:spChg>
        <pc:spChg chg="mod">
          <ac:chgData name="Zeevi, Gilad" userId="4d03d572-75ad-4484-86d7-d285d76a8094" providerId="ADAL" clId="{9E4201CE-00D7-48FA-84F8-937114E4F19F}" dt="2026-09-28T14:22:55.369" v="1800"/>
          <ac:spMkLst>
            <pc:docMk/>
            <pc:sldMk cId="2581694534" sldId="279"/>
            <ac:spMk id="763" creationId="{0DDFC8A5-5DFE-130A-68AA-2396CCFA72A4}"/>
          </ac:spMkLst>
        </pc:spChg>
        <pc:grpChg chg="del">
          <ac:chgData name="Zeevi, Gilad" userId="4d03d572-75ad-4484-86d7-d285d76a8094" providerId="ADAL" clId="{9E4201CE-00D7-48FA-84F8-937114E4F19F}" dt="2026-09-28T14:19:36.256" v="1769" actId="21"/>
          <ac:grpSpMkLst>
            <pc:docMk/>
            <pc:sldMk cId="2581694534" sldId="279"/>
            <ac:grpSpMk id="3" creationId="{341EBD7E-4720-1A79-9D2A-1BF29BB20200}"/>
          </ac:grpSpMkLst>
        </pc:grpChg>
        <pc:grpChg chg="mod">
          <ac:chgData name="Zeevi, Gilad" userId="4d03d572-75ad-4484-86d7-d285d76a8094" providerId="ADAL" clId="{9E4201CE-00D7-48FA-84F8-937114E4F19F}" dt="2026-09-28T14:22:55.369" v="1800"/>
          <ac:grpSpMkLst>
            <pc:docMk/>
            <pc:sldMk cId="2581694534" sldId="279"/>
            <ac:grpSpMk id="321" creationId="{BDDB43C4-E539-232B-BD50-79F52E7F3C08}"/>
          </ac:grpSpMkLst>
        </pc:grpChg>
        <pc:grpChg chg="add mod">
          <ac:chgData name="Zeevi, Gilad" userId="4d03d572-75ad-4484-86d7-d285d76a8094" providerId="ADAL" clId="{9E4201CE-00D7-48FA-84F8-937114E4F19F}" dt="2026-09-28T14:26:22.917" v="1834" actId="164"/>
          <ac:grpSpMkLst>
            <pc:docMk/>
            <pc:sldMk cId="2581694534" sldId="279"/>
            <ac:grpSpMk id="333" creationId="{42701D73-F46B-EA84-677F-F2772A16FC19}"/>
          </ac:grpSpMkLst>
        </pc:grpChg>
        <pc:grpChg chg="add mod">
          <ac:chgData name="Zeevi, Gilad" userId="4d03d572-75ad-4484-86d7-d285d76a8094" providerId="ADAL" clId="{9E4201CE-00D7-48FA-84F8-937114E4F19F}" dt="2026-09-28T14:31:08.915" v="1927" actId="1038"/>
          <ac:grpSpMkLst>
            <pc:docMk/>
            <pc:sldMk cId="2581694534" sldId="279"/>
            <ac:grpSpMk id="364" creationId="{3A2950E7-0772-0B35-71B2-E6D282A37FA7}"/>
          </ac:grpSpMkLst>
        </pc:grpChg>
        <pc:grpChg chg="mod">
          <ac:chgData name="Zeevi, Gilad" userId="4d03d572-75ad-4484-86d7-d285d76a8094" providerId="ADAL" clId="{9E4201CE-00D7-48FA-84F8-937114E4F19F}" dt="2026-09-28T14:31:03.573" v="1924"/>
          <ac:grpSpMkLst>
            <pc:docMk/>
            <pc:sldMk cId="2581694534" sldId="279"/>
            <ac:grpSpMk id="366" creationId="{A96F8FC5-2D57-47BD-0756-8974B2190990}"/>
          </ac:grpSpMkLst>
        </pc:grpChg>
        <pc:grpChg chg="add mod">
          <ac:chgData name="Zeevi, Gilad" userId="4d03d572-75ad-4484-86d7-d285d76a8094" providerId="ADAL" clId="{9E4201CE-00D7-48FA-84F8-937114E4F19F}" dt="2026-09-28T14:31:27.754" v="1935" actId="1076"/>
          <ac:grpSpMkLst>
            <pc:docMk/>
            <pc:sldMk cId="2581694534" sldId="279"/>
            <ac:grpSpMk id="369" creationId="{A90CC63C-ACE6-FBE8-E3B4-ACBBF6E13185}"/>
          </ac:grpSpMkLst>
        </pc:grpChg>
        <pc:grpChg chg="mod">
          <ac:chgData name="Zeevi, Gilad" userId="4d03d572-75ad-4484-86d7-d285d76a8094" providerId="ADAL" clId="{9E4201CE-00D7-48FA-84F8-937114E4F19F}" dt="2026-09-28T14:31:20.763" v="1932"/>
          <ac:grpSpMkLst>
            <pc:docMk/>
            <pc:sldMk cId="2581694534" sldId="279"/>
            <ac:grpSpMk id="371" creationId="{814AA2F2-7BA1-D983-9C7F-CF029163476B}"/>
          </ac:grpSpMkLst>
        </pc:grpChg>
        <pc:grpChg chg="add mod">
          <ac:chgData name="Zeevi, Gilad" userId="4d03d572-75ad-4484-86d7-d285d76a8094" providerId="ADAL" clId="{9E4201CE-00D7-48FA-84F8-937114E4F19F}" dt="2026-09-28T14:31:30.315" v="1936" actId="1076"/>
          <ac:grpSpMkLst>
            <pc:docMk/>
            <pc:sldMk cId="2581694534" sldId="279"/>
            <ac:grpSpMk id="374" creationId="{0C491D58-3444-7ECA-DEDA-B4C211CDBD2C}"/>
          </ac:grpSpMkLst>
        </pc:grpChg>
        <pc:grpChg chg="mod">
          <ac:chgData name="Zeevi, Gilad" userId="4d03d572-75ad-4484-86d7-d285d76a8094" providerId="ADAL" clId="{9E4201CE-00D7-48FA-84F8-937114E4F19F}" dt="2026-09-28T14:31:21.006" v="1933"/>
          <ac:grpSpMkLst>
            <pc:docMk/>
            <pc:sldMk cId="2581694534" sldId="279"/>
            <ac:grpSpMk id="376" creationId="{09D85881-B17F-C70E-4F32-9D4FF7B3127A}"/>
          </ac:grpSpMkLst>
        </pc:grpChg>
        <pc:grpChg chg="del">
          <ac:chgData name="Zeevi, Gilad" userId="4d03d572-75ad-4484-86d7-d285d76a8094" providerId="ADAL" clId="{9E4201CE-00D7-48FA-84F8-937114E4F19F}" dt="2026-09-28T14:35:10.898" v="1957" actId="478"/>
          <ac:grpSpMkLst>
            <pc:docMk/>
            <pc:sldMk cId="2581694534" sldId="279"/>
            <ac:grpSpMk id="715" creationId="{813FC994-8023-A82D-AEC4-D61004A45EFD}"/>
          </ac:grpSpMkLst>
        </pc:grpChg>
        <pc:grpChg chg="add del mod">
          <ac:chgData name="Zeevi, Gilad" userId="4d03d572-75ad-4484-86d7-d285d76a8094" providerId="ADAL" clId="{9E4201CE-00D7-48FA-84F8-937114E4F19F}" dt="2026-09-28T14:21:51.549" v="1781" actId="165"/>
          <ac:grpSpMkLst>
            <pc:docMk/>
            <pc:sldMk cId="2581694534" sldId="279"/>
            <ac:grpSpMk id="726" creationId="{FE86B3DF-449F-0446-217E-43FFDDD5FD92}"/>
          </ac:grpSpMkLst>
        </pc:grpChg>
        <pc:grpChg chg="add del mod topLvl">
          <ac:chgData name="Zeevi, Gilad" userId="4d03d572-75ad-4484-86d7-d285d76a8094" providerId="ADAL" clId="{9E4201CE-00D7-48FA-84F8-937114E4F19F}" dt="2026-09-28T14:25:25.984" v="1817" actId="478"/>
          <ac:grpSpMkLst>
            <pc:docMk/>
            <pc:sldMk cId="2581694534" sldId="279"/>
            <ac:grpSpMk id="727" creationId="{2DF047AE-C90C-1835-F956-A8198223C4D0}"/>
          </ac:grpSpMkLst>
        </pc:grpChg>
        <pc:grpChg chg="add del mod topLvl">
          <ac:chgData name="Zeevi, Gilad" userId="4d03d572-75ad-4484-86d7-d285d76a8094" providerId="ADAL" clId="{9E4201CE-00D7-48FA-84F8-937114E4F19F}" dt="2026-09-28T14:25:24.656" v="1816" actId="478"/>
          <ac:grpSpMkLst>
            <pc:docMk/>
            <pc:sldMk cId="2581694534" sldId="279"/>
            <ac:grpSpMk id="728" creationId="{5CA8F081-E735-3BE8-B3C2-99DA147DE956}"/>
          </ac:grpSpMkLst>
        </pc:grpChg>
        <pc:grpChg chg="add del mod topLvl">
          <ac:chgData name="Zeevi, Gilad" userId="4d03d572-75ad-4484-86d7-d285d76a8094" providerId="ADAL" clId="{9E4201CE-00D7-48FA-84F8-937114E4F19F}" dt="2026-09-28T14:25:26.680" v="1818" actId="478"/>
          <ac:grpSpMkLst>
            <pc:docMk/>
            <pc:sldMk cId="2581694534" sldId="279"/>
            <ac:grpSpMk id="729" creationId="{5A864A7D-DAA0-BFFD-79F3-A73AAEF12EE7}"/>
          </ac:grpSpMkLst>
        </pc:grpChg>
        <pc:grpChg chg="add mod">
          <ac:chgData name="Zeevi, Gilad" userId="4d03d572-75ad-4484-86d7-d285d76a8094" providerId="ADAL" clId="{9E4201CE-00D7-48FA-84F8-937114E4F19F}" dt="2026-09-28T14:21:51.549" v="1781" actId="165"/>
          <ac:grpSpMkLst>
            <pc:docMk/>
            <pc:sldMk cId="2581694534" sldId="279"/>
            <ac:grpSpMk id="731" creationId="{9FBB6472-AC72-FA8E-8DAB-A691225334F2}"/>
          </ac:grpSpMkLst>
        </pc:grpChg>
        <pc:grpChg chg="add mod">
          <ac:chgData name="Zeevi, Gilad" userId="4d03d572-75ad-4484-86d7-d285d76a8094" providerId="ADAL" clId="{9E4201CE-00D7-48FA-84F8-937114E4F19F}" dt="2026-09-28T14:21:51.549" v="1781" actId="165"/>
          <ac:grpSpMkLst>
            <pc:docMk/>
            <pc:sldMk cId="2581694534" sldId="279"/>
            <ac:grpSpMk id="735" creationId="{50E79EB6-E4B0-9F85-045B-B16A3B2509C0}"/>
          </ac:grpSpMkLst>
        </pc:grpChg>
        <pc:grpChg chg="add mod">
          <ac:chgData name="Zeevi, Gilad" userId="4d03d572-75ad-4484-86d7-d285d76a8094" providerId="ADAL" clId="{9E4201CE-00D7-48FA-84F8-937114E4F19F}" dt="2026-09-28T14:21:51.549" v="1781" actId="165"/>
          <ac:grpSpMkLst>
            <pc:docMk/>
            <pc:sldMk cId="2581694534" sldId="279"/>
            <ac:grpSpMk id="739" creationId="{1172AEB4-209E-5F5B-83D0-9DB5BBB55998}"/>
          </ac:grpSpMkLst>
        </pc:grpChg>
        <pc:grpChg chg="add mod">
          <ac:chgData name="Zeevi, Gilad" userId="4d03d572-75ad-4484-86d7-d285d76a8094" providerId="ADAL" clId="{9E4201CE-00D7-48FA-84F8-937114E4F19F}" dt="2026-09-28T14:30:32.132" v="1914" actId="1038"/>
          <ac:grpSpMkLst>
            <pc:docMk/>
            <pc:sldMk cId="2581694534" sldId="279"/>
            <ac:grpSpMk id="742" creationId="{3E072CDD-CF36-FE28-8C52-4A9244CC90B6}"/>
          </ac:grpSpMkLst>
        </pc:grpChg>
        <pc:grpChg chg="mod">
          <ac:chgData name="Zeevi, Gilad" userId="4d03d572-75ad-4484-86d7-d285d76a8094" providerId="ADAL" clId="{9E4201CE-00D7-48FA-84F8-937114E4F19F}" dt="2026-09-28T14:22:38.051" v="1798"/>
          <ac:grpSpMkLst>
            <pc:docMk/>
            <pc:sldMk cId="2581694534" sldId="279"/>
            <ac:grpSpMk id="744" creationId="{0B743F43-36E2-33D4-2FF9-682EDAE96DB7}"/>
          </ac:grpSpMkLst>
        </pc:grpChg>
        <pc:grpChg chg="add mod">
          <ac:chgData name="Zeevi, Gilad" userId="4d03d572-75ad-4484-86d7-d285d76a8094" providerId="ADAL" clId="{9E4201CE-00D7-48FA-84F8-937114E4F19F}" dt="2026-09-28T14:30:39.409" v="1915" actId="1076"/>
          <ac:grpSpMkLst>
            <pc:docMk/>
            <pc:sldMk cId="2581694534" sldId="279"/>
            <ac:grpSpMk id="747" creationId="{68D84C51-752A-D7CB-E27F-889FDBB120E7}"/>
          </ac:grpSpMkLst>
        </pc:grpChg>
        <pc:grpChg chg="mod">
          <ac:chgData name="Zeevi, Gilad" userId="4d03d572-75ad-4484-86d7-d285d76a8094" providerId="ADAL" clId="{9E4201CE-00D7-48FA-84F8-937114E4F19F}" dt="2026-09-28T14:22:38.051" v="1798"/>
          <ac:grpSpMkLst>
            <pc:docMk/>
            <pc:sldMk cId="2581694534" sldId="279"/>
            <ac:grpSpMk id="749" creationId="{5E7EF766-B4DF-A180-9B9F-1DF8D2F921C8}"/>
          </ac:grpSpMkLst>
        </pc:grpChg>
        <pc:grpChg chg="add mod">
          <ac:chgData name="Zeevi, Gilad" userId="4d03d572-75ad-4484-86d7-d285d76a8094" providerId="ADAL" clId="{9E4201CE-00D7-48FA-84F8-937114E4F19F}" dt="2026-09-28T14:30:45.531" v="1916" actId="1076"/>
          <ac:grpSpMkLst>
            <pc:docMk/>
            <pc:sldMk cId="2581694534" sldId="279"/>
            <ac:grpSpMk id="752" creationId="{D343ACF6-F620-2C9E-AC08-35A17D8604CB}"/>
          </ac:grpSpMkLst>
        </pc:grpChg>
        <pc:grpChg chg="mod">
          <ac:chgData name="Zeevi, Gilad" userId="4d03d572-75ad-4484-86d7-d285d76a8094" providerId="ADAL" clId="{9E4201CE-00D7-48FA-84F8-937114E4F19F}" dt="2026-09-28T14:22:38.051" v="1798"/>
          <ac:grpSpMkLst>
            <pc:docMk/>
            <pc:sldMk cId="2581694534" sldId="279"/>
            <ac:grpSpMk id="754" creationId="{ECDAFBD2-D7B4-0D07-A4BB-349A21D700E4}"/>
          </ac:grpSpMkLst>
        </pc:grpChg>
        <pc:grpChg chg="add mod">
          <ac:chgData name="Zeevi, Gilad" userId="4d03d572-75ad-4484-86d7-d285d76a8094" providerId="ADAL" clId="{9E4201CE-00D7-48FA-84F8-937114E4F19F}" dt="2026-09-28T14:30:54.601" v="1922" actId="1038"/>
          <ac:grpSpMkLst>
            <pc:docMk/>
            <pc:sldMk cId="2581694534" sldId="279"/>
            <ac:grpSpMk id="757" creationId="{EB0AA3FD-A5ED-8D06-D8BF-A7E9770B58B9}"/>
          </ac:grpSpMkLst>
        </pc:grpChg>
        <pc:grpChg chg="mod">
          <ac:chgData name="Zeevi, Gilad" userId="4d03d572-75ad-4484-86d7-d285d76a8094" providerId="ADAL" clId="{9E4201CE-00D7-48FA-84F8-937114E4F19F}" dt="2026-09-28T14:22:55.369" v="1800"/>
          <ac:grpSpMkLst>
            <pc:docMk/>
            <pc:sldMk cId="2581694534" sldId="279"/>
            <ac:grpSpMk id="759" creationId="{C233C0BA-076B-9582-07BF-C67E2FBFEFD9}"/>
          </ac:grpSpMkLst>
        </pc:grpChg>
        <pc:grpChg chg="add mod">
          <ac:chgData name="Zeevi, Gilad" userId="4d03d572-75ad-4484-86d7-d285d76a8094" providerId="ADAL" clId="{9E4201CE-00D7-48FA-84F8-937114E4F19F}" dt="2026-09-28T14:31:02.315" v="1923" actId="1076"/>
          <ac:grpSpMkLst>
            <pc:docMk/>
            <pc:sldMk cId="2581694534" sldId="279"/>
            <ac:grpSpMk id="762" creationId="{AA316EE7-4F2F-5183-BD1F-44734D68A842}"/>
          </ac:grpSpMkLst>
        </pc:grpChg>
        <pc:grpChg chg="mod">
          <ac:chgData name="Zeevi, Gilad" userId="4d03d572-75ad-4484-86d7-d285d76a8094" providerId="ADAL" clId="{9E4201CE-00D7-48FA-84F8-937114E4F19F}" dt="2026-09-28T14:22:55.369" v="1800"/>
          <ac:grpSpMkLst>
            <pc:docMk/>
            <pc:sldMk cId="2581694534" sldId="279"/>
            <ac:grpSpMk id="764" creationId="{C6D7C299-0097-E5E2-F723-EE34EAE38D44}"/>
          </ac:grpSpMkLst>
        </pc:grpChg>
        <pc:grpChg chg="add mod">
          <ac:chgData name="Zeevi, Gilad" userId="4d03d572-75ad-4484-86d7-d285d76a8094" providerId="ADAL" clId="{9E4201CE-00D7-48FA-84F8-937114E4F19F}" dt="2026-09-28T14:31:18.763" v="1931" actId="1037"/>
          <ac:grpSpMkLst>
            <pc:docMk/>
            <pc:sldMk cId="2581694534" sldId="279"/>
            <ac:grpSpMk id="767" creationId="{174B0635-426A-183B-A143-627E247A30B8}"/>
          </ac:grpSpMkLst>
        </pc:grpChg>
        <pc:picChg chg="del">
          <ac:chgData name="Zeevi, Gilad" userId="4d03d572-75ad-4484-86d7-d285d76a8094" providerId="ADAL" clId="{9E4201CE-00D7-48FA-84F8-937114E4F19F}" dt="2026-09-28T14:18:19.803" v="1766" actId="478"/>
          <ac:picMkLst>
            <pc:docMk/>
            <pc:sldMk cId="2581694534" sldId="279"/>
            <ac:picMk id="310" creationId="{F09D8361-A2A4-CD6D-3647-A3E9F23A94D7}"/>
          </ac:picMkLst>
        </pc:picChg>
        <pc:picChg chg="del">
          <ac:chgData name="Zeevi, Gilad" userId="4d03d572-75ad-4484-86d7-d285d76a8094" providerId="ADAL" clId="{9E4201CE-00D7-48FA-84F8-937114E4F19F}" dt="2026-09-28T14:18:19.803" v="1766" actId="478"/>
          <ac:picMkLst>
            <pc:docMk/>
            <pc:sldMk cId="2581694534" sldId="279"/>
            <ac:picMk id="673" creationId="{AA0F2CD6-989E-108F-0B54-5EE6D7C900A0}"/>
          </ac:picMkLst>
        </pc:picChg>
        <pc:picChg chg="del">
          <ac:chgData name="Zeevi, Gilad" userId="4d03d572-75ad-4484-86d7-d285d76a8094" providerId="ADAL" clId="{9E4201CE-00D7-48FA-84F8-937114E4F19F}" dt="2026-09-28T14:18:19.803" v="1766" actId="478"/>
          <ac:picMkLst>
            <pc:docMk/>
            <pc:sldMk cId="2581694534" sldId="279"/>
            <ac:picMk id="675" creationId="{09A3C073-2B42-00F6-6A53-50F3CF016E2B}"/>
          </ac:picMkLst>
        </pc:picChg>
        <pc:picChg chg="add mod modCrop">
          <ac:chgData name="Zeevi, Gilad" userId="4d03d572-75ad-4484-86d7-d285d76a8094" providerId="ADAL" clId="{9E4201CE-00D7-48FA-84F8-937114E4F19F}" dt="2026-09-28T14:21:43.103" v="1779" actId="1076"/>
          <ac:picMkLst>
            <pc:docMk/>
            <pc:sldMk cId="2581694534" sldId="279"/>
            <ac:picMk id="725" creationId="{C73B11DE-024E-9679-9627-3CF848AD5236}"/>
          </ac:picMkLst>
        </pc:picChg>
        <pc:cxnChg chg="add del mod">
          <ac:chgData name="Zeevi, Gilad" userId="4d03d572-75ad-4484-86d7-d285d76a8094" providerId="ADAL" clId="{9E4201CE-00D7-48FA-84F8-937114E4F19F}" dt="2026-09-28T14:32:34.484" v="1946" actId="478"/>
          <ac:cxnSpMkLst>
            <pc:docMk/>
            <pc:sldMk cId="2581694534" sldId="279"/>
            <ac:cxnSpMk id="362" creationId="{99AB7E3A-6205-50D6-1D03-45AF125846DB}"/>
          </ac:cxnSpMkLst>
        </pc:cxnChg>
        <pc:cxnChg chg="mod">
          <ac:chgData name="Zeevi, Gilad" userId="4d03d572-75ad-4484-86d7-d285d76a8094" providerId="ADAL" clId="{9E4201CE-00D7-48FA-84F8-937114E4F19F}" dt="2026-09-28T14:31:03.573" v="1924"/>
          <ac:cxnSpMkLst>
            <pc:docMk/>
            <pc:sldMk cId="2581694534" sldId="279"/>
            <ac:cxnSpMk id="367" creationId="{25993D2F-BF1F-567D-42C7-B4E7FEDFAAA3}"/>
          </ac:cxnSpMkLst>
        </pc:cxnChg>
        <pc:cxnChg chg="mod">
          <ac:chgData name="Zeevi, Gilad" userId="4d03d572-75ad-4484-86d7-d285d76a8094" providerId="ADAL" clId="{9E4201CE-00D7-48FA-84F8-937114E4F19F}" dt="2026-09-28T14:31:03.573" v="1924"/>
          <ac:cxnSpMkLst>
            <pc:docMk/>
            <pc:sldMk cId="2581694534" sldId="279"/>
            <ac:cxnSpMk id="368" creationId="{D39A3163-DDDF-3739-3BB0-5CE63C9683CC}"/>
          </ac:cxnSpMkLst>
        </pc:cxnChg>
        <pc:cxnChg chg="mod">
          <ac:chgData name="Zeevi, Gilad" userId="4d03d572-75ad-4484-86d7-d285d76a8094" providerId="ADAL" clId="{9E4201CE-00D7-48FA-84F8-937114E4F19F}" dt="2026-09-28T14:31:20.763" v="1932"/>
          <ac:cxnSpMkLst>
            <pc:docMk/>
            <pc:sldMk cId="2581694534" sldId="279"/>
            <ac:cxnSpMk id="372" creationId="{FD44E3A5-DCDA-D52F-3137-2512105D5D86}"/>
          </ac:cxnSpMkLst>
        </pc:cxnChg>
        <pc:cxnChg chg="mod">
          <ac:chgData name="Zeevi, Gilad" userId="4d03d572-75ad-4484-86d7-d285d76a8094" providerId="ADAL" clId="{9E4201CE-00D7-48FA-84F8-937114E4F19F}" dt="2026-09-28T14:31:20.763" v="1932"/>
          <ac:cxnSpMkLst>
            <pc:docMk/>
            <pc:sldMk cId="2581694534" sldId="279"/>
            <ac:cxnSpMk id="373" creationId="{5F0806B4-A263-4862-C636-E72BE838176D}"/>
          </ac:cxnSpMkLst>
        </pc:cxnChg>
        <pc:cxnChg chg="mod">
          <ac:chgData name="Zeevi, Gilad" userId="4d03d572-75ad-4484-86d7-d285d76a8094" providerId="ADAL" clId="{9E4201CE-00D7-48FA-84F8-937114E4F19F}" dt="2026-09-28T14:31:21.006" v="1933"/>
          <ac:cxnSpMkLst>
            <pc:docMk/>
            <pc:sldMk cId="2581694534" sldId="279"/>
            <ac:cxnSpMk id="377" creationId="{84590E2D-ABF0-CA04-CB70-A79CE594A2B4}"/>
          </ac:cxnSpMkLst>
        </pc:cxnChg>
        <pc:cxnChg chg="mod">
          <ac:chgData name="Zeevi, Gilad" userId="4d03d572-75ad-4484-86d7-d285d76a8094" providerId="ADAL" clId="{9E4201CE-00D7-48FA-84F8-937114E4F19F}" dt="2026-09-28T14:31:21.006" v="1933"/>
          <ac:cxnSpMkLst>
            <pc:docMk/>
            <pc:sldMk cId="2581694534" sldId="279"/>
            <ac:cxnSpMk id="378" creationId="{9340D97F-BD06-A20F-6008-F7E310DD8035}"/>
          </ac:cxnSpMkLst>
        </pc:cxnChg>
        <pc:cxnChg chg="del">
          <ac:chgData name="Zeevi, Gilad" userId="4d03d572-75ad-4484-86d7-d285d76a8094" providerId="ADAL" clId="{9E4201CE-00D7-48FA-84F8-937114E4F19F}" dt="2026-09-28T14:35:10.898" v="1957" actId="478"/>
          <ac:cxnSpMkLst>
            <pc:docMk/>
            <pc:sldMk cId="2581694534" sldId="279"/>
            <ac:cxnSpMk id="716" creationId="{F3331786-6CF9-2D51-5CBE-DD47FC7B9438}"/>
          </ac:cxnSpMkLst>
        </pc:cxnChg>
        <pc:cxnChg chg="mod">
          <ac:chgData name="Zeevi, Gilad" userId="4d03d572-75ad-4484-86d7-d285d76a8094" providerId="ADAL" clId="{9E4201CE-00D7-48FA-84F8-937114E4F19F}" dt="2026-09-28T14:22:38.051" v="1798"/>
          <ac:cxnSpMkLst>
            <pc:docMk/>
            <pc:sldMk cId="2581694534" sldId="279"/>
            <ac:cxnSpMk id="750" creationId="{DC3169C0-8EB6-B8EE-41F9-F51D594100FA}"/>
          </ac:cxnSpMkLst>
        </pc:cxnChg>
        <pc:cxnChg chg="mod">
          <ac:chgData name="Zeevi, Gilad" userId="4d03d572-75ad-4484-86d7-d285d76a8094" providerId="ADAL" clId="{9E4201CE-00D7-48FA-84F8-937114E4F19F}" dt="2026-09-28T14:22:55.369" v="1800"/>
          <ac:cxnSpMkLst>
            <pc:docMk/>
            <pc:sldMk cId="2581694534" sldId="279"/>
            <ac:cxnSpMk id="760" creationId="{23F8BADD-C675-B6A8-5B80-B2CAF685465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E1982CC-C5C2-43DF-8FDA-037495FA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4567CD-F1DA-4E8F-ADDF-371B07892411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6119A-1487-48A7-9CC6-71F9F9535C16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CF0AA4-E89F-418F-83F2-0CC0FB3DF16B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9F8D4CB-DB57-4130-8BDE-86D5A4C11D49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2BD194-F320-4426-964A-1D4F58024C5F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1C32755-5BE0-4F78-B52A-08742A60A8EF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33F9D2F-6ED9-4D82-B111-BEFD50CBB7B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1C42114-E0DC-41C5-A333-869DAB921F8F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18CC9F-8A17-402D-B10E-AE9061E9554F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538DC6-5A10-44DE-BF8C-5185BC4F6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E35751-F391-41AA-9B05-1647E37D235B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F1866E-6300-47C1-B36B-E4F93E357EE1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66AC4-1BB0-4DCC-B988-F338CCC87BB0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5472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882660D-9752-4416-A0A1-69ECA0CD4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81569F-6701-4CDA-895D-6BD6D388AB05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EFB02BB-CBC4-4742-9BA0-2C9212EFAF23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5AE6566-9773-4111-B8E5-827E7E8AE779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51A5FC-EF81-41EC-BA9D-EC2323003C59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6ED56C7-8502-4EC0-A864-040B8DB9D862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C77F18A-71EB-4B46-8C22-E5C1ACCE6C40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8CE26D-A586-4A86-AA98-B9D850FBFCD7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E63CF4-E38C-42FE-9C75-CB2B3DEB5FBD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E1EECF-CDF6-475D-8C89-D59E9C677475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AA05A6-FEDA-41DC-B943-5B1F42A56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1BCBB2-B699-44A9-B291-3CCD0D0E00F2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D17A91-F49E-45DE-835E-543E5DCD8458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E01F40-8D2A-43E6-B578-00B92049883B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6757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B587A-481D-4354-9508-D5D8FF887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FE29C8-410C-4059-919F-670CE49EA18F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DCBE42-BEC7-4DF9-A16F-7E76C7D448E8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A47B74-98DC-499D-981D-583A2DD69E50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D68EB8-A34F-47E3-8B7F-5FF260D65B7C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7897D68-7CB8-406F-9146-F00DE7131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8E5A8-9477-47F6-9CA7-9A7DC4670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4C56C1-BF0A-4234-81F8-D2B769834C58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7C8AC4-A26E-48AF-9B2F-93A0F02E758D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5060BD-E2D2-44BB-ADFB-2B20CEB8775D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A184651-D34A-4937-8369-48ADD8E89C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3940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69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179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734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93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8591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211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910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85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379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DA6DA-63DC-460A-B2F4-6584E4114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26FFBC-3F56-4549-828C-9A20F03B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BB8918-321F-4814-85AD-F9F7A8C6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BDE8F-8844-4DFF-BA21-35B58CB1D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75CFAC-8A95-416C-AF0A-BE82C31D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852F3-59BE-4CC1-B2BF-0FAA2250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C7463-044C-48C5-9C61-01035600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1783BE-2760-44E4-ADC3-DD3F254CE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47586F-EE67-4051-9999-DE673BC9B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0D2E6-CDB6-4990-9882-8E1AC387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1EC77-5BEB-45BB-B35A-D1CB9FB09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3CC19-B2E2-40FF-B774-8AD1AD5A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5579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320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B7CF4-6E59-4F58-B339-D2AEFB0D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FB7B45-0229-4BD9-84EB-963DE20F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E9F9A1-9773-43B8-98D0-A483D488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0338064-1322-4DA2-AA1C-4E086E88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20DD1C-FBB9-4A79-99DE-1A05C6758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CF211-593C-4B89-BA8B-B4BF959B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6AE8E-163B-4673-9C89-BA60DB5BB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A01FA-314F-465F-BEBB-029CC884B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5730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368D64-A019-4399-A672-206E0E3B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B807F-E5A0-4B47-8126-0798D03DD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C2D0DF1-6BFD-4E45-8CA9-4436F31DB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FD17C7-2044-4743-9B58-A721FED6F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C1BD233-1B52-4259-BBB2-FFAB0A8D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12ABA-EED9-48CA-B3FF-9EE6151C6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26B1C-8B0F-44A4-8250-F1D859854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D4EF16-2639-4F0C-B7CE-3B49694D7462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FFEF9D7-E955-4747-98A8-A3CDA0B2EA11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53175F-9DFF-470F-9639-8993D337BE4A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390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F68134-655A-4C58-8EC5-042D492A6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16FE66-F77C-48EC-9636-B0D3F1F81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6B6DC-5CBA-4569-BD05-67C2152A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F9F90E2-0FB9-44A2-B48E-E894C3113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2BE4E4-A2DB-46D6-B372-8C331EFD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45211-AEEA-4A21-B35C-B4FC0F99C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BCDBB5-E209-49E3-8CC6-AEB941DB1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3C2813-2F09-413F-9991-44CA3B6BE2D7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2EC626-BB7B-40F7-9ABD-4FB62F9E9719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0C129E-8ED4-49C2-A5EB-49C77A547ED5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562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9E57986-E823-49CC-B8D3-C5A2AD941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2B7E3E-B537-4EE3-BA97-B90982F6C31B}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06BD04-B5E7-422F-B321-54907EFDF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5E17D-D74E-461D-9994-21701E9CF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5D4340-FCEE-4743-A648-5DB311031F75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35DA17-DFF2-467C-A710-877908080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AEFDCF-A68C-4E0D-95B4-6F1A9717550A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5E41F1-4636-455F-8CC5-9CC2D25CD287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F6C486-C6BA-41CF-8F21-5691BA4400F2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695690-BC82-4B1F-9B7E-92DC6CAFF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2153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988D3-27CA-4F8F-A6E2-E1104C51D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30671-1E88-49B1-9FE5-927C1B8EE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8789-1C29-4F2A-B05E-B47226DD5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828800"/>
            <a:ext cx="10557387" cy="320040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020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Fram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DDBF953-491D-46D1-9B3A-9BACF5F24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B9AAD6-9860-4DB3-B7F8-14D9F7EC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95309-FEF7-41EA-9715-F4426DF0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0A36B-1810-4498-834B-51F1D1A29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9CD9B-5FA5-485E-919D-13A6CB9B3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404C922-CDF2-4F38-AFEE-299C1D97D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FF7EB7-3074-4A03-9376-7D8CBA804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E5BC3-B783-496C-9E9D-03475FAAD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236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8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BEA5-14EB-78D4-E797-D656344A8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BEACD-D06C-A031-BA9C-1F0951E5D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18941-BC85-1943-8E22-7FF7F640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C35A-A9FB-42EA-BEFE-8AD65E4D60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AEE17-C0B5-F4AF-0DB9-4B7D44C6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BDD9E-659B-AE25-5085-8A3B22D5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409C-C231-4EE2-9A8A-E5C30C86C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879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3511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8A75CF89-9B1A-49AA-8C1C-7280637B6567}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84EC55-415E-440F-AE6F-DDB70FA6D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1" name="TextBox 10" descr="page number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1E402-C0AA-4A44-97FB-BE9DDACF9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 descr="Intel Confidential">
            <a:extLst>
              <a:ext uri="{FF2B5EF4-FFF2-40B4-BE49-F238E27FC236}">
                <a16:creationId xmlns:a16="http://schemas.microsoft.com/office/drawing/2014/main" id="{906391AB-9F76-4178-9622-4768A6A6C7CA}"/>
              </a:ext>
            </a:extLst>
          </p:cNvPr>
          <p:cNvSpPr/>
          <p:nvPr userDrawn="1"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 descr="Department or Event Name">
            <a:extLst>
              <a:ext uri="{FF2B5EF4-FFF2-40B4-BE49-F238E27FC236}">
                <a16:creationId xmlns:a16="http://schemas.microsoft.com/office/drawing/2014/main" id="{690E8CB7-4C09-47D4-9A3A-4E8E8877F589}"/>
              </a:ext>
            </a:extLst>
          </p:cNvPr>
          <p:cNvSpPr/>
          <p:nvPr userDrawn="1"/>
        </p:nvSpPr>
        <p:spPr>
          <a:xfrm>
            <a:off x="286365" y="6510549"/>
            <a:ext cx="15151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 dirty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1281 LTD – Gilad Z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DB6E0FE-A458-4FC3-8BCF-C3DEF3B9E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7" name="TextBox 16" descr="page number">
            <a:extLst>
              <a:ext uri="{FF2B5EF4-FFF2-40B4-BE49-F238E27FC236}">
                <a16:creationId xmlns:a16="http://schemas.microsoft.com/office/drawing/2014/main" id="{53D7E5EC-4B62-4515-9A8B-0AB847259844}"/>
              </a:ext>
            </a:extLst>
          </p:cNvPr>
          <p:cNvSpPr txBox="1"/>
          <p:nvPr userDrawn="1"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5FD6C-5104-45F8-8C61-CC0432723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2504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FD9A-A34D-24B7-9FF5-BE15B4A1C1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x1281z - ISO E-test Scalar calculations suggestion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574FF-1214-517F-10C1-B71EA44052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Gilad Z</a:t>
            </a:r>
          </a:p>
        </p:txBody>
      </p:sp>
    </p:spTree>
    <p:extLst>
      <p:ext uri="{BB962C8B-B14F-4D97-AF65-F5344CB8AC3E}">
        <p14:creationId xmlns:p14="http://schemas.microsoft.com/office/powerpoint/2010/main" val="268957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6DB4-994B-A690-2B84-25841E490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71524"/>
          </a:xfrm>
        </p:spPr>
        <p:txBody>
          <a:bodyPr/>
          <a:lstStyle/>
          <a:p>
            <a:pPr algn="ctr"/>
            <a:r>
              <a:rPr lang="en-US"/>
              <a:t>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D0CAA4-9CB8-AB1A-B982-6ED9C1449AF1}"/>
                  </a:ext>
                </a:extLst>
              </p:cNvPr>
              <p:cNvSpPr txBox="1"/>
              <p:nvPr/>
            </p:nvSpPr>
            <p:spPr>
              <a:xfrm>
                <a:off x="3626798" y="4478203"/>
                <a:ext cx="4938403" cy="75161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Scalar calculation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𝑓𝑎𝑖𝑙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𝑚𝑜𝑑𝑒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#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D0CAA4-9CB8-AB1A-B982-6ED9C1449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798" y="4478203"/>
                <a:ext cx="4938403" cy="751616"/>
              </a:xfrm>
              <a:prstGeom prst="rect">
                <a:avLst/>
              </a:prstGeom>
              <a:blipFill>
                <a:blip r:embed="rId2"/>
                <a:stretch>
                  <a:fillRect l="-2463" b="-4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F1E72D0-0FAB-3884-41E0-2340BB483833}"/>
              </a:ext>
            </a:extLst>
          </p:cNvPr>
          <p:cNvSpPr txBox="1"/>
          <p:nvPr/>
        </p:nvSpPr>
        <p:spPr>
          <a:xfrm>
            <a:off x="349250" y="1024939"/>
            <a:ext cx="10908030" cy="1713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For ISO structures</a:t>
            </a:r>
          </a:p>
          <a:p>
            <a:pPr>
              <a:lnSpc>
                <a:spcPct val="150000"/>
              </a:lnSpc>
            </a:pPr>
            <a:r>
              <a:rPr lang="en-US" dirty="0"/>
              <a:t>PGD LKG: Fail mode # calculation : Number of LKG paths in Unit cell x # of Unit cell in structure </a:t>
            </a:r>
          </a:p>
          <a:p>
            <a:pPr>
              <a:lnSpc>
                <a:spcPct val="150000"/>
              </a:lnSpc>
            </a:pPr>
            <a:r>
              <a:rPr lang="en-US" dirty="0"/>
              <a:t>OGD LKG: Fail mode # calculation : Number of LKG paths (or # of active PLY) x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Overlap length </a:t>
            </a:r>
            <a:r>
              <a:rPr lang="en-US" dirty="0"/>
              <a:t>x # of Unit cell in structure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E84401-EAEF-86E5-2AB3-734C74E0B549}"/>
              </a:ext>
            </a:extLst>
          </p:cNvPr>
          <p:cNvSpPr txBox="1"/>
          <p:nvPr/>
        </p:nvSpPr>
        <p:spPr>
          <a:xfrm>
            <a:off x="403551" y="5833061"/>
            <a:ext cx="5109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OGD Overlap length = # of overlap Diff tracks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C9278-A299-EBB3-E644-0EC348C0EBDE}"/>
              </a:ext>
            </a:extLst>
          </p:cNvPr>
          <p:cNvSpPr txBox="1"/>
          <p:nvPr/>
        </p:nvSpPr>
        <p:spPr>
          <a:xfrm>
            <a:off x="403551" y="2992155"/>
            <a:ext cx="10908030" cy="882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For Diff CHN</a:t>
            </a:r>
          </a:p>
          <a:p>
            <a:pPr>
              <a:lnSpc>
                <a:spcPct val="150000"/>
              </a:lnSpc>
            </a:pPr>
            <a:r>
              <a:rPr lang="en-US" dirty="0"/>
              <a:t># of fail mode = Number of transistors in CHN </a:t>
            </a:r>
          </a:p>
        </p:txBody>
      </p:sp>
    </p:spTree>
    <p:extLst>
      <p:ext uri="{BB962C8B-B14F-4D97-AF65-F5344CB8AC3E}">
        <p14:creationId xmlns:p14="http://schemas.microsoft.com/office/powerpoint/2010/main" val="358718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3754-DE35-5C3C-54B9-2D5F83AC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74200" cy="632687"/>
          </a:xfrm>
        </p:spPr>
        <p:txBody>
          <a:bodyPr>
            <a:normAutofit/>
          </a:bodyPr>
          <a:lstStyle/>
          <a:p>
            <a:r>
              <a:rPr lang="en-US" dirty="0"/>
              <a:t>CTG OGD SDR device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B480C64B-41C5-767D-CC75-0329B154B7C1}"/>
              </a:ext>
            </a:extLst>
          </p:cNvPr>
          <p:cNvGrpSpPr/>
          <p:nvPr/>
        </p:nvGrpSpPr>
        <p:grpSpPr>
          <a:xfrm>
            <a:off x="8288773" y="605298"/>
            <a:ext cx="2761800" cy="3228371"/>
            <a:chOff x="9694705" y="1397701"/>
            <a:chExt cx="2761800" cy="322837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2197060-DE9C-D24E-50BA-CAF95018F405}"/>
                </a:ext>
              </a:extLst>
            </p:cNvPr>
            <p:cNvGrpSpPr/>
            <p:nvPr/>
          </p:nvGrpSpPr>
          <p:grpSpPr>
            <a:xfrm>
              <a:off x="9694705" y="1397701"/>
              <a:ext cx="2761800" cy="3228371"/>
              <a:chOff x="554911" y="1541666"/>
              <a:chExt cx="3499189" cy="4275846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722AFDE5-CE6F-A0A6-0959-1BC893B0CA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4911" y="3636116"/>
                <a:ext cx="3010468" cy="0"/>
              </a:xfrm>
              <a:prstGeom prst="line">
                <a:avLst/>
              </a:prstGeom>
              <a:noFill/>
              <a:ln w="28575" cap="flat">
                <a:solidFill>
                  <a:schemeClr val="bg1">
                    <a:lumMod val="10000"/>
                  </a:schemeClr>
                </a:solidFill>
                <a:prstDash val="sysDot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646233-77DF-A591-91DB-65E196EA18EF}"/>
                  </a:ext>
                </a:extLst>
              </p:cNvPr>
              <p:cNvSpPr txBox="1"/>
              <p:nvPr/>
            </p:nvSpPr>
            <p:spPr>
              <a:xfrm>
                <a:off x="3581660" y="3507648"/>
                <a:ext cx="472440" cy="2616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spc="0" normalizeH="0" baseline="0">
                    <a:ln>
                      <a:noFill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DKA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5EEB7F4-0CD6-9904-1C32-2661EBB6C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239" y="2495402"/>
                <a:ext cx="2991832" cy="0"/>
              </a:xfrm>
              <a:prstGeom prst="line">
                <a:avLst/>
              </a:prstGeom>
              <a:noFill/>
              <a:ln w="28575" cap="flat">
                <a:solidFill>
                  <a:schemeClr val="tx2">
                    <a:lumMod val="20000"/>
                    <a:lumOff val="80000"/>
                  </a:schemeClr>
                </a:solidFill>
                <a:prstDash val="dashDot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FC6FDE-AE09-5F2B-5DF3-CE3F1599203C}"/>
                  </a:ext>
                </a:extLst>
              </p:cNvPr>
              <p:cNvSpPr txBox="1"/>
              <p:nvPr/>
            </p:nvSpPr>
            <p:spPr>
              <a:xfrm>
                <a:off x="3581660" y="2378306"/>
                <a:ext cx="472440" cy="2616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spc="0" normalizeH="0" baseline="0">
                    <a:ln>
                      <a:noFill/>
                    </a:ln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CRL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1DFCDEB-C85D-B475-829D-008F836B1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239" y="4888082"/>
                <a:ext cx="2991832" cy="0"/>
              </a:xfrm>
              <a:prstGeom prst="line">
                <a:avLst/>
              </a:prstGeom>
              <a:noFill/>
              <a:ln w="28575" cap="flat">
                <a:solidFill>
                  <a:schemeClr val="tx2">
                    <a:lumMod val="20000"/>
                    <a:lumOff val="80000"/>
                  </a:schemeClr>
                </a:solidFill>
                <a:prstDash val="dashDot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2EDA43-9962-4746-82D5-A6C6AC6040A9}"/>
                  </a:ext>
                </a:extLst>
              </p:cNvPr>
              <p:cNvSpPr txBox="1"/>
              <p:nvPr/>
            </p:nvSpPr>
            <p:spPr>
              <a:xfrm>
                <a:off x="3581660" y="4770986"/>
                <a:ext cx="472440" cy="2616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spc="0" normalizeH="0" baseline="0">
                    <a:ln>
                      <a:noFill/>
                    </a:ln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CRL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ED96420-E9DA-136E-1EA6-22FDDB6A0FB2}"/>
                  </a:ext>
                </a:extLst>
              </p:cNvPr>
              <p:cNvSpPr/>
              <p:nvPr/>
            </p:nvSpPr>
            <p:spPr>
              <a:xfrm>
                <a:off x="562542" y="1825273"/>
                <a:ext cx="3029343" cy="153666"/>
              </a:xfrm>
              <a:prstGeom prst="rect">
                <a:avLst/>
              </a:prstGeom>
              <a:noFill/>
              <a:ln w="19050" cap="flat">
                <a:solidFill>
                  <a:schemeClr val="accent1"/>
                </a:solidFill>
                <a:prstDash val="dash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69EF42-0C3D-292A-49D6-79C52706BE4F}"/>
                  </a:ext>
                </a:extLst>
              </p:cNvPr>
              <p:cNvSpPr/>
              <p:nvPr/>
            </p:nvSpPr>
            <p:spPr>
              <a:xfrm>
                <a:off x="742220" y="1569786"/>
                <a:ext cx="2646723" cy="668867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C9EC0B-4529-679B-AEA0-D567F160F7C1}"/>
                  </a:ext>
                </a:extLst>
              </p:cNvPr>
              <p:cNvSpPr/>
              <p:nvPr/>
            </p:nvSpPr>
            <p:spPr>
              <a:xfrm>
                <a:off x="562542" y="5369927"/>
                <a:ext cx="3029343" cy="153666"/>
              </a:xfrm>
              <a:prstGeom prst="rect">
                <a:avLst/>
              </a:prstGeom>
              <a:noFill/>
              <a:ln w="19050" cap="flat">
                <a:solidFill>
                  <a:schemeClr val="accent1"/>
                </a:solidFill>
                <a:prstDash val="dash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CEA9715-0073-6767-6AAF-D25E1D16FB62}"/>
                  </a:ext>
                </a:extLst>
              </p:cNvPr>
              <p:cNvSpPr/>
              <p:nvPr/>
            </p:nvSpPr>
            <p:spPr>
              <a:xfrm>
                <a:off x="1959222" y="1541667"/>
                <a:ext cx="194732" cy="731520"/>
              </a:xfrm>
              <a:prstGeom prst="rect">
                <a:avLst/>
              </a:prstGeom>
              <a:solidFill>
                <a:srgbClr val="92D05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FA0A2CD-9F1E-3D74-BA17-ED1A9EA2D965}"/>
                  </a:ext>
                </a:extLst>
              </p:cNvPr>
              <p:cNvSpPr/>
              <p:nvPr/>
            </p:nvSpPr>
            <p:spPr>
              <a:xfrm>
                <a:off x="742220" y="5114440"/>
                <a:ext cx="2646723" cy="668867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1E89AE1-DC9D-B96E-75FB-B1DC5A452085}"/>
                  </a:ext>
                </a:extLst>
              </p:cNvPr>
              <p:cNvSpPr/>
              <p:nvPr/>
            </p:nvSpPr>
            <p:spPr>
              <a:xfrm>
                <a:off x="562541" y="3028229"/>
                <a:ext cx="3029344" cy="153666"/>
              </a:xfrm>
              <a:prstGeom prst="rect">
                <a:avLst/>
              </a:prstGeom>
              <a:noFill/>
              <a:ln w="19050" cap="flat">
                <a:solidFill>
                  <a:schemeClr val="accent1"/>
                </a:solidFill>
                <a:prstDash val="dash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DAF9E50-7F00-82EE-E479-005513CCD5F3}"/>
                  </a:ext>
                </a:extLst>
              </p:cNvPr>
              <p:cNvSpPr/>
              <p:nvPr/>
            </p:nvSpPr>
            <p:spPr>
              <a:xfrm>
                <a:off x="562542" y="4193288"/>
                <a:ext cx="3029343" cy="153666"/>
              </a:xfrm>
              <a:prstGeom prst="rect">
                <a:avLst/>
              </a:prstGeom>
              <a:noFill/>
              <a:ln w="19050" cap="flat">
                <a:solidFill>
                  <a:schemeClr val="accent1"/>
                </a:solidFill>
                <a:prstDash val="dash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CC1AF3C-9931-E507-ADA4-EF5C22662CBF}"/>
                  </a:ext>
                </a:extLst>
              </p:cNvPr>
              <p:cNvSpPr/>
              <p:nvPr/>
            </p:nvSpPr>
            <p:spPr>
              <a:xfrm>
                <a:off x="742220" y="3933360"/>
                <a:ext cx="1998134" cy="66886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C5D7FAC-7D60-5725-53B8-D8DEE24E1123}"/>
                  </a:ext>
                </a:extLst>
              </p:cNvPr>
              <p:cNvSpPr/>
              <p:nvPr/>
            </p:nvSpPr>
            <p:spPr>
              <a:xfrm>
                <a:off x="742220" y="3937801"/>
                <a:ext cx="2646723" cy="668867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CAAC290-F500-FA43-4BE6-333A05D3B729}"/>
                  </a:ext>
                </a:extLst>
              </p:cNvPr>
              <p:cNvSpPr/>
              <p:nvPr/>
            </p:nvSpPr>
            <p:spPr>
              <a:xfrm>
                <a:off x="742220" y="2754335"/>
                <a:ext cx="2646723" cy="668867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24425FB-FF4D-1FEE-BEF4-357F81156F07}"/>
                  </a:ext>
                </a:extLst>
              </p:cNvPr>
              <p:cNvSpPr/>
              <p:nvPr/>
            </p:nvSpPr>
            <p:spPr>
              <a:xfrm>
                <a:off x="1625487" y="1541666"/>
                <a:ext cx="194732" cy="3094899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4A2D158-C29F-B00B-CF69-54ABE542F610}"/>
                  </a:ext>
                </a:extLst>
              </p:cNvPr>
              <p:cNvSpPr/>
              <p:nvPr/>
            </p:nvSpPr>
            <p:spPr>
              <a:xfrm>
                <a:off x="932722" y="5085992"/>
                <a:ext cx="194732" cy="73152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904A60-B82B-C796-CB79-87AE73932B52}"/>
                  </a:ext>
                </a:extLst>
              </p:cNvPr>
              <p:cNvSpPr/>
              <p:nvPr/>
            </p:nvSpPr>
            <p:spPr>
              <a:xfrm>
                <a:off x="3017836" y="5085992"/>
                <a:ext cx="194732" cy="73152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64A91C6-FB4F-D80E-5A3C-BB0BD54FC13C}"/>
                  </a:ext>
                </a:extLst>
              </p:cNvPr>
              <p:cNvSpPr/>
              <p:nvPr/>
            </p:nvSpPr>
            <p:spPr>
              <a:xfrm>
                <a:off x="1625487" y="5085992"/>
                <a:ext cx="194732" cy="73152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E50FCE2-CB30-5442-B6BF-0114F2BB7EEC}"/>
                  </a:ext>
                </a:extLst>
              </p:cNvPr>
              <p:cNvSpPr/>
              <p:nvPr/>
            </p:nvSpPr>
            <p:spPr>
              <a:xfrm>
                <a:off x="2319874" y="5085992"/>
                <a:ext cx="194732" cy="73152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A6A730A-8809-A46E-D2CB-5421C0494C01}"/>
                  </a:ext>
                </a:extLst>
              </p:cNvPr>
              <p:cNvSpPr/>
              <p:nvPr/>
            </p:nvSpPr>
            <p:spPr>
              <a:xfrm>
                <a:off x="1274353" y="2717618"/>
                <a:ext cx="194732" cy="3092800"/>
              </a:xfrm>
              <a:prstGeom prst="rect">
                <a:avLst/>
              </a:prstGeom>
              <a:solidFill>
                <a:srgbClr val="92D05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86AD108-989D-3DAF-840B-B63C70C5C7C4}"/>
                  </a:ext>
                </a:extLst>
              </p:cNvPr>
              <p:cNvGrpSpPr/>
              <p:nvPr/>
            </p:nvGrpSpPr>
            <p:grpSpPr>
              <a:xfrm>
                <a:off x="1299093" y="5230388"/>
                <a:ext cx="148533" cy="432744"/>
                <a:chOff x="625731" y="516731"/>
                <a:chExt cx="148533" cy="847725"/>
              </a:xfrm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F494BA37-8F61-981C-1B61-78543C63F749}"/>
                    </a:ext>
                  </a:extLst>
                </p:cNvPr>
                <p:cNvSpPr/>
                <p:nvPr/>
              </p:nvSpPr>
              <p:spPr>
                <a:xfrm>
                  <a:off x="625731" y="517271"/>
                  <a:ext cx="148533" cy="846288"/>
                </a:xfrm>
                <a:prstGeom prst="rect">
                  <a:avLst/>
                </a:prstGeom>
                <a:solidFill>
                  <a:srgbClr val="00B050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endParaRP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F0BBEF69-16F8-A2AD-CA96-D0AD73EE9555}"/>
                    </a:ext>
                  </a:extLst>
                </p:cNvPr>
                <p:cNvGrpSpPr/>
                <p:nvPr/>
              </p:nvGrpSpPr>
              <p:grpSpPr>
                <a:xfrm>
                  <a:off x="631031" y="516731"/>
                  <a:ext cx="143233" cy="847725"/>
                  <a:chOff x="631031" y="516731"/>
                  <a:chExt cx="143233" cy="847725"/>
                </a:xfrm>
              </p:grpSpPr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A1A09868-A835-D516-ED12-E8252B3BE7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1031" y="516731"/>
                    <a:ext cx="138113" cy="84772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BBC4EAB5-73F9-345D-342A-268F12F8F4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1031" y="516731"/>
                    <a:ext cx="143233" cy="842963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82412B0-DC17-5F23-A64A-509CA6FA8182}"/>
                  </a:ext>
                </a:extLst>
              </p:cNvPr>
              <p:cNvSpPr/>
              <p:nvPr/>
            </p:nvSpPr>
            <p:spPr>
              <a:xfrm>
                <a:off x="2659885" y="2715519"/>
                <a:ext cx="194732" cy="3094899"/>
              </a:xfrm>
              <a:prstGeom prst="rect">
                <a:avLst/>
              </a:prstGeom>
              <a:solidFill>
                <a:srgbClr val="92D05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709DAAF-19EE-093F-5584-354EFB6701D5}"/>
                  </a:ext>
                </a:extLst>
              </p:cNvPr>
              <p:cNvGrpSpPr/>
              <p:nvPr/>
            </p:nvGrpSpPr>
            <p:grpSpPr>
              <a:xfrm>
                <a:off x="2683567" y="5230388"/>
                <a:ext cx="148533" cy="432744"/>
                <a:chOff x="625731" y="516731"/>
                <a:chExt cx="148533" cy="847725"/>
              </a:xfrm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64C45A8-ADBD-3B0F-2754-CA16B5A14C50}"/>
                    </a:ext>
                  </a:extLst>
                </p:cNvPr>
                <p:cNvSpPr/>
                <p:nvPr/>
              </p:nvSpPr>
              <p:spPr>
                <a:xfrm>
                  <a:off x="625731" y="517271"/>
                  <a:ext cx="148533" cy="846288"/>
                </a:xfrm>
                <a:prstGeom prst="rect">
                  <a:avLst/>
                </a:prstGeom>
                <a:solidFill>
                  <a:srgbClr val="00B050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endParaRPr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395C0180-88FF-9B42-71AF-A30C2BD44ED4}"/>
                    </a:ext>
                  </a:extLst>
                </p:cNvPr>
                <p:cNvGrpSpPr/>
                <p:nvPr/>
              </p:nvGrpSpPr>
              <p:grpSpPr>
                <a:xfrm>
                  <a:off x="631031" y="516731"/>
                  <a:ext cx="143233" cy="847725"/>
                  <a:chOff x="631031" y="516731"/>
                  <a:chExt cx="143233" cy="847725"/>
                </a:xfrm>
              </p:grpSpPr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C6666790-29EC-59B5-119B-B3188A60BB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1031" y="516731"/>
                    <a:ext cx="138113" cy="84772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4C6E327A-2CA0-1013-2A7A-6F716AB675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1031" y="516731"/>
                    <a:ext cx="143233" cy="842963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9A31F4C-70F2-E0CC-CEEF-81CA34FEE9AB}"/>
                  </a:ext>
                </a:extLst>
              </p:cNvPr>
              <p:cNvSpPr/>
              <p:nvPr/>
            </p:nvSpPr>
            <p:spPr>
              <a:xfrm>
                <a:off x="1960151" y="2715519"/>
                <a:ext cx="194732" cy="3094899"/>
              </a:xfrm>
              <a:prstGeom prst="rect">
                <a:avLst/>
              </a:prstGeom>
              <a:solidFill>
                <a:srgbClr val="92D05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DD9DD43-35FF-5A88-CE4B-E674DBB8AF7F}"/>
                  </a:ext>
                </a:extLst>
              </p:cNvPr>
              <p:cNvSpPr/>
              <p:nvPr/>
            </p:nvSpPr>
            <p:spPr>
              <a:xfrm>
                <a:off x="2659885" y="1541667"/>
                <a:ext cx="194732" cy="731520"/>
              </a:xfrm>
              <a:prstGeom prst="rect">
                <a:avLst/>
              </a:prstGeom>
              <a:solidFill>
                <a:srgbClr val="92D05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B4458DDA-4A8E-5EC0-B7EF-F659C829F613}"/>
                  </a:ext>
                </a:extLst>
              </p:cNvPr>
              <p:cNvSpPr/>
              <p:nvPr/>
            </p:nvSpPr>
            <p:spPr>
              <a:xfrm>
                <a:off x="1272414" y="1541667"/>
                <a:ext cx="194732" cy="731520"/>
              </a:xfrm>
              <a:prstGeom prst="rect">
                <a:avLst/>
              </a:prstGeom>
              <a:solidFill>
                <a:srgbClr val="92D050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2837C5D-7D55-73EF-8049-A4BA2055EEE3}"/>
                  </a:ext>
                </a:extLst>
              </p:cNvPr>
              <p:cNvSpPr/>
              <p:nvPr/>
            </p:nvSpPr>
            <p:spPr>
              <a:xfrm>
                <a:off x="2316057" y="1541666"/>
                <a:ext cx="194732" cy="3094899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9F5FD18D-35AC-C2AE-666A-11579EA9EE98}"/>
                  </a:ext>
                </a:extLst>
              </p:cNvPr>
              <p:cNvGrpSpPr/>
              <p:nvPr/>
            </p:nvGrpSpPr>
            <p:grpSpPr>
              <a:xfrm>
                <a:off x="1984406" y="5227957"/>
                <a:ext cx="148533" cy="432744"/>
                <a:chOff x="625731" y="516731"/>
                <a:chExt cx="148533" cy="847725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3B55C5EA-F5D0-CB2A-E0DC-1BA61749E967}"/>
                    </a:ext>
                  </a:extLst>
                </p:cNvPr>
                <p:cNvSpPr/>
                <p:nvPr/>
              </p:nvSpPr>
              <p:spPr>
                <a:xfrm>
                  <a:off x="625731" y="517271"/>
                  <a:ext cx="148533" cy="846288"/>
                </a:xfrm>
                <a:prstGeom prst="rect">
                  <a:avLst/>
                </a:prstGeom>
                <a:solidFill>
                  <a:srgbClr val="00B050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endParaRPr>
                </a:p>
              </p:txBody>
            </p: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02E08FBF-08C5-326D-8EEB-A08D98735AB2}"/>
                    </a:ext>
                  </a:extLst>
                </p:cNvPr>
                <p:cNvGrpSpPr/>
                <p:nvPr/>
              </p:nvGrpSpPr>
              <p:grpSpPr>
                <a:xfrm>
                  <a:off x="631031" y="516731"/>
                  <a:ext cx="143233" cy="847725"/>
                  <a:chOff x="631031" y="516731"/>
                  <a:chExt cx="143233" cy="847725"/>
                </a:xfrm>
              </p:grpSpPr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B73BD15F-8355-FBA4-F677-F888730249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1031" y="516731"/>
                    <a:ext cx="138113" cy="84772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0C2BE590-1D42-0C9D-1300-46129C19B0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1031" y="516731"/>
                    <a:ext cx="143233" cy="842963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9F937E0-AB59-415B-7768-259989966E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22853" y="4272549"/>
                <a:ext cx="324586" cy="0"/>
              </a:xfrm>
              <a:prstGeom prst="straightConnector1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7E9A2D97-1029-E5C1-426A-4535108C315C}"/>
                  </a:ext>
                </a:extLst>
              </p:cNvPr>
              <p:cNvGrpSpPr/>
              <p:nvPr/>
            </p:nvGrpSpPr>
            <p:grpSpPr>
              <a:xfrm>
                <a:off x="1648051" y="1696544"/>
                <a:ext cx="148533" cy="432011"/>
                <a:chOff x="625731" y="516731"/>
                <a:chExt cx="148533" cy="847725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FD0A7B6-43D5-D37E-A627-5F94171B0354}"/>
                    </a:ext>
                  </a:extLst>
                </p:cNvPr>
                <p:cNvSpPr/>
                <p:nvPr/>
              </p:nvSpPr>
              <p:spPr>
                <a:xfrm>
                  <a:off x="625731" y="517271"/>
                  <a:ext cx="148533" cy="846288"/>
                </a:xfrm>
                <a:prstGeom prst="rect">
                  <a:avLst/>
                </a:prstGeom>
                <a:solidFill>
                  <a:srgbClr val="FFC000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endParaRPr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03AA7856-F79D-F9D3-5E39-B707581A941F}"/>
                    </a:ext>
                  </a:extLst>
                </p:cNvPr>
                <p:cNvGrpSpPr/>
                <p:nvPr/>
              </p:nvGrpSpPr>
              <p:grpSpPr>
                <a:xfrm>
                  <a:off x="631031" y="516731"/>
                  <a:ext cx="143233" cy="847725"/>
                  <a:chOff x="631031" y="516731"/>
                  <a:chExt cx="143233" cy="847725"/>
                </a:xfrm>
              </p:grpSpPr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0B59D23C-CA09-FA43-23E8-B96F1B7031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1031" y="516731"/>
                    <a:ext cx="138113" cy="84772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EFFFAF69-38F0-0DCF-40BD-FFDA6535EC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1031" y="516731"/>
                    <a:ext cx="143233" cy="842963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5FA05498-D7A4-EF2E-1C27-37E642A49CD4}"/>
                  </a:ext>
                </a:extLst>
              </p:cNvPr>
              <p:cNvGrpSpPr/>
              <p:nvPr/>
            </p:nvGrpSpPr>
            <p:grpSpPr>
              <a:xfrm>
                <a:off x="2339156" y="1696544"/>
                <a:ext cx="148533" cy="432011"/>
                <a:chOff x="625731" y="516731"/>
                <a:chExt cx="148533" cy="847725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5ABC730-4A01-F975-F12F-A93A648D4BBE}"/>
                    </a:ext>
                  </a:extLst>
                </p:cNvPr>
                <p:cNvSpPr/>
                <p:nvPr/>
              </p:nvSpPr>
              <p:spPr>
                <a:xfrm>
                  <a:off x="625731" y="517271"/>
                  <a:ext cx="148533" cy="846288"/>
                </a:xfrm>
                <a:prstGeom prst="rect">
                  <a:avLst/>
                </a:prstGeom>
                <a:solidFill>
                  <a:srgbClr val="FFC000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endParaRPr>
                </a:p>
              </p:txBody>
            </p: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B399D0A0-3EA2-E232-D28B-0D977B61626A}"/>
                    </a:ext>
                  </a:extLst>
                </p:cNvPr>
                <p:cNvGrpSpPr/>
                <p:nvPr/>
              </p:nvGrpSpPr>
              <p:grpSpPr>
                <a:xfrm>
                  <a:off x="631031" y="516731"/>
                  <a:ext cx="143233" cy="847725"/>
                  <a:chOff x="631031" y="516731"/>
                  <a:chExt cx="143233" cy="847725"/>
                </a:xfrm>
              </p:grpSpPr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889B63C6-6D78-B3F6-5D0B-24812CDE80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1031" y="516731"/>
                    <a:ext cx="138113" cy="84772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D5524D2E-BDF0-56BE-338D-88F18A21C5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1031" y="516731"/>
                    <a:ext cx="143233" cy="842963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7B075DD-22B4-E052-0F7A-AB14E0D29ADD}"/>
                  </a:ext>
                </a:extLst>
              </p:cNvPr>
              <p:cNvSpPr/>
              <p:nvPr/>
            </p:nvSpPr>
            <p:spPr>
              <a:xfrm>
                <a:off x="3016267" y="1541666"/>
                <a:ext cx="194732" cy="3094899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1E471127-0F02-1662-1C1F-E96671422B71}"/>
                  </a:ext>
                </a:extLst>
              </p:cNvPr>
              <p:cNvGrpSpPr/>
              <p:nvPr/>
            </p:nvGrpSpPr>
            <p:grpSpPr>
              <a:xfrm>
                <a:off x="3038831" y="1696544"/>
                <a:ext cx="148533" cy="432011"/>
                <a:chOff x="625731" y="516731"/>
                <a:chExt cx="148533" cy="847725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1F4678F-F407-8F25-0272-709FED0B32F3}"/>
                    </a:ext>
                  </a:extLst>
                </p:cNvPr>
                <p:cNvSpPr/>
                <p:nvPr/>
              </p:nvSpPr>
              <p:spPr>
                <a:xfrm>
                  <a:off x="625731" y="517271"/>
                  <a:ext cx="148533" cy="846288"/>
                </a:xfrm>
                <a:prstGeom prst="rect">
                  <a:avLst/>
                </a:prstGeom>
                <a:solidFill>
                  <a:srgbClr val="FFC000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endParaRPr>
                </a:p>
              </p:txBody>
            </p: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897D6EBB-414A-1A3E-3824-F3009B8C744A}"/>
                    </a:ext>
                  </a:extLst>
                </p:cNvPr>
                <p:cNvGrpSpPr/>
                <p:nvPr/>
              </p:nvGrpSpPr>
              <p:grpSpPr>
                <a:xfrm>
                  <a:off x="631031" y="516731"/>
                  <a:ext cx="143233" cy="847725"/>
                  <a:chOff x="631031" y="516731"/>
                  <a:chExt cx="143233" cy="847725"/>
                </a:xfrm>
              </p:grpSpPr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88B7F9D4-358A-CF84-69F2-D6419E9654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1031" y="516731"/>
                    <a:ext cx="138113" cy="84772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05427557-E0B9-6D1D-5D7F-BEB9E40F76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1031" y="516731"/>
                    <a:ext cx="143233" cy="842963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2C7616B-D181-4884-CCD8-56D3AAACFFE6}"/>
                  </a:ext>
                </a:extLst>
              </p:cNvPr>
              <p:cNvSpPr/>
              <p:nvPr/>
            </p:nvSpPr>
            <p:spPr>
              <a:xfrm>
                <a:off x="932722" y="1541666"/>
                <a:ext cx="194732" cy="3094899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9D197E8-4BE7-8394-4044-207B6559D2F4}"/>
                  </a:ext>
                </a:extLst>
              </p:cNvPr>
              <p:cNvGrpSpPr/>
              <p:nvPr/>
            </p:nvGrpSpPr>
            <p:grpSpPr>
              <a:xfrm>
                <a:off x="955286" y="1696544"/>
                <a:ext cx="148533" cy="432011"/>
                <a:chOff x="625731" y="516731"/>
                <a:chExt cx="148533" cy="847725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611419C-0083-E373-1761-8499444DB4F7}"/>
                    </a:ext>
                  </a:extLst>
                </p:cNvPr>
                <p:cNvSpPr/>
                <p:nvPr/>
              </p:nvSpPr>
              <p:spPr>
                <a:xfrm>
                  <a:off x="625731" y="517271"/>
                  <a:ext cx="148533" cy="846288"/>
                </a:xfrm>
                <a:prstGeom prst="rect">
                  <a:avLst/>
                </a:prstGeom>
                <a:solidFill>
                  <a:srgbClr val="FFC000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endParaRPr>
                </a:p>
              </p:txBody>
            </p: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56F290CE-80F0-E461-6A57-524008DB7142}"/>
                    </a:ext>
                  </a:extLst>
                </p:cNvPr>
                <p:cNvGrpSpPr/>
                <p:nvPr/>
              </p:nvGrpSpPr>
              <p:grpSpPr>
                <a:xfrm>
                  <a:off x="631031" y="516731"/>
                  <a:ext cx="143233" cy="847725"/>
                  <a:chOff x="631031" y="516731"/>
                  <a:chExt cx="143233" cy="847725"/>
                </a:xfrm>
              </p:grpSpPr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6F0B497C-1F85-7E71-F6B4-23F2162EAC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1031" y="516731"/>
                    <a:ext cx="138113" cy="84772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434E17F4-EDF1-B3F0-2304-684E0ED942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1031" y="516731"/>
                    <a:ext cx="143233" cy="842963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3F3CA61B-3EF7-D56A-38E8-7EF2ED4B88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8511" y="3083766"/>
                <a:ext cx="324586" cy="0"/>
              </a:xfrm>
              <a:prstGeom prst="straightConnector1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C4AD61EA-74BF-5B6C-20AA-53FC866B36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70959" y="2657783"/>
              <a:ext cx="268367" cy="6083"/>
            </a:xfrm>
            <a:prstGeom prst="straightConnector1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  <a:headEnd type="arrow" w="sm" len="med"/>
              <a:tailEnd type="arrow" w="sm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DBFCBEEE-A6B2-CA10-78BD-915D9E17E1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2417" y="2679652"/>
              <a:ext cx="268367" cy="6083"/>
            </a:xfrm>
            <a:prstGeom prst="straightConnector1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  <a:headEnd type="arrow" w="sm" len="med"/>
              <a:tailEnd type="arrow" w="sm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4A101EFE-BFFE-F9A3-DB90-B680326391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8094" y="2658642"/>
              <a:ext cx="268367" cy="6083"/>
            </a:xfrm>
            <a:prstGeom prst="straightConnector1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  <a:headEnd type="arrow" w="sm" len="med"/>
              <a:tailEnd type="arrow" w="sm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BFBB2432-C848-9597-EF6E-6DBEBF8DC1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9487" y="2680511"/>
              <a:ext cx="268367" cy="6083"/>
            </a:xfrm>
            <a:prstGeom prst="straightConnector1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  <a:headEnd type="arrow" w="sm" len="med"/>
              <a:tailEnd type="arrow" w="sm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84" name="TextBox 283">
            <a:extLst>
              <a:ext uri="{FF2B5EF4-FFF2-40B4-BE49-F238E27FC236}">
                <a16:creationId xmlns:a16="http://schemas.microsoft.com/office/drawing/2014/main" id="{41DA9C3D-6921-FD15-E2D7-F94F431A8187}"/>
              </a:ext>
            </a:extLst>
          </p:cNvPr>
          <p:cNvSpPr txBox="1"/>
          <p:nvPr/>
        </p:nvSpPr>
        <p:spPr>
          <a:xfrm>
            <a:off x="8496273" y="3991614"/>
            <a:ext cx="2945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6 LKG paths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Overlap 2 Diff TRK long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6x2=12 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1/12</a:t>
            </a:r>
          </a:p>
        </p:txBody>
      </p:sp>
      <p:pic>
        <p:nvPicPr>
          <p:cNvPr id="336" name="Picture 335">
            <a:extLst>
              <a:ext uri="{FF2B5EF4-FFF2-40B4-BE49-F238E27FC236}">
                <a16:creationId xmlns:a16="http://schemas.microsoft.com/office/drawing/2014/main" id="{3E045159-13DA-288A-2699-C509AF948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8" y="1886330"/>
            <a:ext cx="2233527" cy="1411589"/>
          </a:xfrm>
          <a:prstGeom prst="rect">
            <a:avLst/>
          </a:prstGeom>
        </p:spPr>
      </p:pic>
      <p:pic>
        <p:nvPicPr>
          <p:cNvPr id="338" name="Picture 337">
            <a:extLst>
              <a:ext uri="{FF2B5EF4-FFF2-40B4-BE49-F238E27FC236}">
                <a16:creationId xmlns:a16="http://schemas.microsoft.com/office/drawing/2014/main" id="{477016E4-14B8-CBFA-38D4-BE48F458A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717" y="1886330"/>
            <a:ext cx="2626947" cy="1446194"/>
          </a:xfrm>
          <a:prstGeom prst="rect">
            <a:avLst/>
          </a:prstGeom>
        </p:spPr>
      </p:pic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FDF33995-09B7-512B-B29E-2E0E32D2F5EF}"/>
              </a:ext>
            </a:extLst>
          </p:cNvPr>
          <p:cNvCxnSpPr>
            <a:cxnSpLocks/>
          </p:cNvCxnSpPr>
          <p:nvPr/>
        </p:nvCxnSpPr>
        <p:spPr>
          <a:xfrm flipH="1">
            <a:off x="5906185" y="2220434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A3C28D54-BA91-29E9-1AB6-F33EF2D3B762}"/>
              </a:ext>
            </a:extLst>
          </p:cNvPr>
          <p:cNvCxnSpPr>
            <a:cxnSpLocks/>
          </p:cNvCxnSpPr>
          <p:nvPr/>
        </p:nvCxnSpPr>
        <p:spPr>
          <a:xfrm flipH="1">
            <a:off x="4581230" y="2219484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2B7BDA9A-9105-C4DF-D998-8AF374400C40}"/>
              </a:ext>
            </a:extLst>
          </p:cNvPr>
          <p:cNvCxnSpPr>
            <a:cxnSpLocks/>
          </p:cNvCxnSpPr>
          <p:nvPr/>
        </p:nvCxnSpPr>
        <p:spPr>
          <a:xfrm flipH="1">
            <a:off x="4566335" y="3109646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D13789F2-C8D5-06CB-B729-004291CCE5D4}"/>
              </a:ext>
            </a:extLst>
          </p:cNvPr>
          <p:cNvCxnSpPr>
            <a:cxnSpLocks/>
          </p:cNvCxnSpPr>
          <p:nvPr/>
        </p:nvCxnSpPr>
        <p:spPr>
          <a:xfrm flipH="1">
            <a:off x="4866507" y="3069735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5FCFE874-89CD-0176-6388-F9B4E47C8C26}"/>
              </a:ext>
            </a:extLst>
          </p:cNvPr>
          <p:cNvCxnSpPr>
            <a:cxnSpLocks/>
          </p:cNvCxnSpPr>
          <p:nvPr/>
        </p:nvCxnSpPr>
        <p:spPr>
          <a:xfrm flipH="1">
            <a:off x="5112198" y="3011724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5291219F-CEB8-F607-F330-DD36CC782D19}"/>
              </a:ext>
            </a:extLst>
          </p:cNvPr>
          <p:cNvCxnSpPr>
            <a:cxnSpLocks/>
          </p:cNvCxnSpPr>
          <p:nvPr/>
        </p:nvCxnSpPr>
        <p:spPr>
          <a:xfrm flipH="1">
            <a:off x="5357889" y="3077035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6DE08B6C-A890-2A16-EB44-55CCA5C8F084}"/>
              </a:ext>
            </a:extLst>
          </p:cNvPr>
          <p:cNvCxnSpPr>
            <a:cxnSpLocks/>
          </p:cNvCxnSpPr>
          <p:nvPr/>
        </p:nvCxnSpPr>
        <p:spPr>
          <a:xfrm flipH="1">
            <a:off x="5614084" y="3089735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41E44C6E-960C-C555-148B-AEA7B6F97C2C}"/>
              </a:ext>
            </a:extLst>
          </p:cNvPr>
          <p:cNvCxnSpPr>
            <a:cxnSpLocks/>
          </p:cNvCxnSpPr>
          <p:nvPr/>
        </p:nvCxnSpPr>
        <p:spPr>
          <a:xfrm flipH="1">
            <a:off x="5357888" y="2219484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A599AE85-E9BA-FDE5-5B53-FFFB9C0EC649}"/>
              </a:ext>
            </a:extLst>
          </p:cNvPr>
          <p:cNvCxnSpPr>
            <a:cxnSpLocks/>
          </p:cNvCxnSpPr>
          <p:nvPr/>
        </p:nvCxnSpPr>
        <p:spPr>
          <a:xfrm flipH="1">
            <a:off x="5112197" y="2325216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AE1595F7-FF32-EA07-21F1-728A710D968C}"/>
              </a:ext>
            </a:extLst>
          </p:cNvPr>
          <p:cNvCxnSpPr>
            <a:cxnSpLocks/>
          </p:cNvCxnSpPr>
          <p:nvPr/>
        </p:nvCxnSpPr>
        <p:spPr>
          <a:xfrm flipH="1">
            <a:off x="4866507" y="2168773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2891E339-F08C-2AF6-37B9-472F08239FAA}"/>
              </a:ext>
            </a:extLst>
          </p:cNvPr>
          <p:cNvCxnSpPr>
            <a:cxnSpLocks/>
          </p:cNvCxnSpPr>
          <p:nvPr/>
        </p:nvCxnSpPr>
        <p:spPr>
          <a:xfrm flipH="1">
            <a:off x="5616279" y="2219484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FEBFE93D-D2C3-2848-5864-8F65914E2BFE}"/>
              </a:ext>
            </a:extLst>
          </p:cNvPr>
          <p:cNvSpPr txBox="1"/>
          <p:nvPr/>
        </p:nvSpPr>
        <p:spPr>
          <a:xfrm>
            <a:off x="4264348" y="3465892"/>
            <a:ext cx="2945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12 LKG paths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Overlap 1 Diff TRK long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12x1=12 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1/12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9D14E19E-F852-1990-F8EA-35326B146D66}"/>
              </a:ext>
            </a:extLst>
          </p:cNvPr>
          <p:cNvSpPr txBox="1"/>
          <p:nvPr/>
        </p:nvSpPr>
        <p:spPr>
          <a:xfrm>
            <a:off x="318098" y="5349888"/>
            <a:ext cx="1007957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Two of the structures are very different, but has similar scalar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In a Unit cell usually, there will be more LKG paths </a:t>
            </a:r>
          </a:p>
        </p:txBody>
      </p: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1D131D7D-C6B3-BFBF-F6E8-FB183BA67516}"/>
              </a:ext>
            </a:extLst>
          </p:cNvPr>
          <p:cNvCxnSpPr>
            <a:cxnSpLocks/>
          </p:cNvCxnSpPr>
          <p:nvPr/>
        </p:nvCxnSpPr>
        <p:spPr>
          <a:xfrm flipH="1">
            <a:off x="2028658" y="2140542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94573359-C9DB-0AA6-7301-84B287F9E788}"/>
              </a:ext>
            </a:extLst>
          </p:cNvPr>
          <p:cNvCxnSpPr>
            <a:cxnSpLocks/>
          </p:cNvCxnSpPr>
          <p:nvPr/>
        </p:nvCxnSpPr>
        <p:spPr>
          <a:xfrm flipH="1">
            <a:off x="1787358" y="2219721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64745139-27BE-CD7E-D196-2F708E59F5D3}"/>
              </a:ext>
            </a:extLst>
          </p:cNvPr>
          <p:cNvCxnSpPr>
            <a:cxnSpLocks/>
          </p:cNvCxnSpPr>
          <p:nvPr/>
        </p:nvCxnSpPr>
        <p:spPr>
          <a:xfrm flipH="1">
            <a:off x="1541667" y="2135027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C7676808-AA76-BECE-EA42-895C554636DC}"/>
              </a:ext>
            </a:extLst>
          </p:cNvPr>
          <p:cNvCxnSpPr>
            <a:cxnSpLocks/>
          </p:cNvCxnSpPr>
          <p:nvPr/>
        </p:nvCxnSpPr>
        <p:spPr>
          <a:xfrm flipH="1">
            <a:off x="1295976" y="2226906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1E8F85BB-7A01-2632-C2B7-B065DFE6E9C5}"/>
              </a:ext>
            </a:extLst>
          </p:cNvPr>
          <p:cNvCxnSpPr>
            <a:cxnSpLocks/>
          </p:cNvCxnSpPr>
          <p:nvPr/>
        </p:nvCxnSpPr>
        <p:spPr>
          <a:xfrm flipH="1">
            <a:off x="1037825" y="2157444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FD183673-85CB-5D97-35FB-1A20F24F611E}"/>
              </a:ext>
            </a:extLst>
          </p:cNvPr>
          <p:cNvSpPr txBox="1"/>
          <p:nvPr/>
        </p:nvSpPr>
        <p:spPr>
          <a:xfrm>
            <a:off x="790064" y="3515764"/>
            <a:ext cx="2945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6 LKG paths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Overlap 1 Diff TRK long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6x1=6 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1/6</a:t>
            </a:r>
          </a:p>
        </p:txBody>
      </p: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C3855F42-269A-A912-73FD-BDC6636F4E59}"/>
              </a:ext>
            </a:extLst>
          </p:cNvPr>
          <p:cNvGrpSpPr/>
          <p:nvPr/>
        </p:nvGrpSpPr>
        <p:grpSpPr>
          <a:xfrm>
            <a:off x="8330074" y="5643142"/>
            <a:ext cx="2595660" cy="525722"/>
            <a:chOff x="327554" y="790633"/>
            <a:chExt cx="2595660" cy="525722"/>
          </a:xfrm>
        </p:grpSpPr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EEF1A94E-F04A-9B6A-113A-77B61E9DF4B4}"/>
                </a:ext>
              </a:extLst>
            </p:cNvPr>
            <p:cNvGrpSpPr/>
            <p:nvPr/>
          </p:nvGrpSpPr>
          <p:grpSpPr>
            <a:xfrm>
              <a:off x="496112" y="910126"/>
              <a:ext cx="2336800" cy="307777"/>
              <a:chOff x="7562850" y="282601"/>
              <a:chExt cx="2169989" cy="307777"/>
            </a:xfrm>
          </p:grpSpPr>
          <p:cxnSp>
            <p:nvCxnSpPr>
              <p:cNvPr id="351" name="Straight Arrow Connector 350">
                <a:extLst>
                  <a:ext uri="{FF2B5EF4-FFF2-40B4-BE49-F238E27FC236}">
                    <a16:creationId xmlns:a16="http://schemas.microsoft.com/office/drawing/2014/main" id="{A92B5E33-281A-5159-3E1A-824CE1A231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2850" y="436490"/>
                <a:ext cx="469900" cy="0"/>
              </a:xfrm>
              <a:prstGeom prst="straightConnector1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8AC5A452-7723-FB0A-9AB9-4C722A92D117}"/>
                  </a:ext>
                </a:extLst>
              </p:cNvPr>
              <p:cNvSpPr txBox="1"/>
              <p:nvPr/>
            </p:nvSpPr>
            <p:spPr>
              <a:xfrm>
                <a:off x="8117979" y="282601"/>
                <a:ext cx="16148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Intel Clear" panose="020B0604020203020204" pitchFamily="34" charset="0"/>
                    <a:ea typeface="Intel Clear" panose="020B0604020203020204" pitchFamily="34" charset="0"/>
                    <a:cs typeface="Intel Clear" panose="020B0604020203020204" pitchFamily="34" charset="0"/>
                  </a:rPr>
                  <a:t>‘valid’ LKG path</a:t>
                </a:r>
              </a:p>
            </p:txBody>
          </p:sp>
        </p:grp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8B94A0CF-F781-AC16-1B32-BC9F4E7303A8}"/>
                </a:ext>
              </a:extLst>
            </p:cNvPr>
            <p:cNvSpPr/>
            <p:nvPr/>
          </p:nvSpPr>
          <p:spPr>
            <a:xfrm>
              <a:off x="327554" y="790633"/>
              <a:ext cx="2595660" cy="5257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7587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1CA97-CC2D-2763-AD7B-E8F993D6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A0C0-07D6-6473-3C44-E7198E4A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74200" cy="632687"/>
          </a:xfrm>
        </p:spPr>
        <p:txBody>
          <a:bodyPr>
            <a:normAutofit/>
          </a:bodyPr>
          <a:lstStyle/>
          <a:p>
            <a:r>
              <a:rPr lang="en-US" dirty="0"/>
              <a:t>CTG OGD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88032CBD-5F59-B4BE-8C21-B5D2472E93BB}"/>
              </a:ext>
            </a:extLst>
          </p:cNvPr>
          <p:cNvSpPr txBox="1"/>
          <p:nvPr/>
        </p:nvSpPr>
        <p:spPr>
          <a:xfrm>
            <a:off x="900735" y="4199517"/>
            <a:ext cx="2945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6 LKG paths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Overlap 2 Diff TRK long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6x2=12 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1/12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05772C3D-A76A-6D4C-EEE3-C63983B0BE04}"/>
              </a:ext>
            </a:extLst>
          </p:cNvPr>
          <p:cNvSpPr txBox="1"/>
          <p:nvPr/>
        </p:nvSpPr>
        <p:spPr>
          <a:xfrm>
            <a:off x="100193" y="5874810"/>
            <a:ext cx="76111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Regardless the fail-mode tested KEEP SCALAR AS IF WE WERE LOOKING AT SDR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9B8FA-7606-074A-25D6-896919BD5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30" y="1109608"/>
            <a:ext cx="2445782" cy="299970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47DC12-7AB3-9C61-716C-F7E8904D009B}"/>
              </a:ext>
            </a:extLst>
          </p:cNvPr>
          <p:cNvCxnSpPr>
            <a:cxnSpLocks/>
          </p:cNvCxnSpPr>
          <p:nvPr/>
        </p:nvCxnSpPr>
        <p:spPr>
          <a:xfrm flipH="1">
            <a:off x="2266303" y="2416688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DE7BDE-2D7A-FA92-A7A5-1AF034A36604}"/>
              </a:ext>
            </a:extLst>
          </p:cNvPr>
          <p:cNvCxnSpPr>
            <a:cxnSpLocks/>
          </p:cNvCxnSpPr>
          <p:nvPr/>
        </p:nvCxnSpPr>
        <p:spPr>
          <a:xfrm flipH="1">
            <a:off x="1036598" y="2628456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C83667-5A55-6D94-BFA8-A16A8A9DDD25}"/>
              </a:ext>
            </a:extLst>
          </p:cNvPr>
          <p:cNvCxnSpPr>
            <a:cxnSpLocks/>
          </p:cNvCxnSpPr>
          <p:nvPr/>
        </p:nvCxnSpPr>
        <p:spPr>
          <a:xfrm flipH="1">
            <a:off x="1813256" y="2628456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D95916F-0205-03D5-54A7-69B0562EBC76}"/>
              </a:ext>
            </a:extLst>
          </p:cNvPr>
          <p:cNvCxnSpPr>
            <a:cxnSpLocks/>
          </p:cNvCxnSpPr>
          <p:nvPr/>
        </p:nvCxnSpPr>
        <p:spPr>
          <a:xfrm flipH="1">
            <a:off x="1567565" y="2734188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F847700-E536-EA40-7121-901D275458F4}"/>
              </a:ext>
            </a:extLst>
          </p:cNvPr>
          <p:cNvCxnSpPr>
            <a:cxnSpLocks/>
          </p:cNvCxnSpPr>
          <p:nvPr/>
        </p:nvCxnSpPr>
        <p:spPr>
          <a:xfrm flipH="1">
            <a:off x="1321875" y="2577745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3884FE5-D13A-177A-D69C-3D2141774F64}"/>
              </a:ext>
            </a:extLst>
          </p:cNvPr>
          <p:cNvCxnSpPr>
            <a:cxnSpLocks/>
          </p:cNvCxnSpPr>
          <p:nvPr/>
        </p:nvCxnSpPr>
        <p:spPr>
          <a:xfrm flipH="1">
            <a:off x="2071647" y="2628456"/>
            <a:ext cx="245691" cy="0"/>
          </a:xfrm>
          <a:prstGeom prst="straightConnector1">
            <a:avLst/>
          </a:prstGeom>
          <a:noFill/>
          <a:ln w="19050" cap="flat">
            <a:solidFill>
              <a:srgbClr val="C00000"/>
            </a:solidFill>
            <a:prstDash val="solid"/>
            <a:miter lim="800000"/>
            <a:headEnd type="arrow" w="sm" len="med"/>
            <a:tailEnd type="arrow" w="sm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96" name="Picture 395">
            <a:extLst>
              <a:ext uri="{FF2B5EF4-FFF2-40B4-BE49-F238E27FC236}">
                <a16:creationId xmlns:a16="http://schemas.microsoft.com/office/drawing/2014/main" id="{FDC6A290-8F1E-48AD-6828-8932F98F0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445" y="528166"/>
            <a:ext cx="2598221" cy="3545443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9CD78C31-34B2-35B4-249E-DA783FDD91C7}"/>
              </a:ext>
            </a:extLst>
          </p:cNvPr>
          <p:cNvSpPr txBox="1"/>
          <p:nvPr/>
        </p:nvSpPr>
        <p:spPr>
          <a:xfrm>
            <a:off x="4780481" y="167319"/>
            <a:ext cx="2598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LKG through VCR (PGD skew)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6825E56D-2207-FF1D-1262-23C4C1A22D82}"/>
              </a:ext>
            </a:extLst>
          </p:cNvPr>
          <p:cNvSpPr txBox="1"/>
          <p:nvPr/>
        </p:nvSpPr>
        <p:spPr>
          <a:xfrm>
            <a:off x="5017825" y="4109783"/>
            <a:ext cx="225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12 LKG paths?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OGD Overlap not valid?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12 ?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1/12</a:t>
            </a:r>
          </a:p>
        </p:txBody>
      </p:sp>
      <p:sp>
        <p:nvSpPr>
          <p:cNvPr id="682" name="Freeform: Shape 681">
            <a:extLst>
              <a:ext uri="{FF2B5EF4-FFF2-40B4-BE49-F238E27FC236}">
                <a16:creationId xmlns:a16="http://schemas.microsoft.com/office/drawing/2014/main" id="{FBF2E373-B288-E22F-E4C1-8EC19091F1E4}"/>
              </a:ext>
            </a:extLst>
          </p:cNvPr>
          <p:cNvSpPr/>
          <p:nvPr/>
        </p:nvSpPr>
        <p:spPr>
          <a:xfrm flipH="1" flipV="1">
            <a:off x="5181245" y="2329655"/>
            <a:ext cx="188997" cy="112433"/>
          </a:xfrm>
          <a:custGeom>
            <a:avLst/>
            <a:gdLst>
              <a:gd name="csX0" fmla="*/ 3580 w 367043"/>
              <a:gd name="csY0" fmla="*/ 0 h 427866"/>
              <a:gd name="csX1" fmla="*/ 16737 w 367043"/>
              <a:gd name="csY1" fmla="*/ 230245 h 427866"/>
              <a:gd name="csX2" fmla="*/ 135149 w 367043"/>
              <a:gd name="csY2" fmla="*/ 421019 h 427866"/>
              <a:gd name="csX3" fmla="*/ 273295 w 367043"/>
              <a:gd name="csY3" fmla="*/ 368392 h 427866"/>
              <a:gd name="csX4" fmla="*/ 358815 w 367043"/>
              <a:gd name="csY4" fmla="*/ 203931 h 427866"/>
              <a:gd name="csX5" fmla="*/ 358815 w 367043"/>
              <a:gd name="csY5" fmla="*/ 32892 h 4278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043" h="427866">
                <a:moveTo>
                  <a:pt x="3580" y="0"/>
                </a:moveTo>
                <a:cubicBezTo>
                  <a:pt x="-806" y="80037"/>
                  <a:pt x="-5191" y="160075"/>
                  <a:pt x="16737" y="230245"/>
                </a:cubicBezTo>
                <a:cubicBezTo>
                  <a:pt x="38665" y="300415"/>
                  <a:pt x="92389" y="397995"/>
                  <a:pt x="135149" y="421019"/>
                </a:cubicBezTo>
                <a:cubicBezTo>
                  <a:pt x="177909" y="444043"/>
                  <a:pt x="236017" y="404573"/>
                  <a:pt x="273295" y="368392"/>
                </a:cubicBezTo>
                <a:cubicBezTo>
                  <a:pt x="310573" y="332211"/>
                  <a:pt x="344562" y="259848"/>
                  <a:pt x="358815" y="203931"/>
                </a:cubicBezTo>
                <a:cubicBezTo>
                  <a:pt x="373068" y="148014"/>
                  <a:pt x="365941" y="90453"/>
                  <a:pt x="358815" y="32892"/>
                </a:cubicBezTo>
              </a:path>
            </a:pathLst>
          </a:custGeom>
          <a:noFill/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Freeform: Shape 683">
            <a:extLst>
              <a:ext uri="{FF2B5EF4-FFF2-40B4-BE49-F238E27FC236}">
                <a16:creationId xmlns:a16="http://schemas.microsoft.com/office/drawing/2014/main" id="{60CCF2F6-EAB7-261F-DBAD-045879869E86}"/>
              </a:ext>
            </a:extLst>
          </p:cNvPr>
          <p:cNvSpPr/>
          <p:nvPr/>
        </p:nvSpPr>
        <p:spPr>
          <a:xfrm flipH="1" flipV="1">
            <a:off x="5711564" y="2317361"/>
            <a:ext cx="188997" cy="112433"/>
          </a:xfrm>
          <a:custGeom>
            <a:avLst/>
            <a:gdLst>
              <a:gd name="csX0" fmla="*/ 3580 w 367043"/>
              <a:gd name="csY0" fmla="*/ 0 h 427866"/>
              <a:gd name="csX1" fmla="*/ 16737 w 367043"/>
              <a:gd name="csY1" fmla="*/ 230245 h 427866"/>
              <a:gd name="csX2" fmla="*/ 135149 w 367043"/>
              <a:gd name="csY2" fmla="*/ 421019 h 427866"/>
              <a:gd name="csX3" fmla="*/ 273295 w 367043"/>
              <a:gd name="csY3" fmla="*/ 368392 h 427866"/>
              <a:gd name="csX4" fmla="*/ 358815 w 367043"/>
              <a:gd name="csY4" fmla="*/ 203931 h 427866"/>
              <a:gd name="csX5" fmla="*/ 358815 w 367043"/>
              <a:gd name="csY5" fmla="*/ 32892 h 4278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043" h="427866">
                <a:moveTo>
                  <a:pt x="3580" y="0"/>
                </a:moveTo>
                <a:cubicBezTo>
                  <a:pt x="-806" y="80037"/>
                  <a:pt x="-5191" y="160075"/>
                  <a:pt x="16737" y="230245"/>
                </a:cubicBezTo>
                <a:cubicBezTo>
                  <a:pt x="38665" y="300415"/>
                  <a:pt x="92389" y="397995"/>
                  <a:pt x="135149" y="421019"/>
                </a:cubicBezTo>
                <a:cubicBezTo>
                  <a:pt x="177909" y="444043"/>
                  <a:pt x="236017" y="404573"/>
                  <a:pt x="273295" y="368392"/>
                </a:cubicBezTo>
                <a:cubicBezTo>
                  <a:pt x="310573" y="332211"/>
                  <a:pt x="344562" y="259848"/>
                  <a:pt x="358815" y="203931"/>
                </a:cubicBezTo>
                <a:cubicBezTo>
                  <a:pt x="373068" y="148014"/>
                  <a:pt x="365941" y="90453"/>
                  <a:pt x="358815" y="32892"/>
                </a:cubicBezTo>
              </a:path>
            </a:pathLst>
          </a:custGeom>
          <a:noFill/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9" name="Straight Arrow Connector 708">
            <a:extLst>
              <a:ext uri="{FF2B5EF4-FFF2-40B4-BE49-F238E27FC236}">
                <a16:creationId xmlns:a16="http://schemas.microsoft.com/office/drawing/2014/main" id="{93E7CD62-E1E4-822A-3F03-939EC49EAC05}"/>
              </a:ext>
            </a:extLst>
          </p:cNvPr>
          <p:cNvCxnSpPr>
            <a:cxnSpLocks/>
          </p:cNvCxnSpPr>
          <p:nvPr/>
        </p:nvCxnSpPr>
        <p:spPr>
          <a:xfrm flipH="1" flipV="1">
            <a:off x="5465391" y="1755540"/>
            <a:ext cx="246173" cy="0"/>
          </a:xfrm>
          <a:prstGeom prst="straightConnector1">
            <a:avLst/>
          </a:prstGeom>
          <a:ln w="1905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2" name="Picture 711">
            <a:extLst>
              <a:ext uri="{FF2B5EF4-FFF2-40B4-BE49-F238E27FC236}">
                <a16:creationId xmlns:a16="http://schemas.microsoft.com/office/drawing/2014/main" id="{A04D22FA-052D-02BD-7766-6694C8C77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873" y="440730"/>
            <a:ext cx="2709371" cy="3697114"/>
          </a:xfrm>
          <a:prstGeom prst="rect">
            <a:avLst/>
          </a:prstGeom>
        </p:spPr>
      </p:pic>
      <p:sp>
        <p:nvSpPr>
          <p:cNvPr id="714" name="TextBox 713">
            <a:extLst>
              <a:ext uri="{FF2B5EF4-FFF2-40B4-BE49-F238E27FC236}">
                <a16:creationId xmlns:a16="http://schemas.microsoft.com/office/drawing/2014/main" id="{A027EEE4-BD81-5C61-C807-963C3C427FEC}"/>
              </a:ext>
            </a:extLst>
          </p:cNvPr>
          <p:cNvSpPr txBox="1"/>
          <p:nvPr/>
        </p:nvSpPr>
        <p:spPr>
          <a:xfrm>
            <a:off x="8507931" y="167319"/>
            <a:ext cx="3030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LKG through VCRNUB (OGD skew)</a:t>
            </a:r>
          </a:p>
        </p:txBody>
      </p:sp>
      <p:sp>
        <p:nvSpPr>
          <p:cNvPr id="719" name="TextBox 718">
            <a:extLst>
              <a:ext uri="{FF2B5EF4-FFF2-40B4-BE49-F238E27FC236}">
                <a16:creationId xmlns:a16="http://schemas.microsoft.com/office/drawing/2014/main" id="{3A9FF94A-C71C-7C59-7F18-DEE0D48CD088}"/>
              </a:ext>
            </a:extLst>
          </p:cNvPr>
          <p:cNvSpPr txBox="1"/>
          <p:nvPr/>
        </p:nvSpPr>
        <p:spPr>
          <a:xfrm>
            <a:off x="9182784" y="4169566"/>
            <a:ext cx="225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4 LKG paths?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OGD Overlap not valid?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4 ?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1/12</a:t>
            </a:r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E2AA891F-29D6-280C-EFA0-55B159CF53F8}"/>
              </a:ext>
            </a:extLst>
          </p:cNvPr>
          <p:cNvSpPr txBox="1"/>
          <p:nvPr/>
        </p:nvSpPr>
        <p:spPr>
          <a:xfrm>
            <a:off x="1036186" y="756729"/>
            <a:ext cx="2043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Add VG to SDR</a:t>
            </a:r>
          </a:p>
        </p:txBody>
      </p: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44261413-CC69-BF5B-E187-5561A258660B}"/>
              </a:ext>
            </a:extLst>
          </p:cNvPr>
          <p:cNvGrpSpPr/>
          <p:nvPr/>
        </p:nvGrpSpPr>
        <p:grpSpPr>
          <a:xfrm>
            <a:off x="8382000" y="5602212"/>
            <a:ext cx="3467100" cy="963688"/>
            <a:chOff x="8382000" y="5602212"/>
            <a:chExt cx="3467100" cy="963688"/>
          </a:xfrm>
        </p:grpSpPr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551E8C0C-2C8B-62E7-A5F0-98A3779B0B45}"/>
                </a:ext>
              </a:extLst>
            </p:cNvPr>
            <p:cNvGrpSpPr/>
            <p:nvPr/>
          </p:nvGrpSpPr>
          <p:grpSpPr>
            <a:xfrm>
              <a:off x="8800453" y="5777580"/>
              <a:ext cx="2336800" cy="307777"/>
              <a:chOff x="7562850" y="282601"/>
              <a:chExt cx="2169989" cy="307777"/>
            </a:xfrm>
          </p:grpSpPr>
          <p:cxnSp>
            <p:nvCxnSpPr>
              <p:cNvPr id="351" name="Straight Arrow Connector 350">
                <a:extLst>
                  <a:ext uri="{FF2B5EF4-FFF2-40B4-BE49-F238E27FC236}">
                    <a16:creationId xmlns:a16="http://schemas.microsoft.com/office/drawing/2014/main" id="{55C36DC9-4726-9BE5-1C0F-675530DE05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2850" y="436490"/>
                <a:ext cx="469900" cy="0"/>
              </a:xfrm>
              <a:prstGeom prst="straightConnector1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C37886DB-4593-2CFA-C03D-25076D4726C9}"/>
                  </a:ext>
                </a:extLst>
              </p:cNvPr>
              <p:cNvSpPr txBox="1"/>
              <p:nvPr/>
            </p:nvSpPr>
            <p:spPr>
              <a:xfrm>
                <a:off x="8117979" y="282601"/>
                <a:ext cx="16148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Intel Clear" panose="020B0604020203020204" pitchFamily="34" charset="0"/>
                    <a:ea typeface="Intel Clear" panose="020B0604020203020204" pitchFamily="34" charset="0"/>
                    <a:cs typeface="Intel Clear" panose="020B0604020203020204" pitchFamily="34" charset="0"/>
                  </a:rPr>
                  <a:t>tested LKG path</a:t>
                </a:r>
              </a:p>
            </p:txBody>
          </p:sp>
        </p:grp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B9592E7-821B-F5D6-51FD-619E015EABEA}"/>
                </a:ext>
              </a:extLst>
            </p:cNvPr>
            <p:cNvSpPr/>
            <p:nvPr/>
          </p:nvSpPr>
          <p:spPr>
            <a:xfrm flipH="1" flipV="1">
              <a:off x="8496273" y="5875252"/>
              <a:ext cx="188997" cy="112433"/>
            </a:xfrm>
            <a:custGeom>
              <a:avLst/>
              <a:gdLst>
                <a:gd name="csX0" fmla="*/ 3580 w 367043"/>
                <a:gd name="csY0" fmla="*/ 0 h 427866"/>
                <a:gd name="csX1" fmla="*/ 16737 w 367043"/>
                <a:gd name="csY1" fmla="*/ 230245 h 427866"/>
                <a:gd name="csX2" fmla="*/ 135149 w 367043"/>
                <a:gd name="csY2" fmla="*/ 421019 h 427866"/>
                <a:gd name="csX3" fmla="*/ 273295 w 367043"/>
                <a:gd name="csY3" fmla="*/ 368392 h 427866"/>
                <a:gd name="csX4" fmla="*/ 358815 w 367043"/>
                <a:gd name="csY4" fmla="*/ 203931 h 427866"/>
                <a:gd name="csX5" fmla="*/ 358815 w 367043"/>
                <a:gd name="csY5" fmla="*/ 32892 h 427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7043" h="427866">
                  <a:moveTo>
                    <a:pt x="3580" y="0"/>
                  </a:moveTo>
                  <a:cubicBezTo>
                    <a:pt x="-806" y="80037"/>
                    <a:pt x="-5191" y="160075"/>
                    <a:pt x="16737" y="230245"/>
                  </a:cubicBezTo>
                  <a:cubicBezTo>
                    <a:pt x="38665" y="300415"/>
                    <a:pt x="92389" y="397995"/>
                    <a:pt x="135149" y="421019"/>
                  </a:cubicBezTo>
                  <a:cubicBezTo>
                    <a:pt x="177909" y="444043"/>
                    <a:pt x="236017" y="404573"/>
                    <a:pt x="273295" y="368392"/>
                  </a:cubicBezTo>
                  <a:cubicBezTo>
                    <a:pt x="310573" y="332211"/>
                    <a:pt x="344562" y="259848"/>
                    <a:pt x="358815" y="203931"/>
                  </a:cubicBezTo>
                  <a:cubicBezTo>
                    <a:pt x="373068" y="148014"/>
                    <a:pt x="365941" y="90453"/>
                    <a:pt x="358815" y="3289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5" name="Group 714">
              <a:extLst>
                <a:ext uri="{FF2B5EF4-FFF2-40B4-BE49-F238E27FC236}">
                  <a16:creationId xmlns:a16="http://schemas.microsoft.com/office/drawing/2014/main" id="{CB33DBD7-7734-2D58-3A3F-90A3E5B2D512}"/>
                </a:ext>
              </a:extLst>
            </p:cNvPr>
            <p:cNvGrpSpPr/>
            <p:nvPr/>
          </p:nvGrpSpPr>
          <p:grpSpPr>
            <a:xfrm>
              <a:off x="8743950" y="6108440"/>
              <a:ext cx="2899615" cy="307777"/>
              <a:chOff x="7562850" y="282601"/>
              <a:chExt cx="2169989" cy="307777"/>
            </a:xfrm>
          </p:grpSpPr>
          <p:cxnSp>
            <p:nvCxnSpPr>
              <p:cNvPr id="716" name="Straight Arrow Connector 715">
                <a:extLst>
                  <a:ext uri="{FF2B5EF4-FFF2-40B4-BE49-F238E27FC236}">
                    <a16:creationId xmlns:a16="http://schemas.microsoft.com/office/drawing/2014/main" id="{462DEDAD-B709-8F2E-F147-708797F930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2850" y="436490"/>
                <a:ext cx="469900" cy="0"/>
              </a:xfrm>
              <a:prstGeom prst="straightConnector1">
                <a:avLst/>
              </a:prstGeom>
              <a:noFill/>
              <a:ln w="28575" cap="flat">
                <a:solidFill>
                  <a:schemeClr val="accent5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17" name="TextBox 716">
                <a:extLst>
                  <a:ext uri="{FF2B5EF4-FFF2-40B4-BE49-F238E27FC236}">
                    <a16:creationId xmlns:a16="http://schemas.microsoft.com/office/drawing/2014/main" id="{F737CE62-67C4-1147-9D94-07F0168FBBE8}"/>
                  </a:ext>
                </a:extLst>
              </p:cNvPr>
              <p:cNvSpPr txBox="1"/>
              <p:nvPr/>
            </p:nvSpPr>
            <p:spPr>
              <a:xfrm>
                <a:off x="8117979" y="282601"/>
                <a:ext cx="16148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Intel Clear" panose="020B0604020203020204" pitchFamily="34" charset="0"/>
                    <a:ea typeface="Intel Clear" panose="020B0604020203020204" pitchFamily="34" charset="0"/>
                    <a:cs typeface="Intel Clear" panose="020B0604020203020204" pitchFamily="34" charset="0"/>
                  </a:rPr>
                  <a:t>Other effective LKG path</a:t>
                </a:r>
              </a:p>
            </p:txBody>
          </p:sp>
        </p:grp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039AEA1E-6F8E-5BA9-558F-CFBC90EC76E2}"/>
                </a:ext>
              </a:extLst>
            </p:cNvPr>
            <p:cNvSpPr/>
            <p:nvPr/>
          </p:nvSpPr>
          <p:spPr>
            <a:xfrm>
              <a:off x="8382000" y="5602212"/>
              <a:ext cx="3467100" cy="9636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5238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E806-8F39-273E-FB3C-45E2C837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E7C1C-0B91-2ED5-7778-EDA6D6E1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74200" cy="632687"/>
          </a:xfrm>
        </p:spPr>
        <p:txBody>
          <a:bodyPr>
            <a:normAutofit/>
          </a:bodyPr>
          <a:lstStyle/>
          <a:p>
            <a:r>
              <a:rPr lang="en-US" dirty="0"/>
              <a:t>CTG OGD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4D4132B8-3E21-EE0D-99A2-C7D1CBDD35F2}"/>
              </a:ext>
            </a:extLst>
          </p:cNvPr>
          <p:cNvSpPr txBox="1"/>
          <p:nvPr/>
        </p:nvSpPr>
        <p:spPr>
          <a:xfrm>
            <a:off x="100193" y="5874810"/>
            <a:ext cx="76111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Occasionally , # of active PLY doesn’t work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F1529029-A288-86CB-B5E5-6A97CB016C66}"/>
              </a:ext>
            </a:extLst>
          </p:cNvPr>
          <p:cNvSpPr txBox="1"/>
          <p:nvPr/>
        </p:nvSpPr>
        <p:spPr>
          <a:xfrm>
            <a:off x="5733373" y="935421"/>
            <a:ext cx="1372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type b1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BF84FA9C-4A3B-E1EE-36C5-53F4219E3394}"/>
              </a:ext>
            </a:extLst>
          </p:cNvPr>
          <p:cNvSpPr txBox="1"/>
          <p:nvPr/>
        </p:nvSpPr>
        <p:spPr>
          <a:xfrm>
            <a:off x="5017825" y="4109783"/>
            <a:ext cx="2360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2 LKG paths (no Active PLY)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OGD Overlap 2 Diff tracks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4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1/4</a:t>
            </a:r>
          </a:p>
        </p:txBody>
      </p:sp>
      <p:sp>
        <p:nvSpPr>
          <p:cNvPr id="714" name="TextBox 713">
            <a:extLst>
              <a:ext uri="{FF2B5EF4-FFF2-40B4-BE49-F238E27FC236}">
                <a16:creationId xmlns:a16="http://schemas.microsoft.com/office/drawing/2014/main" id="{9214FE0D-794F-C704-4C47-012ACA7E9A25}"/>
              </a:ext>
            </a:extLst>
          </p:cNvPr>
          <p:cNvSpPr txBox="1"/>
          <p:nvPr/>
        </p:nvSpPr>
        <p:spPr>
          <a:xfrm>
            <a:off x="6980817" y="510468"/>
            <a:ext cx="3030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LKG through diff </a:t>
            </a:r>
            <a:r>
              <a:rPr lang="en-US" sz="1400" dirty="0" err="1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depop</a:t>
            </a:r>
            <a:endParaRPr lang="en-US" sz="14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719" name="TextBox 718">
            <a:extLst>
              <a:ext uri="{FF2B5EF4-FFF2-40B4-BE49-F238E27FC236}">
                <a16:creationId xmlns:a16="http://schemas.microsoft.com/office/drawing/2014/main" id="{69FB6199-A588-58AB-6DA1-6476EC1304CA}"/>
              </a:ext>
            </a:extLst>
          </p:cNvPr>
          <p:cNvSpPr txBox="1"/>
          <p:nvPr/>
        </p:nvSpPr>
        <p:spPr>
          <a:xfrm>
            <a:off x="9182784" y="4169566"/>
            <a:ext cx="22514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1 LKG paths (no active PLY)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OGD Overlap 2 Diff tracks</a:t>
            </a: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2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1/2</a:t>
            </a:r>
          </a:p>
        </p:txBody>
      </p: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2A9F8B7E-9121-89FF-BDF5-36DB0343F03B}"/>
              </a:ext>
            </a:extLst>
          </p:cNvPr>
          <p:cNvGrpSpPr/>
          <p:nvPr/>
        </p:nvGrpSpPr>
        <p:grpSpPr>
          <a:xfrm>
            <a:off x="8382000" y="5602212"/>
            <a:ext cx="3467100" cy="963688"/>
            <a:chOff x="8382000" y="5602212"/>
            <a:chExt cx="3467100" cy="963688"/>
          </a:xfrm>
        </p:grpSpPr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BD15A73B-FA13-6CF7-9AC6-028BFEA8AB6D}"/>
                </a:ext>
              </a:extLst>
            </p:cNvPr>
            <p:cNvGrpSpPr/>
            <p:nvPr/>
          </p:nvGrpSpPr>
          <p:grpSpPr>
            <a:xfrm>
              <a:off x="8800453" y="5777580"/>
              <a:ext cx="2336800" cy="307777"/>
              <a:chOff x="7562850" y="282601"/>
              <a:chExt cx="2169989" cy="307777"/>
            </a:xfrm>
          </p:grpSpPr>
          <p:cxnSp>
            <p:nvCxnSpPr>
              <p:cNvPr id="351" name="Straight Arrow Connector 350">
                <a:extLst>
                  <a:ext uri="{FF2B5EF4-FFF2-40B4-BE49-F238E27FC236}">
                    <a16:creationId xmlns:a16="http://schemas.microsoft.com/office/drawing/2014/main" id="{68150D88-58D9-F0D1-1A8E-13AD566D83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2850" y="436490"/>
                <a:ext cx="469900" cy="0"/>
              </a:xfrm>
              <a:prstGeom prst="straightConnector1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661BF18-F016-CE6A-256A-8AC58E73A55A}"/>
                  </a:ext>
                </a:extLst>
              </p:cNvPr>
              <p:cNvSpPr txBox="1"/>
              <p:nvPr/>
            </p:nvSpPr>
            <p:spPr>
              <a:xfrm>
                <a:off x="8117979" y="282601"/>
                <a:ext cx="16148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Intel Clear" panose="020B0604020203020204" pitchFamily="34" charset="0"/>
                    <a:ea typeface="Intel Clear" panose="020B0604020203020204" pitchFamily="34" charset="0"/>
                    <a:cs typeface="Intel Clear" panose="020B0604020203020204" pitchFamily="34" charset="0"/>
                  </a:rPr>
                  <a:t>tested LKG path</a:t>
                </a:r>
              </a:p>
            </p:txBody>
          </p:sp>
        </p:grp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D6BD8BF0-A2FF-F186-E225-FEAEAB785F85}"/>
                </a:ext>
              </a:extLst>
            </p:cNvPr>
            <p:cNvSpPr/>
            <p:nvPr/>
          </p:nvSpPr>
          <p:spPr>
            <a:xfrm flipH="1" flipV="1">
              <a:off x="8496273" y="5875252"/>
              <a:ext cx="188997" cy="112433"/>
            </a:xfrm>
            <a:custGeom>
              <a:avLst/>
              <a:gdLst>
                <a:gd name="csX0" fmla="*/ 3580 w 367043"/>
                <a:gd name="csY0" fmla="*/ 0 h 427866"/>
                <a:gd name="csX1" fmla="*/ 16737 w 367043"/>
                <a:gd name="csY1" fmla="*/ 230245 h 427866"/>
                <a:gd name="csX2" fmla="*/ 135149 w 367043"/>
                <a:gd name="csY2" fmla="*/ 421019 h 427866"/>
                <a:gd name="csX3" fmla="*/ 273295 w 367043"/>
                <a:gd name="csY3" fmla="*/ 368392 h 427866"/>
                <a:gd name="csX4" fmla="*/ 358815 w 367043"/>
                <a:gd name="csY4" fmla="*/ 203931 h 427866"/>
                <a:gd name="csX5" fmla="*/ 358815 w 367043"/>
                <a:gd name="csY5" fmla="*/ 32892 h 427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7043" h="427866">
                  <a:moveTo>
                    <a:pt x="3580" y="0"/>
                  </a:moveTo>
                  <a:cubicBezTo>
                    <a:pt x="-806" y="80037"/>
                    <a:pt x="-5191" y="160075"/>
                    <a:pt x="16737" y="230245"/>
                  </a:cubicBezTo>
                  <a:cubicBezTo>
                    <a:pt x="38665" y="300415"/>
                    <a:pt x="92389" y="397995"/>
                    <a:pt x="135149" y="421019"/>
                  </a:cubicBezTo>
                  <a:cubicBezTo>
                    <a:pt x="177909" y="444043"/>
                    <a:pt x="236017" y="404573"/>
                    <a:pt x="273295" y="368392"/>
                  </a:cubicBezTo>
                  <a:cubicBezTo>
                    <a:pt x="310573" y="332211"/>
                    <a:pt x="344562" y="259848"/>
                    <a:pt x="358815" y="203931"/>
                  </a:cubicBezTo>
                  <a:cubicBezTo>
                    <a:pt x="373068" y="148014"/>
                    <a:pt x="365941" y="90453"/>
                    <a:pt x="358815" y="3289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5" name="Group 714">
              <a:extLst>
                <a:ext uri="{FF2B5EF4-FFF2-40B4-BE49-F238E27FC236}">
                  <a16:creationId xmlns:a16="http://schemas.microsoft.com/office/drawing/2014/main" id="{EB3F7D7A-E842-F962-B3E5-B395BEE493D4}"/>
                </a:ext>
              </a:extLst>
            </p:cNvPr>
            <p:cNvGrpSpPr/>
            <p:nvPr/>
          </p:nvGrpSpPr>
          <p:grpSpPr>
            <a:xfrm>
              <a:off x="8743950" y="6108440"/>
              <a:ext cx="2899615" cy="307777"/>
              <a:chOff x="7562850" y="282601"/>
              <a:chExt cx="2169989" cy="307777"/>
            </a:xfrm>
          </p:grpSpPr>
          <p:cxnSp>
            <p:nvCxnSpPr>
              <p:cNvPr id="716" name="Straight Arrow Connector 715">
                <a:extLst>
                  <a:ext uri="{FF2B5EF4-FFF2-40B4-BE49-F238E27FC236}">
                    <a16:creationId xmlns:a16="http://schemas.microsoft.com/office/drawing/2014/main" id="{8C6F9AC6-D369-CDBD-3D66-4E541891C0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2850" y="436490"/>
                <a:ext cx="469900" cy="0"/>
              </a:xfrm>
              <a:prstGeom prst="straightConnector1">
                <a:avLst/>
              </a:prstGeom>
              <a:noFill/>
              <a:ln w="28575" cap="flat">
                <a:solidFill>
                  <a:schemeClr val="accent5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17" name="TextBox 716">
                <a:extLst>
                  <a:ext uri="{FF2B5EF4-FFF2-40B4-BE49-F238E27FC236}">
                    <a16:creationId xmlns:a16="http://schemas.microsoft.com/office/drawing/2014/main" id="{12FC932E-C7F6-EFF9-A9DD-6971211495CC}"/>
                  </a:ext>
                </a:extLst>
              </p:cNvPr>
              <p:cNvSpPr txBox="1"/>
              <p:nvPr/>
            </p:nvSpPr>
            <p:spPr>
              <a:xfrm>
                <a:off x="8117979" y="282601"/>
                <a:ext cx="16148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Intel Clear" panose="020B0604020203020204" pitchFamily="34" charset="0"/>
                    <a:ea typeface="Intel Clear" panose="020B0604020203020204" pitchFamily="34" charset="0"/>
                    <a:cs typeface="Intel Clear" panose="020B0604020203020204" pitchFamily="34" charset="0"/>
                  </a:rPr>
                  <a:t>Other effective LKG path</a:t>
                </a:r>
              </a:p>
            </p:txBody>
          </p:sp>
        </p:grp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3AD92473-2E0F-14CE-017B-366FE7BA03B8}"/>
                </a:ext>
              </a:extLst>
            </p:cNvPr>
            <p:cNvSpPr/>
            <p:nvPr/>
          </p:nvSpPr>
          <p:spPr>
            <a:xfrm>
              <a:off x="8382000" y="5602212"/>
              <a:ext cx="3467100" cy="9636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id="{F0376452-C493-E748-FABA-4F1158A0E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744" y="1224067"/>
            <a:ext cx="2708500" cy="2771580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04CE123D-AC55-8FE1-7A36-94AC560E5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84" y="1274867"/>
            <a:ext cx="2704557" cy="2771580"/>
          </a:xfrm>
          <a:prstGeom prst="rect">
            <a:avLst/>
          </a:prstGeom>
        </p:spPr>
      </p:pic>
      <p:sp>
        <p:nvSpPr>
          <p:cNvPr id="267" name="TextBox 266">
            <a:extLst>
              <a:ext uri="{FF2B5EF4-FFF2-40B4-BE49-F238E27FC236}">
                <a16:creationId xmlns:a16="http://schemas.microsoft.com/office/drawing/2014/main" id="{02FA5B57-12B8-A702-5497-8747CFA8FAB8}"/>
              </a:ext>
            </a:extLst>
          </p:cNvPr>
          <p:cNvSpPr txBox="1"/>
          <p:nvPr/>
        </p:nvSpPr>
        <p:spPr>
          <a:xfrm>
            <a:off x="9431141" y="920495"/>
            <a:ext cx="1673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type b2</a:t>
            </a:r>
          </a:p>
        </p:txBody>
      </p:sp>
      <p:pic>
        <p:nvPicPr>
          <p:cNvPr id="318" name="Picture 317">
            <a:extLst>
              <a:ext uri="{FF2B5EF4-FFF2-40B4-BE49-F238E27FC236}">
                <a16:creationId xmlns:a16="http://schemas.microsoft.com/office/drawing/2014/main" id="{17F28CFA-758E-F3E6-1FC8-1A75F34CA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697" y="1286070"/>
            <a:ext cx="2253850" cy="2760377"/>
          </a:xfrm>
          <a:prstGeom prst="rect">
            <a:avLst/>
          </a:prstGeom>
        </p:spPr>
      </p:pic>
      <p:sp>
        <p:nvSpPr>
          <p:cNvPr id="704" name="TextBox 703">
            <a:extLst>
              <a:ext uri="{FF2B5EF4-FFF2-40B4-BE49-F238E27FC236}">
                <a16:creationId xmlns:a16="http://schemas.microsoft.com/office/drawing/2014/main" id="{DBA40F30-5EC5-6EA5-1F6B-688F74C73B18}"/>
              </a:ext>
            </a:extLst>
          </p:cNvPr>
          <p:cNvSpPr txBox="1"/>
          <p:nvPr/>
        </p:nvSpPr>
        <p:spPr>
          <a:xfrm>
            <a:off x="1421849" y="935421"/>
            <a:ext cx="2483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Diffusion ISO type a</a:t>
            </a:r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77A631E5-6D9A-816B-A690-F935B52B5942}"/>
              </a:ext>
            </a:extLst>
          </p:cNvPr>
          <p:cNvSpPr txBox="1"/>
          <p:nvPr/>
        </p:nvSpPr>
        <p:spPr>
          <a:xfrm>
            <a:off x="1326087" y="4169565"/>
            <a:ext cx="22514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1 LKG paths (no active PLY)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OGD Overlap 2 Diff tracks</a:t>
            </a: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2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1/2</a:t>
            </a:r>
          </a:p>
        </p:txBody>
      </p:sp>
    </p:spTree>
    <p:extLst>
      <p:ext uri="{BB962C8B-B14F-4D97-AF65-F5344CB8AC3E}">
        <p14:creationId xmlns:p14="http://schemas.microsoft.com/office/powerpoint/2010/main" val="206859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286F8-30A2-9654-9865-4A317B6D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6F38-C67F-25E8-2735-30D18288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74200" cy="632687"/>
          </a:xfrm>
        </p:spPr>
        <p:txBody>
          <a:bodyPr>
            <a:normAutofit/>
          </a:bodyPr>
          <a:lstStyle/>
          <a:p>
            <a:r>
              <a:rPr lang="en-US" dirty="0"/>
              <a:t>ETE PGD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F4EB0AC-C827-2CD3-69F3-25CF3A45C8CC}"/>
              </a:ext>
            </a:extLst>
          </p:cNvPr>
          <p:cNvSpPr txBox="1"/>
          <p:nvPr/>
        </p:nvSpPr>
        <p:spPr>
          <a:xfrm>
            <a:off x="900735" y="4199517"/>
            <a:ext cx="1918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3 LKG paths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3 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1/3</a:t>
            </a:r>
          </a:p>
        </p:txBody>
      </p: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0AD0F80F-F2EB-B0C4-6514-5068CFAB1DCC}"/>
              </a:ext>
            </a:extLst>
          </p:cNvPr>
          <p:cNvGrpSpPr/>
          <p:nvPr/>
        </p:nvGrpSpPr>
        <p:grpSpPr>
          <a:xfrm>
            <a:off x="8382000" y="5602212"/>
            <a:ext cx="3467100" cy="963688"/>
            <a:chOff x="8382000" y="5602212"/>
            <a:chExt cx="3467100" cy="963688"/>
          </a:xfrm>
        </p:grpSpPr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4EA42F08-0203-6872-2813-C9E4528CB733}"/>
                </a:ext>
              </a:extLst>
            </p:cNvPr>
            <p:cNvGrpSpPr/>
            <p:nvPr/>
          </p:nvGrpSpPr>
          <p:grpSpPr>
            <a:xfrm>
              <a:off x="8800453" y="5777580"/>
              <a:ext cx="2336800" cy="307777"/>
              <a:chOff x="7562850" y="282601"/>
              <a:chExt cx="2169989" cy="307777"/>
            </a:xfrm>
          </p:grpSpPr>
          <p:cxnSp>
            <p:nvCxnSpPr>
              <p:cNvPr id="351" name="Straight Arrow Connector 350">
                <a:extLst>
                  <a:ext uri="{FF2B5EF4-FFF2-40B4-BE49-F238E27FC236}">
                    <a16:creationId xmlns:a16="http://schemas.microsoft.com/office/drawing/2014/main" id="{3C0AF483-9AEA-D08D-F064-D62219C14D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2850" y="436490"/>
                <a:ext cx="469900" cy="0"/>
              </a:xfrm>
              <a:prstGeom prst="straightConnector1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E29C40C-969B-3354-7442-A1A14F325448}"/>
                  </a:ext>
                </a:extLst>
              </p:cNvPr>
              <p:cNvSpPr txBox="1"/>
              <p:nvPr/>
            </p:nvSpPr>
            <p:spPr>
              <a:xfrm>
                <a:off x="8117979" y="282601"/>
                <a:ext cx="16148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Intel Clear" panose="020B0604020203020204" pitchFamily="34" charset="0"/>
                    <a:ea typeface="Intel Clear" panose="020B0604020203020204" pitchFamily="34" charset="0"/>
                    <a:cs typeface="Intel Clear" panose="020B0604020203020204" pitchFamily="34" charset="0"/>
                  </a:rPr>
                  <a:t>tested LKG path</a:t>
                </a:r>
              </a:p>
            </p:txBody>
          </p:sp>
        </p:grpSp>
        <p:grpSp>
          <p:nvGrpSpPr>
            <p:cNvPr id="715" name="Group 714">
              <a:extLst>
                <a:ext uri="{FF2B5EF4-FFF2-40B4-BE49-F238E27FC236}">
                  <a16:creationId xmlns:a16="http://schemas.microsoft.com/office/drawing/2014/main" id="{C8A24E3D-20DD-3105-778C-2AB6C5210A7E}"/>
                </a:ext>
              </a:extLst>
            </p:cNvPr>
            <p:cNvGrpSpPr/>
            <p:nvPr/>
          </p:nvGrpSpPr>
          <p:grpSpPr>
            <a:xfrm>
              <a:off x="8743950" y="6108440"/>
              <a:ext cx="2899615" cy="307777"/>
              <a:chOff x="7562850" y="282601"/>
              <a:chExt cx="2169989" cy="307777"/>
            </a:xfrm>
          </p:grpSpPr>
          <p:cxnSp>
            <p:nvCxnSpPr>
              <p:cNvPr id="716" name="Straight Arrow Connector 715">
                <a:extLst>
                  <a:ext uri="{FF2B5EF4-FFF2-40B4-BE49-F238E27FC236}">
                    <a16:creationId xmlns:a16="http://schemas.microsoft.com/office/drawing/2014/main" id="{A92BFCAA-5A1E-0AE3-29C0-9DFC710033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2850" y="436490"/>
                <a:ext cx="469900" cy="0"/>
              </a:xfrm>
              <a:prstGeom prst="straightConnector1">
                <a:avLst/>
              </a:prstGeom>
              <a:noFill/>
              <a:ln w="28575" cap="flat">
                <a:solidFill>
                  <a:schemeClr val="accent5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17" name="TextBox 716">
                <a:extLst>
                  <a:ext uri="{FF2B5EF4-FFF2-40B4-BE49-F238E27FC236}">
                    <a16:creationId xmlns:a16="http://schemas.microsoft.com/office/drawing/2014/main" id="{50E90ABF-F156-3EB2-5364-399A33013D7D}"/>
                  </a:ext>
                </a:extLst>
              </p:cNvPr>
              <p:cNvSpPr txBox="1"/>
              <p:nvPr/>
            </p:nvSpPr>
            <p:spPr>
              <a:xfrm>
                <a:off x="8117979" y="282601"/>
                <a:ext cx="16148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Intel Clear" panose="020B0604020203020204" pitchFamily="34" charset="0"/>
                    <a:ea typeface="Intel Clear" panose="020B0604020203020204" pitchFamily="34" charset="0"/>
                    <a:cs typeface="Intel Clear" panose="020B0604020203020204" pitchFamily="34" charset="0"/>
                  </a:rPr>
                  <a:t>Other effective LKG path</a:t>
                </a:r>
              </a:p>
            </p:txBody>
          </p:sp>
        </p:grp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B7EE92BD-583B-EB52-A333-8B219F71F7F7}"/>
                </a:ext>
              </a:extLst>
            </p:cNvPr>
            <p:cNvSpPr/>
            <p:nvPr/>
          </p:nvSpPr>
          <p:spPr>
            <a:xfrm>
              <a:off x="8382000" y="5602212"/>
              <a:ext cx="3467100" cy="9636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73" name="Picture 672">
            <a:extLst>
              <a:ext uri="{FF2B5EF4-FFF2-40B4-BE49-F238E27FC236}">
                <a16:creationId xmlns:a16="http://schemas.microsoft.com/office/drawing/2014/main" id="{93FA109A-DD85-E4A7-3B0B-E587782A6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35" y="1283022"/>
            <a:ext cx="2138964" cy="2623398"/>
          </a:xfrm>
          <a:prstGeom prst="rect">
            <a:avLst/>
          </a:prstGeom>
        </p:spPr>
      </p:pic>
      <p:pic>
        <p:nvPicPr>
          <p:cNvPr id="675" name="Picture 674">
            <a:extLst>
              <a:ext uri="{FF2B5EF4-FFF2-40B4-BE49-F238E27FC236}">
                <a16:creationId xmlns:a16="http://schemas.microsoft.com/office/drawing/2014/main" id="{716F789B-0C6A-6DD3-AC72-A0E8B8680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427" y="1334414"/>
            <a:ext cx="2065526" cy="2533328"/>
          </a:xfrm>
          <a:prstGeom prst="rect">
            <a:avLst/>
          </a:prstGeom>
        </p:spPr>
      </p:pic>
      <p:sp>
        <p:nvSpPr>
          <p:cNvPr id="677" name="TextBox 676">
            <a:extLst>
              <a:ext uri="{FF2B5EF4-FFF2-40B4-BE49-F238E27FC236}">
                <a16:creationId xmlns:a16="http://schemas.microsoft.com/office/drawing/2014/main" id="{B7A3E792-D0CB-E8C6-E9E4-F638EC3BF963}"/>
              </a:ext>
            </a:extLst>
          </p:cNvPr>
          <p:cNvSpPr txBox="1"/>
          <p:nvPr/>
        </p:nvSpPr>
        <p:spPr>
          <a:xfrm>
            <a:off x="1125086" y="925785"/>
            <a:ext cx="2043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Gate ETE</a:t>
            </a:r>
          </a:p>
        </p:txBody>
      </p:sp>
      <p:sp>
        <p:nvSpPr>
          <p:cNvPr id="679" name="TextBox 678">
            <a:extLst>
              <a:ext uri="{FF2B5EF4-FFF2-40B4-BE49-F238E27FC236}">
                <a16:creationId xmlns:a16="http://schemas.microsoft.com/office/drawing/2014/main" id="{725D3A9C-B3F6-783A-0CF9-4FDD52917396}"/>
              </a:ext>
            </a:extLst>
          </p:cNvPr>
          <p:cNvSpPr txBox="1"/>
          <p:nvPr/>
        </p:nvSpPr>
        <p:spPr>
          <a:xfrm>
            <a:off x="4376687" y="975245"/>
            <a:ext cx="2043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Gate ETE through FTI</a:t>
            </a: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02AA0BCC-9707-161A-9A23-7B52ED5DFC26}"/>
              </a:ext>
            </a:extLst>
          </p:cNvPr>
          <p:cNvSpPr txBox="1"/>
          <p:nvPr/>
        </p:nvSpPr>
        <p:spPr>
          <a:xfrm>
            <a:off x="4551857" y="4208813"/>
            <a:ext cx="1918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3 LKG paths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3 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1/3</a:t>
            </a:r>
          </a:p>
        </p:txBody>
      </p:sp>
      <p:pic>
        <p:nvPicPr>
          <p:cNvPr id="310" name="Picture 309">
            <a:extLst>
              <a:ext uri="{FF2B5EF4-FFF2-40B4-BE49-F238E27FC236}">
                <a16:creationId xmlns:a16="http://schemas.microsoft.com/office/drawing/2014/main" id="{2CAD8437-2CAA-374B-CFD3-88AAE63FD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799" y="1233562"/>
            <a:ext cx="1700796" cy="2533328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445D719F-6F4E-4ED9-38E3-971A842DF3CC}"/>
              </a:ext>
            </a:extLst>
          </p:cNvPr>
          <p:cNvSpPr txBox="1"/>
          <p:nvPr/>
        </p:nvSpPr>
        <p:spPr>
          <a:xfrm>
            <a:off x="8338915" y="925785"/>
            <a:ext cx="1369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TCN to VCR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B90F5B88-F77D-918A-52B7-34C83F58178E}"/>
              </a:ext>
            </a:extLst>
          </p:cNvPr>
          <p:cNvSpPr txBox="1"/>
          <p:nvPr/>
        </p:nvSpPr>
        <p:spPr>
          <a:xfrm>
            <a:off x="8202979" y="4098644"/>
            <a:ext cx="1918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6 LKG paths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6 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1/6</a:t>
            </a:r>
          </a:p>
        </p:txBody>
      </p:sp>
    </p:spTree>
    <p:extLst>
      <p:ext uri="{BB962C8B-B14F-4D97-AF65-F5344CB8AC3E}">
        <p14:creationId xmlns:p14="http://schemas.microsoft.com/office/powerpoint/2010/main" val="214428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5574C-EAD0-E037-058E-45FA5C2B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8861-E041-5E7B-9DBF-84DC95CE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74200" cy="632687"/>
          </a:xfrm>
        </p:spPr>
        <p:txBody>
          <a:bodyPr>
            <a:normAutofit/>
          </a:bodyPr>
          <a:lstStyle/>
          <a:p>
            <a:r>
              <a:rPr lang="en-US" dirty="0"/>
              <a:t>Diffusion Chain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9313A31-3763-D57C-95B2-6B0FDDC4C53C}"/>
              </a:ext>
            </a:extLst>
          </p:cNvPr>
          <p:cNvSpPr txBox="1"/>
          <p:nvPr/>
        </p:nvSpPr>
        <p:spPr>
          <a:xfrm>
            <a:off x="3135935" y="4761917"/>
            <a:ext cx="1918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4 transistors in path</a:t>
            </a:r>
          </a:p>
          <a:p>
            <a:endParaRPr lang="en-US" sz="1200" dirty="0"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</a:endParaRPr>
          </a:p>
          <a:p>
            <a:r>
              <a:rPr lang="en-US" sz="1200" u="sng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For this small example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Fail mode # = 4x </a:t>
            </a:r>
          </a:p>
          <a:p>
            <a:r>
              <a:rPr lang="en-US" sz="12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Scalar = 1/4</a:t>
            </a:r>
          </a:p>
        </p:txBody>
      </p: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FFF89C6D-FA16-A069-4FFB-5FC8B1DBEE42}"/>
              </a:ext>
            </a:extLst>
          </p:cNvPr>
          <p:cNvGrpSpPr/>
          <p:nvPr/>
        </p:nvGrpSpPr>
        <p:grpSpPr>
          <a:xfrm>
            <a:off x="8382000" y="5602212"/>
            <a:ext cx="3467100" cy="633488"/>
            <a:chOff x="8382000" y="5602212"/>
            <a:chExt cx="3467100" cy="633488"/>
          </a:xfrm>
        </p:grpSpPr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BF9591AD-E41D-CE08-BBBB-091DB95C2521}"/>
                </a:ext>
              </a:extLst>
            </p:cNvPr>
            <p:cNvGrpSpPr/>
            <p:nvPr/>
          </p:nvGrpSpPr>
          <p:grpSpPr>
            <a:xfrm>
              <a:off x="8800454" y="5777580"/>
              <a:ext cx="2566047" cy="307777"/>
              <a:chOff x="7562850" y="282601"/>
              <a:chExt cx="2382871" cy="307777"/>
            </a:xfrm>
          </p:grpSpPr>
          <p:cxnSp>
            <p:nvCxnSpPr>
              <p:cNvPr id="351" name="Straight Arrow Connector 350">
                <a:extLst>
                  <a:ext uri="{FF2B5EF4-FFF2-40B4-BE49-F238E27FC236}">
                    <a16:creationId xmlns:a16="http://schemas.microsoft.com/office/drawing/2014/main" id="{06D4D3F8-5364-5369-32EC-1F76D0675E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2850" y="436490"/>
                <a:ext cx="469900" cy="0"/>
              </a:xfrm>
              <a:prstGeom prst="straightConnector1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  <a:headEnd type="arrow" w="sm" len="med"/>
                <a:tailEnd type="arrow" w="sm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0266C184-C621-0744-4920-F4B586DF12BC}"/>
                  </a:ext>
                </a:extLst>
              </p:cNvPr>
              <p:cNvSpPr txBox="1"/>
              <p:nvPr/>
            </p:nvSpPr>
            <p:spPr>
              <a:xfrm>
                <a:off x="8117979" y="282601"/>
                <a:ext cx="18277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Intel Clear" panose="020B0604020203020204" pitchFamily="34" charset="0"/>
                    <a:ea typeface="Intel Clear" panose="020B0604020203020204" pitchFamily="34" charset="0"/>
                    <a:cs typeface="Intel Clear" panose="020B0604020203020204" pitchFamily="34" charset="0"/>
                  </a:rPr>
                  <a:t>tested Current path</a:t>
                </a:r>
              </a:p>
            </p:txBody>
          </p:sp>
        </p:grp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DDE0A991-688F-E85A-3B9F-EEFEE45C00C9}"/>
                </a:ext>
              </a:extLst>
            </p:cNvPr>
            <p:cNvSpPr/>
            <p:nvPr/>
          </p:nvSpPr>
          <p:spPr>
            <a:xfrm>
              <a:off x="8382000" y="5602212"/>
              <a:ext cx="3467100" cy="6334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25" name="Picture 724">
            <a:extLst>
              <a:ext uri="{FF2B5EF4-FFF2-40B4-BE49-F238E27FC236}">
                <a16:creationId xmlns:a16="http://schemas.microsoft.com/office/drawing/2014/main" id="{C73B11DE-024E-9679-9627-3CF848AD5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278"/>
          <a:stretch>
            <a:fillRect/>
          </a:stretch>
        </p:blipFill>
        <p:spPr>
          <a:xfrm>
            <a:off x="978519" y="841806"/>
            <a:ext cx="10088884" cy="3817464"/>
          </a:xfrm>
          <a:prstGeom prst="rect">
            <a:avLst/>
          </a:prstGeom>
        </p:spPr>
      </p:pic>
      <p:sp>
        <p:nvSpPr>
          <p:cNvPr id="324" name="Rectangle 323">
            <a:extLst>
              <a:ext uri="{FF2B5EF4-FFF2-40B4-BE49-F238E27FC236}">
                <a16:creationId xmlns:a16="http://schemas.microsoft.com/office/drawing/2014/main" id="{683C226A-3AB4-6D74-FCD9-1DE1B9185E4D}"/>
              </a:ext>
            </a:extLst>
          </p:cNvPr>
          <p:cNvSpPr/>
          <p:nvPr/>
        </p:nvSpPr>
        <p:spPr>
          <a:xfrm>
            <a:off x="5909367" y="2666999"/>
            <a:ext cx="186633" cy="1028701"/>
          </a:xfrm>
          <a:prstGeom prst="rect">
            <a:avLst/>
          </a:prstGeom>
          <a:pattFill prst="pct70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 w="15875" cap="flat">
            <a:solidFill>
              <a:schemeClr val="accent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FFEC8219-1E33-FE5D-5F55-2A8492C6B215}"/>
              </a:ext>
            </a:extLst>
          </p:cNvPr>
          <p:cNvSpPr/>
          <p:nvPr/>
        </p:nvSpPr>
        <p:spPr>
          <a:xfrm>
            <a:off x="8291701" y="2666999"/>
            <a:ext cx="186633" cy="1028701"/>
          </a:xfrm>
          <a:prstGeom prst="rect">
            <a:avLst/>
          </a:prstGeom>
          <a:pattFill prst="pct70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 w="15875" cap="flat">
            <a:solidFill>
              <a:schemeClr val="accent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D8384A2-9037-439F-D3D2-0020810CE440}"/>
              </a:ext>
            </a:extLst>
          </p:cNvPr>
          <p:cNvSpPr/>
          <p:nvPr/>
        </p:nvSpPr>
        <p:spPr>
          <a:xfrm>
            <a:off x="3558645" y="2666998"/>
            <a:ext cx="182092" cy="1028701"/>
          </a:xfrm>
          <a:prstGeom prst="rect">
            <a:avLst/>
          </a:prstGeom>
          <a:pattFill prst="pct70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 w="15875" cap="flat">
            <a:solidFill>
              <a:schemeClr val="accent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42701D73-F46B-EA84-677F-F2772A16FC19}"/>
              </a:ext>
            </a:extLst>
          </p:cNvPr>
          <p:cNvGrpSpPr/>
          <p:nvPr/>
        </p:nvGrpSpPr>
        <p:grpSpPr>
          <a:xfrm>
            <a:off x="10267754" y="4715242"/>
            <a:ext cx="916270" cy="276999"/>
            <a:chOff x="10267754" y="4715242"/>
            <a:chExt cx="916270" cy="276999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1E25EAF4-C1D0-7775-A3E6-9A2784003916}"/>
                </a:ext>
              </a:extLst>
            </p:cNvPr>
            <p:cNvSpPr/>
            <p:nvPr/>
          </p:nvSpPr>
          <p:spPr>
            <a:xfrm>
              <a:off x="10741730" y="4803911"/>
              <a:ext cx="442294" cy="128954"/>
            </a:xfrm>
            <a:prstGeom prst="rect">
              <a:avLst/>
            </a:prstGeom>
            <a:pattFill prst="pct70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 w="15875" cap="flat">
              <a:solidFill>
                <a:schemeClr val="accent4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45719" tIns="45719" rIns="45719" bIns="45719" numCol="1" spcCol="38100" rtlCol="0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1pPr>
              <a:lvl2pPr marL="0" marR="0" indent="457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2pPr>
              <a:lvl3pPr marL="0" marR="0" indent="914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3pPr>
              <a:lvl4pPr marL="0" marR="0" indent="1371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4pPr>
              <a:lvl5pPr marL="0" marR="0" indent="18288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5pPr>
              <a:lvl6pPr marL="0" marR="0" indent="22860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6pPr>
              <a:lvl7pPr marL="0" marR="0" indent="27432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7pPr>
              <a:lvl8pPr marL="0" marR="0" indent="32004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8pPr>
              <a:lvl9pPr marL="0" marR="0" indent="365760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defRPr>
              </a:lvl9pPr>
            </a:lstStyle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B361F637-3AF9-BCA6-DCD5-D5A37BB48358}"/>
                </a:ext>
              </a:extLst>
            </p:cNvPr>
            <p:cNvSpPr txBox="1"/>
            <p:nvPr/>
          </p:nvSpPr>
          <p:spPr>
            <a:xfrm>
              <a:off x="10267754" y="4715242"/>
              <a:ext cx="5000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Intel Clear" panose="020B0604020203020204" pitchFamily="34" charset="0"/>
                  <a:ea typeface="Intel Clear" panose="020B0604020203020204" pitchFamily="34" charset="0"/>
                  <a:cs typeface="Intel Clear" panose="020B0604020203020204" pitchFamily="34" charset="0"/>
                </a:rPr>
                <a:t>FTI -</a:t>
              </a:r>
            </a:p>
          </p:txBody>
        </p:sp>
      </p:grpSp>
      <p:sp>
        <p:nvSpPr>
          <p:cNvPr id="334" name="TextBox 333">
            <a:extLst>
              <a:ext uri="{FF2B5EF4-FFF2-40B4-BE49-F238E27FC236}">
                <a16:creationId xmlns:a16="http://schemas.microsoft.com/office/drawing/2014/main" id="{534F49FA-0230-FF9A-7F1F-881BAF32BC36}"/>
              </a:ext>
            </a:extLst>
          </p:cNvPr>
          <p:cNvSpPr txBox="1"/>
          <p:nvPr/>
        </p:nvSpPr>
        <p:spPr>
          <a:xfrm>
            <a:off x="2282104" y="3447176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1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C26D53DB-F84F-32AB-2899-1C787FB05100}"/>
              </a:ext>
            </a:extLst>
          </p:cNvPr>
          <p:cNvSpPr txBox="1"/>
          <p:nvPr/>
        </p:nvSpPr>
        <p:spPr>
          <a:xfrm>
            <a:off x="4634552" y="3490031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2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05468D01-D974-06D1-553F-19F786CDD116}"/>
              </a:ext>
            </a:extLst>
          </p:cNvPr>
          <p:cNvSpPr txBox="1"/>
          <p:nvPr/>
        </p:nvSpPr>
        <p:spPr>
          <a:xfrm>
            <a:off x="7058664" y="3470024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3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421D0DF2-EDF2-03F3-465B-ED29D193A2FE}"/>
              </a:ext>
            </a:extLst>
          </p:cNvPr>
          <p:cNvSpPr txBox="1"/>
          <p:nvPr/>
        </p:nvSpPr>
        <p:spPr>
          <a:xfrm>
            <a:off x="9385848" y="3498754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4</a:t>
            </a:r>
          </a:p>
        </p:txBody>
      </p:sp>
      <p:sp>
        <p:nvSpPr>
          <p:cNvPr id="379" name="Freeform: Shape 378">
            <a:extLst>
              <a:ext uri="{FF2B5EF4-FFF2-40B4-BE49-F238E27FC236}">
                <a16:creationId xmlns:a16="http://schemas.microsoft.com/office/drawing/2014/main" id="{E68AE52A-7E6A-F869-3AED-8B6BB9D40F0B}"/>
              </a:ext>
            </a:extLst>
          </p:cNvPr>
          <p:cNvSpPr/>
          <p:nvPr/>
        </p:nvSpPr>
        <p:spPr>
          <a:xfrm>
            <a:off x="2100156" y="1141455"/>
            <a:ext cx="8015394" cy="2941595"/>
          </a:xfrm>
          <a:custGeom>
            <a:avLst/>
            <a:gdLst>
              <a:gd name="csX0" fmla="*/ 39794 w 8015394"/>
              <a:gd name="csY0" fmla="*/ 2941595 h 2941595"/>
              <a:gd name="csX1" fmla="*/ 20744 w 8015394"/>
              <a:gd name="csY1" fmla="*/ 2243095 h 2941595"/>
              <a:gd name="csX2" fmla="*/ 293794 w 8015394"/>
              <a:gd name="csY2" fmla="*/ 2058945 h 2941595"/>
              <a:gd name="csX3" fmla="*/ 579544 w 8015394"/>
              <a:gd name="csY3" fmla="*/ 2065295 h 2941595"/>
              <a:gd name="csX4" fmla="*/ 617644 w 8015394"/>
              <a:gd name="csY4" fmla="*/ 1627145 h 2941595"/>
              <a:gd name="csX5" fmla="*/ 611294 w 8015394"/>
              <a:gd name="csY5" fmla="*/ 331745 h 2941595"/>
              <a:gd name="csX6" fmla="*/ 916094 w 8015394"/>
              <a:gd name="csY6" fmla="*/ 96795 h 2941595"/>
              <a:gd name="csX7" fmla="*/ 2274994 w 8015394"/>
              <a:gd name="csY7" fmla="*/ 77745 h 2941595"/>
              <a:gd name="csX8" fmla="*/ 2395644 w 8015394"/>
              <a:gd name="csY8" fmla="*/ 153945 h 2941595"/>
              <a:gd name="csX9" fmla="*/ 2395644 w 8015394"/>
              <a:gd name="csY9" fmla="*/ 1881145 h 2941595"/>
              <a:gd name="csX10" fmla="*/ 2490894 w 8015394"/>
              <a:gd name="csY10" fmla="*/ 2077995 h 2941595"/>
              <a:gd name="csX11" fmla="*/ 2884594 w 8015394"/>
              <a:gd name="csY11" fmla="*/ 2052595 h 2941595"/>
              <a:gd name="csX12" fmla="*/ 3005244 w 8015394"/>
              <a:gd name="csY12" fmla="*/ 1868445 h 2941595"/>
              <a:gd name="csX13" fmla="*/ 2973494 w 8015394"/>
              <a:gd name="csY13" fmla="*/ 1100095 h 2941595"/>
              <a:gd name="csX14" fmla="*/ 3157644 w 8015394"/>
              <a:gd name="csY14" fmla="*/ 960395 h 2941595"/>
              <a:gd name="csX15" fmla="*/ 4675294 w 8015394"/>
              <a:gd name="csY15" fmla="*/ 1042945 h 2941595"/>
              <a:gd name="csX16" fmla="*/ 4738794 w 8015394"/>
              <a:gd name="csY16" fmla="*/ 1093745 h 2941595"/>
              <a:gd name="csX17" fmla="*/ 4738794 w 8015394"/>
              <a:gd name="csY17" fmla="*/ 1773195 h 2941595"/>
              <a:gd name="csX18" fmla="*/ 4814994 w 8015394"/>
              <a:gd name="csY18" fmla="*/ 2058945 h 2941595"/>
              <a:gd name="csX19" fmla="*/ 5081694 w 8015394"/>
              <a:gd name="csY19" fmla="*/ 2071645 h 2941595"/>
              <a:gd name="csX20" fmla="*/ 5259494 w 8015394"/>
              <a:gd name="csY20" fmla="*/ 2033545 h 2941595"/>
              <a:gd name="csX21" fmla="*/ 5348394 w 8015394"/>
              <a:gd name="csY21" fmla="*/ 1614445 h 2941595"/>
              <a:gd name="csX22" fmla="*/ 5348394 w 8015394"/>
              <a:gd name="csY22" fmla="*/ 426995 h 2941595"/>
              <a:gd name="csX23" fmla="*/ 5424594 w 8015394"/>
              <a:gd name="csY23" fmla="*/ 147595 h 2941595"/>
              <a:gd name="csX24" fmla="*/ 5932594 w 8015394"/>
              <a:gd name="csY24" fmla="*/ 84095 h 2941595"/>
              <a:gd name="csX25" fmla="*/ 6961294 w 8015394"/>
              <a:gd name="csY25" fmla="*/ 45995 h 2941595"/>
              <a:gd name="csX26" fmla="*/ 7100994 w 8015394"/>
              <a:gd name="csY26" fmla="*/ 153945 h 2941595"/>
              <a:gd name="csX27" fmla="*/ 7164494 w 8015394"/>
              <a:gd name="csY27" fmla="*/ 293645 h 2941595"/>
              <a:gd name="csX28" fmla="*/ 7126394 w 8015394"/>
              <a:gd name="csY28" fmla="*/ 1836695 h 2941595"/>
              <a:gd name="csX29" fmla="*/ 7323244 w 8015394"/>
              <a:gd name="csY29" fmla="*/ 2039895 h 2941595"/>
              <a:gd name="csX30" fmla="*/ 7621694 w 8015394"/>
              <a:gd name="csY30" fmla="*/ 2014495 h 2941595"/>
              <a:gd name="csX31" fmla="*/ 7748694 w 8015394"/>
              <a:gd name="csY31" fmla="*/ 1811295 h 2941595"/>
              <a:gd name="csX32" fmla="*/ 7742344 w 8015394"/>
              <a:gd name="csY32" fmla="*/ 1233445 h 2941595"/>
              <a:gd name="csX33" fmla="*/ 7812194 w 8015394"/>
              <a:gd name="csY33" fmla="*/ 1036595 h 2941595"/>
              <a:gd name="csX34" fmla="*/ 8015394 w 8015394"/>
              <a:gd name="csY34" fmla="*/ 1004845 h 2941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8015394" h="2941595">
                <a:moveTo>
                  <a:pt x="39794" y="2941595"/>
                </a:moveTo>
                <a:cubicBezTo>
                  <a:pt x="9102" y="2665899"/>
                  <a:pt x="-21589" y="2390203"/>
                  <a:pt x="20744" y="2243095"/>
                </a:cubicBezTo>
                <a:cubicBezTo>
                  <a:pt x="63077" y="2095987"/>
                  <a:pt x="200661" y="2088578"/>
                  <a:pt x="293794" y="2058945"/>
                </a:cubicBezTo>
                <a:cubicBezTo>
                  <a:pt x="386927" y="2029312"/>
                  <a:pt x="525569" y="2137262"/>
                  <a:pt x="579544" y="2065295"/>
                </a:cubicBezTo>
                <a:cubicBezTo>
                  <a:pt x="633519" y="1993328"/>
                  <a:pt x="612352" y="1916070"/>
                  <a:pt x="617644" y="1627145"/>
                </a:cubicBezTo>
                <a:cubicBezTo>
                  <a:pt x="622936" y="1338220"/>
                  <a:pt x="561552" y="586803"/>
                  <a:pt x="611294" y="331745"/>
                </a:cubicBezTo>
                <a:cubicBezTo>
                  <a:pt x="661036" y="76687"/>
                  <a:pt x="638811" y="139128"/>
                  <a:pt x="916094" y="96795"/>
                </a:cubicBezTo>
                <a:cubicBezTo>
                  <a:pt x="1193377" y="54462"/>
                  <a:pt x="2028402" y="68220"/>
                  <a:pt x="2274994" y="77745"/>
                </a:cubicBezTo>
                <a:cubicBezTo>
                  <a:pt x="2521586" y="87270"/>
                  <a:pt x="2375536" y="-146622"/>
                  <a:pt x="2395644" y="153945"/>
                </a:cubicBezTo>
                <a:cubicBezTo>
                  <a:pt x="2415752" y="454512"/>
                  <a:pt x="2379769" y="1560470"/>
                  <a:pt x="2395644" y="1881145"/>
                </a:cubicBezTo>
                <a:cubicBezTo>
                  <a:pt x="2411519" y="2201820"/>
                  <a:pt x="2409402" y="2049420"/>
                  <a:pt x="2490894" y="2077995"/>
                </a:cubicBezTo>
                <a:cubicBezTo>
                  <a:pt x="2572386" y="2106570"/>
                  <a:pt x="2798869" y="2087520"/>
                  <a:pt x="2884594" y="2052595"/>
                </a:cubicBezTo>
                <a:cubicBezTo>
                  <a:pt x="2970319" y="2017670"/>
                  <a:pt x="2990427" y="2027195"/>
                  <a:pt x="3005244" y="1868445"/>
                </a:cubicBezTo>
                <a:cubicBezTo>
                  <a:pt x="3020061" y="1709695"/>
                  <a:pt x="2948094" y="1251437"/>
                  <a:pt x="2973494" y="1100095"/>
                </a:cubicBezTo>
                <a:cubicBezTo>
                  <a:pt x="2998894" y="948753"/>
                  <a:pt x="2874011" y="969920"/>
                  <a:pt x="3157644" y="960395"/>
                </a:cubicBezTo>
                <a:cubicBezTo>
                  <a:pt x="3441277" y="950870"/>
                  <a:pt x="4411769" y="1020720"/>
                  <a:pt x="4675294" y="1042945"/>
                </a:cubicBezTo>
                <a:cubicBezTo>
                  <a:pt x="4938819" y="1065170"/>
                  <a:pt x="4728211" y="972037"/>
                  <a:pt x="4738794" y="1093745"/>
                </a:cubicBezTo>
                <a:cubicBezTo>
                  <a:pt x="4749377" y="1215453"/>
                  <a:pt x="4726094" y="1612328"/>
                  <a:pt x="4738794" y="1773195"/>
                </a:cubicBezTo>
                <a:cubicBezTo>
                  <a:pt x="4751494" y="1934062"/>
                  <a:pt x="4757844" y="2009203"/>
                  <a:pt x="4814994" y="2058945"/>
                </a:cubicBezTo>
                <a:cubicBezTo>
                  <a:pt x="4872144" y="2108687"/>
                  <a:pt x="5007611" y="2075878"/>
                  <a:pt x="5081694" y="2071645"/>
                </a:cubicBezTo>
                <a:cubicBezTo>
                  <a:pt x="5155777" y="2067412"/>
                  <a:pt x="5215044" y="2109745"/>
                  <a:pt x="5259494" y="2033545"/>
                </a:cubicBezTo>
                <a:cubicBezTo>
                  <a:pt x="5303944" y="1957345"/>
                  <a:pt x="5333577" y="1882203"/>
                  <a:pt x="5348394" y="1614445"/>
                </a:cubicBezTo>
                <a:cubicBezTo>
                  <a:pt x="5363211" y="1346687"/>
                  <a:pt x="5335694" y="671470"/>
                  <a:pt x="5348394" y="426995"/>
                </a:cubicBezTo>
                <a:cubicBezTo>
                  <a:pt x="5361094" y="182520"/>
                  <a:pt x="5327227" y="204745"/>
                  <a:pt x="5424594" y="147595"/>
                </a:cubicBezTo>
                <a:cubicBezTo>
                  <a:pt x="5521961" y="90445"/>
                  <a:pt x="5676477" y="101028"/>
                  <a:pt x="5932594" y="84095"/>
                </a:cubicBezTo>
                <a:cubicBezTo>
                  <a:pt x="6188711" y="67162"/>
                  <a:pt x="6766561" y="34353"/>
                  <a:pt x="6961294" y="45995"/>
                </a:cubicBezTo>
                <a:cubicBezTo>
                  <a:pt x="7156027" y="57637"/>
                  <a:pt x="7067127" y="112670"/>
                  <a:pt x="7100994" y="153945"/>
                </a:cubicBezTo>
                <a:cubicBezTo>
                  <a:pt x="7134861" y="195220"/>
                  <a:pt x="7160261" y="13187"/>
                  <a:pt x="7164494" y="293645"/>
                </a:cubicBezTo>
                <a:cubicBezTo>
                  <a:pt x="7168727" y="574103"/>
                  <a:pt x="7099936" y="1545653"/>
                  <a:pt x="7126394" y="1836695"/>
                </a:cubicBezTo>
                <a:cubicBezTo>
                  <a:pt x="7152852" y="2127737"/>
                  <a:pt x="7240694" y="2010262"/>
                  <a:pt x="7323244" y="2039895"/>
                </a:cubicBezTo>
                <a:cubicBezTo>
                  <a:pt x="7405794" y="2069528"/>
                  <a:pt x="7550786" y="2052595"/>
                  <a:pt x="7621694" y="2014495"/>
                </a:cubicBezTo>
                <a:cubicBezTo>
                  <a:pt x="7692602" y="1976395"/>
                  <a:pt x="7728586" y="1941470"/>
                  <a:pt x="7748694" y="1811295"/>
                </a:cubicBezTo>
                <a:cubicBezTo>
                  <a:pt x="7768802" y="1681120"/>
                  <a:pt x="7731761" y="1362562"/>
                  <a:pt x="7742344" y="1233445"/>
                </a:cubicBezTo>
                <a:cubicBezTo>
                  <a:pt x="7752927" y="1104328"/>
                  <a:pt x="7766686" y="1074695"/>
                  <a:pt x="7812194" y="1036595"/>
                </a:cubicBezTo>
                <a:cubicBezTo>
                  <a:pt x="7857702" y="998495"/>
                  <a:pt x="7936548" y="1001670"/>
                  <a:pt x="8015394" y="1004845"/>
                </a:cubicBezTo>
              </a:path>
            </a:pathLst>
          </a:custGeom>
          <a:noFill/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D0EC-7A9D-771F-4846-2026B0515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1F522-2AD0-D496-D49E-CF64BD64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74200" cy="632687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Compare E-Test parameter content Different X80  TC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4EB14D-E90C-6AB0-C806-39D7622CE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51456"/>
              </p:ext>
            </p:extLst>
          </p:nvPr>
        </p:nvGraphicFramePr>
        <p:xfrm>
          <a:off x="307973" y="1295861"/>
          <a:ext cx="11093449" cy="2611432"/>
        </p:xfrm>
        <a:graphic>
          <a:graphicData uri="http://schemas.openxmlformats.org/drawingml/2006/table">
            <a:tbl>
              <a:tblPr/>
              <a:tblGrid>
                <a:gridCol w="265109">
                  <a:extLst>
                    <a:ext uri="{9D8B030D-6E8A-4147-A177-3AD203B41FA5}">
                      <a16:colId xmlns:a16="http://schemas.microsoft.com/office/drawing/2014/main" val="3722152381"/>
                    </a:ext>
                  </a:extLst>
                </a:gridCol>
                <a:gridCol w="1090147">
                  <a:extLst>
                    <a:ext uri="{9D8B030D-6E8A-4147-A177-3AD203B41FA5}">
                      <a16:colId xmlns:a16="http://schemas.microsoft.com/office/drawing/2014/main" val="3109677574"/>
                    </a:ext>
                  </a:extLst>
                </a:gridCol>
                <a:gridCol w="2440833">
                  <a:extLst>
                    <a:ext uri="{9D8B030D-6E8A-4147-A177-3AD203B41FA5}">
                      <a16:colId xmlns:a16="http://schemas.microsoft.com/office/drawing/2014/main" val="524698898"/>
                    </a:ext>
                  </a:extLst>
                </a:gridCol>
                <a:gridCol w="2897918">
                  <a:extLst>
                    <a:ext uri="{9D8B030D-6E8A-4147-A177-3AD203B41FA5}">
                      <a16:colId xmlns:a16="http://schemas.microsoft.com/office/drawing/2014/main" val="2871196214"/>
                    </a:ext>
                  </a:extLst>
                </a:gridCol>
                <a:gridCol w="411377">
                  <a:extLst>
                    <a:ext uri="{9D8B030D-6E8A-4147-A177-3AD203B41FA5}">
                      <a16:colId xmlns:a16="http://schemas.microsoft.com/office/drawing/2014/main" val="3563020964"/>
                    </a:ext>
                  </a:extLst>
                </a:gridCol>
                <a:gridCol w="411377">
                  <a:extLst>
                    <a:ext uri="{9D8B030D-6E8A-4147-A177-3AD203B41FA5}">
                      <a16:colId xmlns:a16="http://schemas.microsoft.com/office/drawing/2014/main" val="1506632800"/>
                    </a:ext>
                  </a:extLst>
                </a:gridCol>
                <a:gridCol w="630777">
                  <a:extLst>
                    <a:ext uri="{9D8B030D-6E8A-4147-A177-3AD203B41FA5}">
                      <a16:colId xmlns:a16="http://schemas.microsoft.com/office/drawing/2014/main" val="4256251037"/>
                    </a:ext>
                  </a:extLst>
                </a:gridCol>
                <a:gridCol w="1828339">
                  <a:extLst>
                    <a:ext uri="{9D8B030D-6E8A-4147-A177-3AD203B41FA5}">
                      <a16:colId xmlns:a16="http://schemas.microsoft.com/office/drawing/2014/main" val="1818666347"/>
                    </a:ext>
                  </a:extLst>
                </a:gridCol>
                <a:gridCol w="1117572">
                  <a:extLst>
                    <a:ext uri="{9D8B030D-6E8A-4147-A177-3AD203B41FA5}">
                      <a16:colId xmlns:a16="http://schemas.microsoft.com/office/drawing/2014/main" val="1709089562"/>
                    </a:ext>
                  </a:extLst>
                </a:gridCol>
              </a:tblGrid>
              <a:tr h="176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row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StructureName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StructureComments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arrayX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arrayY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Type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Force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78812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x80cs_be_iso2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VT_MV_Z1N/M0C_14/34_14/13_14X14_VTGATE_0_108H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VTGATEOGD-108NL32-DKAM0C-SDR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0.7V,1.1V,-0.7V,-1.1V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78709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x80cs_be_iso2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VT_MV_Z3N/M0C_14/34_16/13_14X16_VTM0_0_144H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VTM0BPGD-144NL50-DKASALELE-SDR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0.7V,1.1V,-0.7V,-1.1V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922194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x80cs_be_iso2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VG_MV_Z3P/M0B_14/34_16/13_14X16_VGTCN_0_144H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VGTCNOGD-144PL50-DKAM0B-SDR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I2,I2,I2,I2,VBE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0.7V,1.1V,-0.7V,-1.1V,NA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893208"/>
                  </a:ext>
                </a:extLst>
              </a:tr>
              <a:tr h="1185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x80cs_fe_iso_2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GATEPGD-126PL43-ISO1PP-SDR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126h EMR 43W LVT P-diff Gate ETE MGC ISO 1PP at DKA LNRP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0.0033333,0.0033333,0.0033333,0.0033333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997821"/>
                  </a:ext>
                </a:extLst>
              </a:tr>
              <a:tr h="1269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x80cs_fe_iso_2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GATEPGD-126NL43-ISO2PP-SDR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126h EMR 43W LVT N-diff Gate ETE MGC ISO 2PP at DKA LNRP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0.0016667,0.0016667,0.0016667,0.0016667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738820"/>
                  </a:ext>
                </a:extLst>
              </a:tr>
              <a:tr h="10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x80cs_fe_iso_2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GATEPGD-108NL34-MGCDKA-SDR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108h EMR 34W LVT N-diff Gate ETE MGC ISO PCT Long at DKA LNRP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0.0002778,0.0002778,0.0002778,0.0002778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755408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x80zs_diff_iso_2a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DIFFOGD-P45E108-Z2LN-SDR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108h EMR 38W LVT N-diff SDR [c] type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804605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x80zs_diff_iso_2a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DIFFOGD-P45E108-Z2LN-SDR-FTI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108h EMR 38W LVT N-diff SDR [c] type with FTI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93654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x80zs_diff_iso_2a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DIFFOGD-P45E108-Z2LNP-FTILL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108h EMR 38W LVT NP-diff FTI long length - full DUT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948336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x80zs_epi2epi_1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EPIEPIPGD-P45D126-Z2LN-SDR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126h RDVB 39W LVT N-diff SDR Epi-Epi shorts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962180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x80zs_epi2epi_1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EPIEPIPGD-P45E126-Z3LN-JOG-Z3Z2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126h EMR 47W LVT N-diff Jog Z3 to Z2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857111"/>
                  </a:ext>
                </a:extLst>
              </a:tr>
              <a:tr h="142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x80zs_epi2epi_1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EPIEPIPGD-P45E108-Z0LP-SDR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108h EMR 26W LVT P-diff SDR Epi-Epi shorts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59376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x80as_gate_ete1_iso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GATEPGD-144NPL38-FTISL-SDR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144h EMR 38W LVT NP-diff Gate ETE SDR iso thru FTI [b] type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900998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x80as_gate_ete1_iso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GATEPGD-108PH38-FTISL-SDR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108h EMR 38W HVT P-diff Gate ETE SDR iso thru FTI [b] type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271649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x80as_gate_ete1_iso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GATEPGD-144NPL38-MGCDKA-SDR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144h EMR 38W LVT NP-diff Gate ETE SDR at DKA [a] type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681006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x80as_fe102_gete05_iso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CTGOGD-102NL35-CTCN-SDR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102h EMR 35W LVT N-diff TCN-to-Gate 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50947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x80as_fe102_gete05_iso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GTGOGD-102PL26-1D-SDR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102h EMR 26W LVT P-diff Gate-to-Gate SDR1dummy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832901"/>
                  </a:ext>
                </a:extLst>
              </a:tr>
              <a:tr h="142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x80as_fe102_gete05_iso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CTGOGD-102PL26-CTCN-SDR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102h EMR 26W LVT P-diff TCN-to-Gate 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19700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AF8EC9-0051-361B-C6A1-F448CD9D8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190604"/>
              </p:ext>
            </p:extLst>
          </p:nvPr>
        </p:nvGraphicFramePr>
        <p:xfrm>
          <a:off x="307973" y="4570467"/>
          <a:ext cx="11093449" cy="1411178"/>
        </p:xfrm>
        <a:graphic>
          <a:graphicData uri="http://schemas.openxmlformats.org/drawingml/2006/table">
            <a:tbl>
              <a:tblPr/>
              <a:tblGrid>
                <a:gridCol w="264268">
                  <a:extLst>
                    <a:ext uri="{9D8B030D-6E8A-4147-A177-3AD203B41FA5}">
                      <a16:colId xmlns:a16="http://schemas.microsoft.com/office/drawing/2014/main" val="3145821047"/>
                    </a:ext>
                  </a:extLst>
                </a:gridCol>
                <a:gridCol w="1086688">
                  <a:extLst>
                    <a:ext uri="{9D8B030D-6E8A-4147-A177-3AD203B41FA5}">
                      <a16:colId xmlns:a16="http://schemas.microsoft.com/office/drawing/2014/main" val="3167579644"/>
                    </a:ext>
                  </a:extLst>
                </a:gridCol>
                <a:gridCol w="2433088">
                  <a:extLst>
                    <a:ext uri="{9D8B030D-6E8A-4147-A177-3AD203B41FA5}">
                      <a16:colId xmlns:a16="http://schemas.microsoft.com/office/drawing/2014/main" val="630711324"/>
                    </a:ext>
                  </a:extLst>
                </a:gridCol>
                <a:gridCol w="2888723">
                  <a:extLst>
                    <a:ext uri="{9D8B030D-6E8A-4147-A177-3AD203B41FA5}">
                      <a16:colId xmlns:a16="http://schemas.microsoft.com/office/drawing/2014/main" val="3659936386"/>
                    </a:ext>
                  </a:extLst>
                </a:gridCol>
                <a:gridCol w="410072">
                  <a:extLst>
                    <a:ext uri="{9D8B030D-6E8A-4147-A177-3AD203B41FA5}">
                      <a16:colId xmlns:a16="http://schemas.microsoft.com/office/drawing/2014/main" val="1306541243"/>
                    </a:ext>
                  </a:extLst>
                </a:gridCol>
                <a:gridCol w="410072">
                  <a:extLst>
                    <a:ext uri="{9D8B030D-6E8A-4147-A177-3AD203B41FA5}">
                      <a16:colId xmlns:a16="http://schemas.microsoft.com/office/drawing/2014/main" val="3778508980"/>
                    </a:ext>
                  </a:extLst>
                </a:gridCol>
                <a:gridCol w="628776">
                  <a:extLst>
                    <a:ext uri="{9D8B030D-6E8A-4147-A177-3AD203B41FA5}">
                      <a16:colId xmlns:a16="http://schemas.microsoft.com/office/drawing/2014/main" val="2820837054"/>
                    </a:ext>
                  </a:extLst>
                </a:gridCol>
                <a:gridCol w="1822538">
                  <a:extLst>
                    <a:ext uri="{9D8B030D-6E8A-4147-A177-3AD203B41FA5}">
                      <a16:colId xmlns:a16="http://schemas.microsoft.com/office/drawing/2014/main" val="1265653506"/>
                    </a:ext>
                  </a:extLst>
                </a:gridCol>
                <a:gridCol w="1149224">
                  <a:extLst>
                    <a:ext uri="{9D8B030D-6E8A-4147-A177-3AD203B41FA5}">
                      <a16:colId xmlns:a16="http://schemas.microsoft.com/office/drawing/2014/main" val="3753483121"/>
                    </a:ext>
                  </a:extLst>
                </a:gridCol>
              </a:tblGrid>
              <a:tr h="169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row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StructureName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StructureComments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arrayX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arrayY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Type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Force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72993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x80zs_diff_iso_3a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DIFFCHNOGD-126EZ1LN-M0CHNLEN10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 CHN with M0 LEN-10T 126h EMR 30W LVT N-diff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R2,R2,R2,R2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54726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x80zs_diff_iso_3a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DIFFCHNOGD-126EZ1LP-LEN10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 CHN LEN-10T 126h EMR 30W LVT P-diff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R2,R2,R2,R2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283840"/>
                  </a:ext>
                </a:extLst>
              </a:tr>
              <a:tr h="142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x80zs_diff_iso_3a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DIFFCHNOGD-108EZ2LN-LEN10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 CHN LEN-10T 108h EMR 38W LVT N-diff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R2,R2,R2,R2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1,1,1,1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306864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x80cs_fe_iso_1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DIFFCHNOGD-144PL50-LEN18-SDR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144h 50W with noldfm ID LVT P-diff Diff CHN LEN-18T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0.055556,0.055556,0.055556,0.055556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035522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x80cs_fe_iso_1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DIFFCHNOGD-126PL41-LEN18-SDR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126h 41W with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noldfm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ID LVT P-diff Diff CHN LEN-18T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0.055556,0.055556,0.055556,0.055556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721448"/>
                  </a:ext>
                </a:extLst>
              </a:tr>
              <a:tr h="142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x80cs_fe_iso_1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DIFFCHNOGD-108PL32-LEN18-SDR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108h 32W with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noldfm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ID LVT P-diff Diff CHN LEN-18T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I2,I2,I2,I2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0.055556,0.055556,0.055556,0.055556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0.65V,1.1V,-0.65V,-1.1V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649783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x80as_diff_iso2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DIFFCHNOGD-126NL38-M0LEN10-SDR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126h 38W LVT N-diff Diff CHN with M0 LEN-10T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R2,R2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457492"/>
                  </a:ext>
                </a:extLst>
              </a:tr>
              <a:tr h="135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x80as_diff_iso2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DIFFCHNOGD-126NL38-LEN20-SDR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144h 38W LVT N-diff Diff CHN LEN-20T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R2,R2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62221"/>
                  </a:ext>
                </a:extLst>
              </a:tr>
              <a:tr h="142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</a:t>
                      </a:r>
                    </a:p>
                  </a:txBody>
                  <a:tcPr marL="6785" marR="6785" marT="67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x80as_diff_iso2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DIFFCHNOGD-144NL56-LEN20-SDR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144h 56W with noldfm ID LVT N-diff Diff CHN LEN-20T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R2,R2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0.65V,1.1V</a:t>
                      </a:r>
                    </a:p>
                  </a:txBody>
                  <a:tcPr marL="6785" marR="6785" marT="67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7707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8319409-5CA9-973C-2BDD-8F933DB58211}"/>
              </a:ext>
            </a:extLst>
          </p:cNvPr>
          <p:cNvSpPr txBox="1"/>
          <p:nvPr/>
        </p:nvSpPr>
        <p:spPr>
          <a:xfrm>
            <a:off x="422335" y="988084"/>
            <a:ext cx="1738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ISO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A615B-C83B-0110-7286-28D6627D9FAD}"/>
              </a:ext>
            </a:extLst>
          </p:cNvPr>
          <p:cNvSpPr txBox="1"/>
          <p:nvPr/>
        </p:nvSpPr>
        <p:spPr>
          <a:xfrm>
            <a:off x="307973" y="4287061"/>
            <a:ext cx="1738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CHN</a:t>
            </a:r>
          </a:p>
        </p:txBody>
      </p:sp>
    </p:spTree>
    <p:extLst>
      <p:ext uri="{BB962C8B-B14F-4D97-AF65-F5344CB8AC3E}">
        <p14:creationId xmlns:p14="http://schemas.microsoft.com/office/powerpoint/2010/main" val="406672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Intel 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2021">
      <a:majorFont>
        <a:latin typeface="IntelOne Display Light"/>
        <a:ea typeface="Helvetica Neue"/>
        <a:cs typeface="Helvetica Neue"/>
      </a:majorFont>
      <a:minorFont>
        <a:latin typeface="IntelOne Text Light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brand-ppt-template (1)" id="{D1FD4282-8E8D-7F42-BC8A-A99EC679DECD}" vid="{1CC8D8C3-0D29-4A4E-A4A8-B2C57FCDFB6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c65c69c-c686-4c52-900d-87e9187843cc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C1CC59664D2A498525D0B7260808DD" ma:contentTypeVersion="16" ma:contentTypeDescription="Create a new document." ma:contentTypeScope="" ma:versionID="d49206dcfb50fab64f4e0f44c73ec0c5">
  <xsd:schema xmlns:xsd="http://www.w3.org/2001/XMLSchema" xmlns:xs="http://www.w3.org/2001/XMLSchema" xmlns:p="http://schemas.microsoft.com/office/2006/metadata/properties" xmlns:ns2="6c65c69c-c686-4c52-900d-87e9187843cc" xmlns:ns3="e7fd717f-3b95-48cf-9dd9-d56cdf1f4c84" xmlns:ns4="a7bc6c04-a6f3-4b85-abcc-278c78dc556b" targetNamespace="http://schemas.microsoft.com/office/2006/metadata/properties" ma:root="true" ma:fieldsID="2f38e8aca51c5d05f3fb0f920cb70a80" ns2:_="" ns3:_="" ns4:_="">
    <xsd:import namespace="6c65c69c-c686-4c52-900d-87e9187843cc"/>
    <xsd:import namespace="e7fd717f-3b95-48cf-9dd9-d56cdf1f4c84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65c69c-c686-4c52-900d-87e9187843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fd717f-3b95-48cf-9dd9-d56cdf1f4c8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75df1bee-1acb-4290-9266-0309773a4e41}" ma:internalName="TaxCatchAll" ma:showField="CatchAllData" ma:web="e7fd717f-3b95-48cf-9dd9-d56cdf1f4c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C2552D-BA94-4535-9A54-B8E4F75DFA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E49D1BF-76E1-4C37-AF51-8E8E1917398A}">
  <ds:schemaRefs>
    <ds:schemaRef ds:uri="6c65c69c-c686-4c52-900d-87e9187843cc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e7fd717f-3b95-48cf-9dd9-d56cdf1f4c84"/>
    <ds:schemaRef ds:uri="http://schemas.openxmlformats.org/package/2006/metadata/core-properties"/>
    <ds:schemaRef ds:uri="http://schemas.microsoft.com/office/2006/documentManagement/types"/>
    <ds:schemaRef ds:uri="a7bc6c04-a6f3-4b85-abcc-278c78dc556b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9D517D0-A111-40DE-83BA-F4331491D07D}">
  <ds:schemaRefs>
    <ds:schemaRef ds:uri="6c65c69c-c686-4c52-900d-87e9187843cc"/>
    <ds:schemaRef ds:uri="a7bc6c04-a6f3-4b85-abcc-278c78dc556b"/>
    <ds:schemaRef ds:uri="e7fd717f-3b95-48cf-9dd9-d56cdf1f4c8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4171</TotalTime>
  <Words>1463</Words>
  <Application>Microsoft Office PowerPoint</Application>
  <PresentationFormat>Widescreen</PresentationFormat>
  <Paragraphs>381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Cambria Math</vt:lpstr>
      <vt:lpstr>Helvetica Neue Medium</vt:lpstr>
      <vt:lpstr>Intel Clear</vt:lpstr>
      <vt:lpstr>IntelOne Display Light</vt:lpstr>
      <vt:lpstr>IntelOne Display Regular</vt:lpstr>
      <vt:lpstr>IntelOne Text</vt:lpstr>
      <vt:lpstr>IntelOne Text Light</vt:lpstr>
      <vt:lpstr>Theme1</vt:lpstr>
      <vt:lpstr>x1281z - ISO E-test Scalar calculations suggestion</vt:lpstr>
      <vt:lpstr>Methodology</vt:lpstr>
      <vt:lpstr>CTG OGD SDR device</vt:lpstr>
      <vt:lpstr>CTG OGD</vt:lpstr>
      <vt:lpstr>CTG OGD</vt:lpstr>
      <vt:lpstr>ETE PGD</vt:lpstr>
      <vt:lpstr>Diffusion Chain</vt:lpstr>
      <vt:lpstr>Compare E-Test parameter content Different X80  TC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Evani, Vamsi</dc:creator>
  <cp:lastModifiedBy>Oberoi, Aaryan</cp:lastModifiedBy>
  <cp:revision>2</cp:revision>
  <dcterms:created xsi:type="dcterms:W3CDTF">2025-08-07T17:49:48Z</dcterms:created>
  <dcterms:modified xsi:type="dcterms:W3CDTF">2026-09-28T17:48:09Z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0x010100D5C1CC59664D2A498525D0B7260808DD</vt:lpwstr>
  </property>
</Properties>
</file>